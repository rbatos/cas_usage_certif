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34"/>
  </p:notesMasterIdLst>
  <p:handoutMasterIdLst>
    <p:handoutMasterId r:id="rId35"/>
  </p:handoutMasterIdLst>
  <p:sldIdLst>
    <p:sldId id="558" r:id="rId5"/>
    <p:sldId id="611" r:id="rId6"/>
    <p:sldId id="594" r:id="rId7"/>
    <p:sldId id="560" r:id="rId8"/>
    <p:sldId id="562" r:id="rId9"/>
    <p:sldId id="595" r:id="rId10"/>
    <p:sldId id="563" r:id="rId11"/>
    <p:sldId id="568" r:id="rId12"/>
    <p:sldId id="570" r:id="rId13"/>
    <p:sldId id="598" r:id="rId14"/>
    <p:sldId id="571" r:id="rId15"/>
    <p:sldId id="569" r:id="rId16"/>
    <p:sldId id="572" r:id="rId17"/>
    <p:sldId id="578" r:id="rId18"/>
    <p:sldId id="582" r:id="rId19"/>
    <p:sldId id="583" r:id="rId20"/>
    <p:sldId id="585" r:id="rId21"/>
    <p:sldId id="588" r:id="rId22"/>
    <p:sldId id="601" r:id="rId23"/>
    <p:sldId id="589" r:id="rId24"/>
    <p:sldId id="590" r:id="rId25"/>
    <p:sldId id="591" r:id="rId26"/>
    <p:sldId id="592" r:id="rId27"/>
    <p:sldId id="593" r:id="rId28"/>
    <p:sldId id="607" r:id="rId29"/>
    <p:sldId id="602" r:id="rId30"/>
    <p:sldId id="608" r:id="rId31"/>
    <p:sldId id="609" r:id="rId32"/>
    <p:sldId id="603" r:id="rId33"/>
  </p:sldIdLst>
  <p:sldSz cx="12192000" cy="6858000"/>
  <p:notesSz cx="6858000" cy="9144000"/>
  <p:embeddedFontLst>
    <p:embeddedFont>
      <p:font typeface="Biennale" pitchFamily="50" charset="0"/>
      <p:regular r:id="rId36"/>
    </p:embeddedFont>
    <p:embeddedFont>
      <p:font typeface="Biennale Bold" pitchFamily="50" charset="0"/>
      <p:bold r:id="rId3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825" userDrawn="1">
          <p15:clr>
            <a:srgbClr val="A4A3A4"/>
          </p15:clr>
        </p15:guide>
        <p15:guide id="2" pos="273" userDrawn="1">
          <p15:clr>
            <a:srgbClr val="A4A3A4"/>
          </p15:clr>
        </p15:guide>
        <p15:guide id="3" orient="horz" pos="908" userDrawn="1">
          <p15:clr>
            <a:srgbClr val="A4A3A4"/>
          </p15:clr>
        </p15:guide>
        <p15:guide id="4" pos="7414"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76513" autoAdjust="0"/>
  </p:normalViewPr>
  <p:slideViewPr>
    <p:cSldViewPr snapToGrid="0" showGuides="1">
      <p:cViewPr varScale="1">
        <p:scale>
          <a:sx n="97" d="100"/>
          <a:sy n="97" d="100"/>
        </p:scale>
        <p:origin x="996" y="78"/>
      </p:cViewPr>
      <p:guideLst>
        <p:guide orient="horz" pos="3825"/>
        <p:guide pos="273"/>
        <p:guide orient="horz" pos="908"/>
        <p:guide pos="7414"/>
      </p:guideLst>
    </p:cSldViewPr>
  </p:slideViewPr>
  <p:outlineViewPr>
    <p:cViewPr>
      <p:scale>
        <a:sx n="20" d="100"/>
        <a:sy n="20" d="100"/>
      </p:scale>
      <p:origin x="0" y="-28926"/>
    </p:cViewPr>
  </p:outlineViewPr>
  <p:notesTextViewPr>
    <p:cViewPr>
      <p:scale>
        <a:sx n="1" d="1"/>
        <a:sy n="1" d="1"/>
      </p:scale>
      <p:origin x="0" y="0"/>
    </p:cViewPr>
  </p:notesTextViewPr>
  <p:sorterViewPr>
    <p:cViewPr>
      <p:scale>
        <a:sx n="125" d="100"/>
        <a:sy n="125" d="100"/>
      </p:scale>
      <p:origin x="0" y="0"/>
    </p:cViewPr>
  </p:sorterViewPr>
  <p:notesViewPr>
    <p:cSldViewPr snapToGrid="0" showGuides="1">
      <p:cViewPr varScale="1">
        <p:scale>
          <a:sx n="84" d="100"/>
          <a:sy n="84" d="100"/>
        </p:scale>
        <p:origin x="3912"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viewProps" Target="viewProps.xml"/><Relationship Id="rId21" Type="http://schemas.openxmlformats.org/officeDocument/2006/relationships/slide" Target="slides/slide17.xml"/><Relationship Id="rId34" Type="http://schemas.openxmlformats.org/officeDocument/2006/relationships/notesMaster" Target="notesMasters/notesMaster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font" Target="fonts/font2.fntdata"/><Relationship Id="rId40"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1.fnt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handoutMaster" Target="handoutMasters/handoutMaster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image" Target="../media/image32.png"/><Relationship Id="rId5" Type="http://schemas.openxmlformats.org/officeDocument/2006/relationships/image" Target="../media/image36.png"/><Relationship Id="rId4" Type="http://schemas.openxmlformats.org/officeDocument/2006/relationships/image" Target="../media/image35.png"/></Relationships>
</file>

<file path=ppt/diagrams/_rels/data2.xml.rels><?xml version="1.0" encoding="UTF-8" standalone="yes"?>
<Relationships xmlns="http://schemas.openxmlformats.org/package/2006/relationships"><Relationship Id="rId1" Type="http://schemas.openxmlformats.org/officeDocument/2006/relationships/image" Target="../media/image37.png"/></Relationships>
</file>

<file path=ppt/diagrams/_rels/data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image" Target="../media/image38.png"/></Relationships>
</file>

<file path=ppt/diagrams/_rels/data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image" Target="../media/image40.png"/></Relationships>
</file>

<file path=ppt/diagrams/_rels/data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63.png"/><Relationship Id="rId7" Type="http://schemas.openxmlformats.org/officeDocument/2006/relationships/image" Target="../media/image67.png"/><Relationship Id="rId2" Type="http://schemas.openxmlformats.org/officeDocument/2006/relationships/image" Target="../media/image62.png"/><Relationship Id="rId1" Type="http://schemas.openxmlformats.org/officeDocument/2006/relationships/image" Target="../media/image61.png"/><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diagrams/_rels/drawing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image" Target="../media/image32.png"/><Relationship Id="rId5" Type="http://schemas.openxmlformats.org/officeDocument/2006/relationships/image" Target="../media/image36.png"/><Relationship Id="rId4" Type="http://schemas.openxmlformats.org/officeDocument/2006/relationships/image" Target="../media/image35.png"/></Relationships>
</file>

<file path=ppt/diagrams/_rels/drawing2.xml.rels><?xml version="1.0" encoding="UTF-8" standalone="yes"?>
<Relationships xmlns="http://schemas.openxmlformats.org/package/2006/relationships"><Relationship Id="rId1" Type="http://schemas.openxmlformats.org/officeDocument/2006/relationships/image" Target="../media/image37.png"/></Relationships>
</file>

<file path=ppt/diagrams/_rels/drawing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image" Target="../media/image38.png"/></Relationships>
</file>

<file path=ppt/diagrams/_rels/drawing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image" Target="../media/image40.png"/></Relationships>
</file>

<file path=ppt/diagrams/_rels/drawing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63.png"/><Relationship Id="rId7" Type="http://schemas.openxmlformats.org/officeDocument/2006/relationships/image" Target="../media/image67.png"/><Relationship Id="rId2" Type="http://schemas.openxmlformats.org/officeDocument/2006/relationships/image" Target="../media/image62.png"/><Relationship Id="rId1" Type="http://schemas.openxmlformats.org/officeDocument/2006/relationships/image" Target="../media/image61.png"/><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BEF5CF3D-4BB9-4D29-AD60-7D2F4858931E}"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fr-FR"/>
        </a:p>
      </dgm:t>
    </dgm:pt>
    <dgm:pt modelId="{DA829645-255B-401B-9DEF-97BFDC56A46B}">
      <dgm:prSet phldrT="[Texte]"/>
      <dgm:spPr/>
      <dgm:t>
        <a:bodyPr/>
        <a:lstStyle/>
        <a:p>
          <a:r>
            <a:rPr lang="it-IT" dirty="0">
              <a:solidFill>
                <a:schemeClr val="bg1"/>
              </a:solidFill>
            </a:rPr>
            <a:t>Scénario 1 — Approche multimodale complète </a:t>
          </a:r>
          <a:endParaRPr lang="fr-FR" dirty="0">
            <a:solidFill>
              <a:schemeClr val="bg1"/>
            </a:solidFill>
          </a:endParaRPr>
        </a:p>
      </dgm:t>
    </dgm:pt>
    <dgm:pt modelId="{54658B00-3BC5-4DBE-A911-21D615A1AE25}" type="parTrans" cxnId="{A0C1A629-CAC5-4990-AA6F-5C6BA7394AC2}">
      <dgm:prSet/>
      <dgm:spPr/>
      <dgm:t>
        <a:bodyPr/>
        <a:lstStyle/>
        <a:p>
          <a:endParaRPr lang="fr-FR"/>
        </a:p>
      </dgm:t>
    </dgm:pt>
    <dgm:pt modelId="{AFE6B5C8-6001-47FE-A846-6919F11867F5}" type="sibTrans" cxnId="{A0C1A629-CAC5-4990-AA6F-5C6BA7394AC2}">
      <dgm:prSet/>
      <dgm:spPr/>
      <dgm:t>
        <a:bodyPr/>
        <a:lstStyle/>
        <a:p>
          <a:endParaRPr lang="fr-FR"/>
        </a:p>
      </dgm:t>
    </dgm:pt>
    <dgm:pt modelId="{C480C3C2-3738-49C0-ADC8-1C7D821450A4}">
      <dgm:prSet phldrT="[Texte]"/>
      <dgm:spPr/>
      <dgm:t>
        <a:bodyPr/>
        <a:lstStyle/>
        <a:p>
          <a:r>
            <a:rPr lang="fr-FR" b="0" dirty="0">
              <a:solidFill>
                <a:schemeClr val="bg1"/>
              </a:solidFill>
              <a:effectLst/>
              <a:latin typeface="Biennale" panose="00000500000000000000" pitchFamily="2" charset="0"/>
              <a:ea typeface="+mn-ea"/>
              <a:cs typeface="+mn-cs"/>
            </a:rPr>
            <a:t>Toutes les variables (tabulaires + texte vectorisé)</a:t>
          </a:r>
          <a:endParaRPr lang="fr-FR" dirty="0">
            <a:solidFill>
              <a:schemeClr val="bg1"/>
            </a:solidFill>
          </a:endParaRPr>
        </a:p>
      </dgm:t>
    </dgm:pt>
    <dgm:pt modelId="{8DFE6A15-3F3F-4BDC-813F-FAA2B28460B0}" type="parTrans" cxnId="{244F638D-E763-4A9A-8865-62A4164F4A0F}">
      <dgm:prSet/>
      <dgm:spPr/>
      <dgm:t>
        <a:bodyPr/>
        <a:lstStyle/>
        <a:p>
          <a:endParaRPr lang="fr-FR"/>
        </a:p>
      </dgm:t>
    </dgm:pt>
    <dgm:pt modelId="{C05BDD09-13FB-4FC5-948E-7172043DC6B8}" type="sibTrans" cxnId="{244F638D-E763-4A9A-8865-62A4164F4A0F}">
      <dgm:prSet/>
      <dgm:spPr/>
      <dgm:t>
        <a:bodyPr/>
        <a:lstStyle/>
        <a:p>
          <a:endParaRPr lang="fr-FR"/>
        </a:p>
      </dgm:t>
    </dgm:pt>
    <dgm:pt modelId="{AE9FC0AA-5736-4D7F-8DB2-9A9D9327D7B0}">
      <dgm:prSet phldrT="[Texte]"/>
      <dgm:spPr/>
      <dgm:t>
        <a:bodyPr/>
        <a:lstStyle/>
        <a:p>
          <a:r>
            <a:rPr lang="fr-FR" b="0" dirty="0">
              <a:solidFill>
                <a:schemeClr val="bg1"/>
              </a:solidFill>
              <a:effectLst/>
              <a:latin typeface="Biennale" panose="00000500000000000000" pitchFamily="2" charset="0"/>
              <a:ea typeface="+mn-ea"/>
              <a:cs typeface="+mn-cs"/>
            </a:rPr>
            <a:t>Scénario 2 — Sans variables sensibles (Approche Éthique)</a:t>
          </a:r>
          <a:endParaRPr lang="fr-FR" dirty="0">
            <a:solidFill>
              <a:schemeClr val="bg1"/>
            </a:solidFill>
          </a:endParaRPr>
        </a:p>
      </dgm:t>
    </dgm:pt>
    <dgm:pt modelId="{59650934-A0AF-4ECE-ABCD-FAFBD3D05632}" type="parTrans" cxnId="{483EA13C-3790-4045-BACB-CAA74DEA1177}">
      <dgm:prSet/>
      <dgm:spPr/>
      <dgm:t>
        <a:bodyPr/>
        <a:lstStyle/>
        <a:p>
          <a:endParaRPr lang="fr-FR"/>
        </a:p>
      </dgm:t>
    </dgm:pt>
    <dgm:pt modelId="{44B2E655-A96D-42DF-B4FA-CC285FD70849}" type="sibTrans" cxnId="{483EA13C-3790-4045-BACB-CAA74DEA1177}">
      <dgm:prSet/>
      <dgm:spPr/>
      <dgm:t>
        <a:bodyPr/>
        <a:lstStyle/>
        <a:p>
          <a:endParaRPr lang="fr-FR"/>
        </a:p>
      </dgm:t>
    </dgm:pt>
    <dgm:pt modelId="{B3CFBAB7-D7EE-4169-8779-99FB510DE2E9}">
      <dgm:prSet phldrT="[Texte]"/>
      <dgm:spPr/>
      <dgm:t>
        <a:bodyPr/>
        <a:lstStyle/>
        <a:p>
          <a:r>
            <a:rPr lang="fr-FR" b="0" dirty="0">
              <a:solidFill>
                <a:schemeClr val="bg1"/>
              </a:solidFill>
              <a:effectLst/>
              <a:latin typeface="Biennale" panose="00000500000000000000" pitchFamily="2" charset="0"/>
              <a:ea typeface="+mn-ea"/>
              <a:cs typeface="+mn-cs"/>
            </a:rPr>
            <a:t>Variables non sensibles uniquement (avec justification CNIL/RGPD)</a:t>
          </a:r>
          <a:endParaRPr lang="fr-FR" dirty="0">
            <a:solidFill>
              <a:schemeClr val="bg1"/>
            </a:solidFill>
          </a:endParaRPr>
        </a:p>
      </dgm:t>
    </dgm:pt>
    <dgm:pt modelId="{135FC947-A91E-4C60-A2B4-662130A1F283}" type="parTrans" cxnId="{18E3CDA0-00C6-4EF1-A6C4-D96D1012E02D}">
      <dgm:prSet/>
      <dgm:spPr/>
      <dgm:t>
        <a:bodyPr/>
        <a:lstStyle/>
        <a:p>
          <a:endParaRPr lang="fr-FR"/>
        </a:p>
      </dgm:t>
    </dgm:pt>
    <dgm:pt modelId="{8D2B849E-3572-42F3-B37B-49D6358B612E}" type="sibTrans" cxnId="{18E3CDA0-00C6-4EF1-A6C4-D96D1012E02D}">
      <dgm:prSet/>
      <dgm:spPr/>
      <dgm:t>
        <a:bodyPr/>
        <a:lstStyle/>
        <a:p>
          <a:endParaRPr lang="fr-FR"/>
        </a:p>
      </dgm:t>
    </dgm:pt>
    <dgm:pt modelId="{1EF79CFC-C1BA-478C-A63E-75B73C97686D}">
      <dgm:prSet phldrT="[Texte]" phldr="0"/>
      <dgm:spPr/>
      <dgm:t>
        <a:bodyPr/>
        <a:lstStyle/>
        <a:p>
          <a:r>
            <a:rPr lang="it-IT" dirty="0">
              <a:solidFill>
                <a:schemeClr val="bg1"/>
              </a:solidFill>
            </a:rPr>
            <a:t>Scénario 1 — Approche </a:t>
          </a:r>
          <a:r>
            <a:rPr lang="fr-FR" dirty="0">
              <a:solidFill>
                <a:schemeClr val="bg1"/>
              </a:solidFill>
            </a:rPr>
            <a:t>hybride (ajouté dans un second temps)</a:t>
          </a:r>
        </a:p>
      </dgm:t>
    </dgm:pt>
    <dgm:pt modelId="{FCF40E08-01D7-4D91-809A-7E9780CB86BF}" type="parTrans" cxnId="{BD95DF11-1D31-49E2-827C-281E9906DAE7}">
      <dgm:prSet/>
      <dgm:spPr/>
      <dgm:t>
        <a:bodyPr/>
        <a:lstStyle/>
        <a:p>
          <a:endParaRPr lang="fr-FR"/>
        </a:p>
      </dgm:t>
    </dgm:pt>
    <dgm:pt modelId="{614F672F-F40D-4B14-B8F9-840B7C22090B}" type="sibTrans" cxnId="{BD95DF11-1D31-49E2-827C-281E9906DAE7}">
      <dgm:prSet/>
      <dgm:spPr/>
      <dgm:t>
        <a:bodyPr/>
        <a:lstStyle/>
        <a:p>
          <a:endParaRPr lang="fr-FR"/>
        </a:p>
      </dgm:t>
    </dgm:pt>
    <dgm:pt modelId="{E408BD0F-BB5E-4DC1-9C0E-C705F521D8A5}">
      <dgm:prSet phldrT="[Texte]" phldr="0"/>
      <dgm:spPr/>
      <dgm:t>
        <a:bodyPr/>
        <a:lstStyle/>
        <a:p>
          <a:r>
            <a:rPr lang="fr-FR" b="0" dirty="0">
              <a:solidFill>
                <a:schemeClr val="bg1"/>
              </a:solidFill>
              <a:effectLst/>
              <a:latin typeface="Biennale" panose="00000500000000000000" pitchFamily="2" charset="0"/>
              <a:ea typeface="+mn-ea"/>
              <a:cs typeface="+mn-cs"/>
            </a:rPr>
            <a:t>Toutes les variables à l’exception de `</a:t>
          </a:r>
          <a:r>
            <a:rPr lang="fr-FR" b="0" dirty="0" err="1">
              <a:solidFill>
                <a:schemeClr val="bg1"/>
              </a:solidFill>
              <a:effectLst/>
              <a:latin typeface="Biennale" panose="00000500000000000000" pitchFamily="2" charset="0"/>
              <a:ea typeface="+mn-ea"/>
              <a:cs typeface="+mn-cs"/>
            </a:rPr>
            <a:t>nationalite_hors_ue</a:t>
          </a:r>
          <a:r>
            <a:rPr lang="fr-FR" b="0" dirty="0">
              <a:solidFill>
                <a:schemeClr val="bg1"/>
              </a:solidFill>
              <a:effectLst/>
              <a:latin typeface="Biennale" panose="00000500000000000000" pitchFamily="2" charset="0"/>
              <a:ea typeface="+mn-ea"/>
              <a:cs typeface="+mn-cs"/>
            </a:rPr>
            <a:t>`</a:t>
          </a:r>
          <a:endParaRPr lang="fr-FR" dirty="0">
            <a:solidFill>
              <a:schemeClr val="bg1"/>
            </a:solidFill>
          </a:endParaRPr>
        </a:p>
      </dgm:t>
    </dgm:pt>
    <dgm:pt modelId="{0C836983-4139-4164-B4B7-C5E18C190360}" type="parTrans" cxnId="{4C990B9B-DDAF-4167-BA47-7C0254D81BA2}">
      <dgm:prSet/>
      <dgm:spPr/>
      <dgm:t>
        <a:bodyPr/>
        <a:lstStyle/>
        <a:p>
          <a:endParaRPr lang="fr-FR"/>
        </a:p>
      </dgm:t>
    </dgm:pt>
    <dgm:pt modelId="{2DC19377-E481-4A35-AB3A-53E495B7FDD5}" type="sibTrans" cxnId="{4C990B9B-DDAF-4167-BA47-7C0254D81BA2}">
      <dgm:prSet/>
      <dgm:spPr/>
      <dgm:t>
        <a:bodyPr/>
        <a:lstStyle/>
        <a:p>
          <a:endParaRPr lang="fr-FR"/>
        </a:p>
      </dgm:t>
    </dgm:pt>
    <dgm:pt modelId="{7A7D299F-8EF3-4D8D-B7A5-457DB27ED455}">
      <dgm:prSet phldrT="[Texte]" phldr="0"/>
      <dgm:spPr/>
      <dgm:t>
        <a:bodyPr/>
        <a:lstStyle/>
        <a:p>
          <a:r>
            <a:rPr lang="fr-FR" b="0" dirty="0">
              <a:solidFill>
                <a:schemeClr val="bg1"/>
              </a:solidFill>
              <a:effectLst/>
              <a:latin typeface="Biennale" panose="00000500000000000000" pitchFamily="2" charset="0"/>
              <a:ea typeface="+mn-ea"/>
              <a:cs typeface="+mn-cs"/>
            </a:rPr>
            <a:t>Scénario 3 — Diagnostic par le texte seul (NLP pure)</a:t>
          </a:r>
          <a:endParaRPr lang="fr-FR" dirty="0">
            <a:solidFill>
              <a:schemeClr val="bg1"/>
            </a:solidFill>
          </a:endParaRPr>
        </a:p>
      </dgm:t>
    </dgm:pt>
    <dgm:pt modelId="{9D45E1D6-BB15-4451-9235-B8E4A72165CD}" type="parTrans" cxnId="{1A331277-5805-48CA-B348-5D2C472566FC}">
      <dgm:prSet/>
      <dgm:spPr/>
      <dgm:t>
        <a:bodyPr/>
        <a:lstStyle/>
        <a:p>
          <a:endParaRPr lang="fr-FR"/>
        </a:p>
      </dgm:t>
    </dgm:pt>
    <dgm:pt modelId="{CB16D2F0-6E8D-4F3C-8979-1C96830F09D8}" type="sibTrans" cxnId="{1A331277-5805-48CA-B348-5D2C472566FC}">
      <dgm:prSet/>
      <dgm:spPr/>
      <dgm:t>
        <a:bodyPr/>
        <a:lstStyle/>
        <a:p>
          <a:endParaRPr lang="fr-FR"/>
        </a:p>
      </dgm:t>
    </dgm:pt>
    <dgm:pt modelId="{FDE2C5B2-94B3-40C1-A6D7-058F6900F393}">
      <dgm:prSet phldrT="[Texte]" phldr="0"/>
      <dgm:spPr/>
      <dgm:t>
        <a:bodyPr/>
        <a:lstStyle/>
        <a:p>
          <a:r>
            <a:rPr lang="fr-FR" b="0" dirty="0">
              <a:solidFill>
                <a:schemeClr val="bg1"/>
              </a:solidFill>
              <a:effectLst/>
              <a:latin typeface="Biennale" panose="00000500000000000000" pitchFamily="2" charset="0"/>
              <a:ea typeface="+mn-ea"/>
              <a:cs typeface="+mn-cs"/>
            </a:rPr>
            <a:t>Scénario 4 — Données contextuelles pures (Tabulaire seul)</a:t>
          </a:r>
          <a:endParaRPr lang="fr-FR" dirty="0">
            <a:solidFill>
              <a:schemeClr val="bg1"/>
            </a:solidFill>
          </a:endParaRPr>
        </a:p>
      </dgm:t>
    </dgm:pt>
    <dgm:pt modelId="{20DC1652-1436-4BC1-9D00-6B528CD2987F}" type="parTrans" cxnId="{E41F7062-5978-4154-81AF-F1A5E5050DA1}">
      <dgm:prSet/>
      <dgm:spPr/>
      <dgm:t>
        <a:bodyPr/>
        <a:lstStyle/>
        <a:p>
          <a:endParaRPr lang="fr-FR"/>
        </a:p>
      </dgm:t>
    </dgm:pt>
    <dgm:pt modelId="{0B04995E-8EE8-4E55-AB0B-59A6EC7ED7B5}" type="sibTrans" cxnId="{E41F7062-5978-4154-81AF-F1A5E5050DA1}">
      <dgm:prSet/>
      <dgm:spPr/>
      <dgm:t>
        <a:bodyPr/>
        <a:lstStyle/>
        <a:p>
          <a:endParaRPr lang="fr-FR"/>
        </a:p>
      </dgm:t>
    </dgm:pt>
    <dgm:pt modelId="{0B17E4B9-F3E3-46B2-AE7F-F1960BD88547}">
      <dgm:prSet/>
      <dgm:spPr/>
      <dgm:t>
        <a:bodyPr/>
        <a:lstStyle/>
        <a:p>
          <a:r>
            <a:rPr lang="fr-FR" b="0" dirty="0" err="1">
              <a:solidFill>
                <a:schemeClr val="bg1"/>
              </a:solidFill>
              <a:effectLst/>
              <a:latin typeface="Biennale" panose="00000500000000000000" pitchFamily="2" charset="0"/>
              <a:ea typeface="+mn-ea"/>
              <a:cs typeface="+mn-cs"/>
            </a:rPr>
            <a:t>synthese_entretien</a:t>
          </a:r>
          <a:r>
            <a:rPr lang="fr-FR" b="0" dirty="0">
              <a:solidFill>
                <a:schemeClr val="bg1"/>
              </a:solidFill>
              <a:effectLst/>
              <a:latin typeface="Biennale" panose="00000500000000000000" pitchFamily="2" charset="0"/>
              <a:ea typeface="+mn-ea"/>
              <a:cs typeface="+mn-cs"/>
            </a:rPr>
            <a:t> uniquement </a:t>
          </a:r>
          <a:endParaRPr lang="fr-FR" dirty="0">
            <a:solidFill>
              <a:schemeClr val="bg1"/>
            </a:solidFill>
          </a:endParaRPr>
        </a:p>
      </dgm:t>
    </dgm:pt>
    <dgm:pt modelId="{547FF891-7EA8-4C60-BD22-4A03AA1B8CA1}" type="parTrans" cxnId="{C8DB2DE1-81D8-4E1B-9644-F86F30FEC85B}">
      <dgm:prSet/>
      <dgm:spPr/>
      <dgm:t>
        <a:bodyPr/>
        <a:lstStyle/>
        <a:p>
          <a:endParaRPr lang="fr-FR"/>
        </a:p>
      </dgm:t>
    </dgm:pt>
    <dgm:pt modelId="{71D36961-0771-4749-9980-6B2514FCC578}" type="sibTrans" cxnId="{C8DB2DE1-81D8-4E1B-9644-F86F30FEC85B}">
      <dgm:prSet/>
      <dgm:spPr/>
      <dgm:t>
        <a:bodyPr/>
        <a:lstStyle/>
        <a:p>
          <a:endParaRPr lang="fr-FR"/>
        </a:p>
      </dgm:t>
    </dgm:pt>
    <dgm:pt modelId="{ACFC0015-DEFD-420C-8D2D-CBD98A54E1B0}">
      <dgm:prSet/>
      <dgm:spPr/>
      <dgm:t>
        <a:bodyPr/>
        <a:lstStyle/>
        <a:p>
          <a:r>
            <a:rPr lang="fr-FR" b="0" dirty="0">
              <a:solidFill>
                <a:schemeClr val="bg1"/>
              </a:solidFill>
              <a:effectLst/>
              <a:latin typeface="Biennale" panose="00000500000000000000" pitchFamily="2" charset="0"/>
              <a:ea typeface="+mn-ea"/>
              <a:cs typeface="+mn-cs"/>
            </a:rPr>
            <a:t>Variables tabulaires uniquement (sans texte) </a:t>
          </a:r>
          <a:endParaRPr lang="fr-FR" dirty="0">
            <a:solidFill>
              <a:schemeClr val="bg1"/>
            </a:solidFill>
          </a:endParaRPr>
        </a:p>
      </dgm:t>
    </dgm:pt>
    <dgm:pt modelId="{A1C69C2A-C38A-4886-AA2E-6719CF154744}" type="parTrans" cxnId="{2F1514C5-2F32-49B6-A507-10CA59E32457}">
      <dgm:prSet/>
      <dgm:spPr/>
      <dgm:t>
        <a:bodyPr/>
        <a:lstStyle/>
        <a:p>
          <a:endParaRPr lang="fr-FR"/>
        </a:p>
      </dgm:t>
    </dgm:pt>
    <dgm:pt modelId="{6792FF36-7FBF-4ACB-88C9-5C4DC1792218}" type="sibTrans" cxnId="{2F1514C5-2F32-49B6-A507-10CA59E32457}">
      <dgm:prSet/>
      <dgm:spPr/>
      <dgm:t>
        <a:bodyPr/>
        <a:lstStyle/>
        <a:p>
          <a:endParaRPr lang="fr-FR"/>
        </a:p>
      </dgm:t>
    </dgm:pt>
    <dgm:pt modelId="{80E0E13B-E159-4E21-B210-E89AAD67E441}" type="pres">
      <dgm:prSet presAssocID="{BEF5CF3D-4BB9-4D29-AD60-7D2F4858931E}" presName="linear" presStyleCnt="0">
        <dgm:presLayoutVars>
          <dgm:dir/>
          <dgm:resizeHandles val="exact"/>
        </dgm:presLayoutVars>
      </dgm:prSet>
      <dgm:spPr/>
    </dgm:pt>
    <dgm:pt modelId="{55D26962-8059-44D9-BC9C-5D495F4536F9}" type="pres">
      <dgm:prSet presAssocID="{DA829645-255B-401B-9DEF-97BFDC56A46B}" presName="comp" presStyleCnt="0"/>
      <dgm:spPr/>
    </dgm:pt>
    <dgm:pt modelId="{91D391DD-9DD8-43CB-AF65-DDEFCBCA3BC3}" type="pres">
      <dgm:prSet presAssocID="{DA829645-255B-401B-9DEF-97BFDC56A46B}" presName="box" presStyleLbl="node1" presStyleIdx="0" presStyleCnt="5"/>
      <dgm:spPr/>
    </dgm:pt>
    <dgm:pt modelId="{8C68F421-4DFA-4D11-8991-F653CDC92243}" type="pres">
      <dgm:prSet presAssocID="{DA829645-255B-401B-9DEF-97BFDC56A46B}" presName="img" presStyleLbl="fgImgPlace1" presStyleIdx="0" presStyleCnt="5"/>
      <dgm:spPr>
        <a:blipFill>
          <a:blip xmlns:r="http://schemas.openxmlformats.org/officeDocument/2006/relationships" r:embed="rId1"/>
          <a:srcRect/>
          <a:stretch>
            <a:fillRect l="-4000" r="-4000"/>
          </a:stretch>
        </a:blipFill>
      </dgm:spPr>
    </dgm:pt>
    <dgm:pt modelId="{E3EE992B-21AB-4594-8AC9-D3C0E283C231}" type="pres">
      <dgm:prSet presAssocID="{DA829645-255B-401B-9DEF-97BFDC56A46B}" presName="text" presStyleLbl="node1" presStyleIdx="0" presStyleCnt="5">
        <dgm:presLayoutVars>
          <dgm:bulletEnabled val="1"/>
        </dgm:presLayoutVars>
      </dgm:prSet>
      <dgm:spPr/>
    </dgm:pt>
    <dgm:pt modelId="{9005FD6E-54C7-4A83-B236-C78C653749F7}" type="pres">
      <dgm:prSet presAssocID="{AFE6B5C8-6001-47FE-A846-6919F11867F5}" presName="spacer" presStyleCnt="0"/>
      <dgm:spPr/>
    </dgm:pt>
    <dgm:pt modelId="{AA72C3A6-C137-4DEB-843B-B247C0899C26}" type="pres">
      <dgm:prSet presAssocID="{AE9FC0AA-5736-4D7F-8DB2-9A9D9327D7B0}" presName="comp" presStyleCnt="0"/>
      <dgm:spPr/>
    </dgm:pt>
    <dgm:pt modelId="{AA8C7EC2-A31F-4761-9802-5612C354581F}" type="pres">
      <dgm:prSet presAssocID="{AE9FC0AA-5736-4D7F-8DB2-9A9D9327D7B0}" presName="box" presStyleLbl="node1" presStyleIdx="1" presStyleCnt="5"/>
      <dgm:spPr/>
    </dgm:pt>
    <dgm:pt modelId="{6330527F-0341-4D0D-A4C3-370F898935C7}" type="pres">
      <dgm:prSet presAssocID="{AE9FC0AA-5736-4D7F-8DB2-9A9D9327D7B0}" presName="img" presStyleLbl="fgImgPlace1" presStyleIdx="1" presStyleCnt="5"/>
      <dgm:spPr>
        <a:blipFill>
          <a:blip xmlns:r="http://schemas.openxmlformats.org/officeDocument/2006/relationships" r:embed="rId2"/>
          <a:srcRect/>
          <a:stretch>
            <a:fillRect t="-3000" b="-3000"/>
          </a:stretch>
        </a:blipFill>
      </dgm:spPr>
    </dgm:pt>
    <dgm:pt modelId="{B567D3C5-4AA7-449F-BC79-0688C975EEFD}" type="pres">
      <dgm:prSet presAssocID="{AE9FC0AA-5736-4D7F-8DB2-9A9D9327D7B0}" presName="text" presStyleLbl="node1" presStyleIdx="1" presStyleCnt="5">
        <dgm:presLayoutVars>
          <dgm:bulletEnabled val="1"/>
        </dgm:presLayoutVars>
      </dgm:prSet>
      <dgm:spPr/>
    </dgm:pt>
    <dgm:pt modelId="{A8B939A3-6C57-44FF-A93A-D59149D7AACC}" type="pres">
      <dgm:prSet presAssocID="{44B2E655-A96D-42DF-B4FA-CC285FD70849}" presName="spacer" presStyleCnt="0"/>
      <dgm:spPr/>
    </dgm:pt>
    <dgm:pt modelId="{2A8D0B19-50EA-443C-B9AC-E0482E437CD0}" type="pres">
      <dgm:prSet presAssocID="{7A7D299F-8EF3-4D8D-B7A5-457DB27ED455}" presName="comp" presStyleCnt="0"/>
      <dgm:spPr/>
    </dgm:pt>
    <dgm:pt modelId="{AD94085C-99AA-4BA4-90B6-1C20B2F62335}" type="pres">
      <dgm:prSet presAssocID="{7A7D299F-8EF3-4D8D-B7A5-457DB27ED455}" presName="box" presStyleLbl="node1" presStyleIdx="2" presStyleCnt="5"/>
      <dgm:spPr/>
    </dgm:pt>
    <dgm:pt modelId="{AA6194B8-8242-4EA3-8AD1-0C0F26F655C0}" type="pres">
      <dgm:prSet presAssocID="{7A7D299F-8EF3-4D8D-B7A5-457DB27ED455}" presName="img" presStyleLbl="fgImgPlace1" presStyleIdx="2" presStyleCnt="5"/>
      <dgm:spPr>
        <a:blipFill>
          <a:blip xmlns:r="http://schemas.openxmlformats.org/officeDocument/2006/relationships" r:embed="rId3"/>
          <a:srcRect/>
          <a:stretch>
            <a:fillRect t="-3000" b="-3000"/>
          </a:stretch>
        </a:blipFill>
      </dgm:spPr>
    </dgm:pt>
    <dgm:pt modelId="{938F21E6-E2A0-46B7-B0C2-776AEA39D7DB}" type="pres">
      <dgm:prSet presAssocID="{7A7D299F-8EF3-4D8D-B7A5-457DB27ED455}" presName="text" presStyleLbl="node1" presStyleIdx="2" presStyleCnt="5">
        <dgm:presLayoutVars>
          <dgm:bulletEnabled val="1"/>
        </dgm:presLayoutVars>
      </dgm:prSet>
      <dgm:spPr/>
    </dgm:pt>
    <dgm:pt modelId="{4BE5E37A-DEF8-4AA1-8BB2-767766448D29}" type="pres">
      <dgm:prSet presAssocID="{CB16D2F0-6E8D-4F3C-8979-1C96830F09D8}" presName="spacer" presStyleCnt="0"/>
      <dgm:spPr/>
    </dgm:pt>
    <dgm:pt modelId="{8371613F-F5C8-4C62-9CA9-DDE9EBA74813}" type="pres">
      <dgm:prSet presAssocID="{FDE2C5B2-94B3-40C1-A6D7-058F6900F393}" presName="comp" presStyleCnt="0"/>
      <dgm:spPr/>
    </dgm:pt>
    <dgm:pt modelId="{A5EF31EB-B19E-42DF-A11B-0F891842930D}" type="pres">
      <dgm:prSet presAssocID="{FDE2C5B2-94B3-40C1-A6D7-058F6900F393}" presName="box" presStyleLbl="node1" presStyleIdx="3" presStyleCnt="5"/>
      <dgm:spPr/>
    </dgm:pt>
    <dgm:pt modelId="{69FCD3C8-B725-4A98-A45C-B28194D36137}" type="pres">
      <dgm:prSet presAssocID="{FDE2C5B2-94B3-40C1-A6D7-058F6900F393}" presName="img" presStyleLbl="fgImgPlace1" presStyleIdx="3" presStyleCnt="5"/>
      <dgm:spPr>
        <a:blipFill>
          <a:blip xmlns:r="http://schemas.openxmlformats.org/officeDocument/2006/relationships" r:embed="rId4"/>
          <a:srcRect/>
          <a:stretch>
            <a:fillRect t="-7000" b="-7000"/>
          </a:stretch>
        </a:blipFill>
      </dgm:spPr>
    </dgm:pt>
    <dgm:pt modelId="{E711E563-8BAA-482C-B4F7-00900CA10F6C}" type="pres">
      <dgm:prSet presAssocID="{FDE2C5B2-94B3-40C1-A6D7-058F6900F393}" presName="text" presStyleLbl="node1" presStyleIdx="3" presStyleCnt="5">
        <dgm:presLayoutVars>
          <dgm:bulletEnabled val="1"/>
        </dgm:presLayoutVars>
      </dgm:prSet>
      <dgm:spPr/>
    </dgm:pt>
    <dgm:pt modelId="{355F65C0-328F-4C75-BE7D-F2DB4FC6E4A4}" type="pres">
      <dgm:prSet presAssocID="{0B04995E-8EE8-4E55-AB0B-59A6EC7ED7B5}" presName="spacer" presStyleCnt="0"/>
      <dgm:spPr/>
    </dgm:pt>
    <dgm:pt modelId="{9F436F40-AF0E-47F7-BBDC-7C5167D717E0}" type="pres">
      <dgm:prSet presAssocID="{1EF79CFC-C1BA-478C-A63E-75B73C97686D}" presName="comp" presStyleCnt="0"/>
      <dgm:spPr/>
    </dgm:pt>
    <dgm:pt modelId="{F396F598-86EB-4F43-94B2-57064A74AB7C}" type="pres">
      <dgm:prSet presAssocID="{1EF79CFC-C1BA-478C-A63E-75B73C97686D}" presName="box" presStyleLbl="node1" presStyleIdx="4" presStyleCnt="5"/>
      <dgm:spPr/>
    </dgm:pt>
    <dgm:pt modelId="{9F407BC6-0C44-4AAA-B2DC-D4A33FF19168}" type="pres">
      <dgm:prSet presAssocID="{1EF79CFC-C1BA-478C-A63E-75B73C97686D}" presName="img" presStyleLbl="fgImgPlace1" presStyleIdx="4" presStyleCnt="5"/>
      <dgm:spPr>
        <a:blipFill>
          <a:blip xmlns:r="http://schemas.openxmlformats.org/officeDocument/2006/relationships" r:embed="rId5"/>
          <a:srcRect/>
          <a:stretch>
            <a:fillRect t="-12000" b="-12000"/>
          </a:stretch>
        </a:blipFill>
      </dgm:spPr>
    </dgm:pt>
    <dgm:pt modelId="{C0B78DF9-F39E-4E05-85BD-5F6F6E8E13FC}" type="pres">
      <dgm:prSet presAssocID="{1EF79CFC-C1BA-478C-A63E-75B73C97686D}" presName="text" presStyleLbl="node1" presStyleIdx="4" presStyleCnt="5">
        <dgm:presLayoutVars>
          <dgm:bulletEnabled val="1"/>
        </dgm:presLayoutVars>
      </dgm:prSet>
      <dgm:spPr/>
    </dgm:pt>
  </dgm:ptLst>
  <dgm:cxnLst>
    <dgm:cxn modelId="{BD95DF11-1D31-49E2-827C-281E9906DAE7}" srcId="{BEF5CF3D-4BB9-4D29-AD60-7D2F4858931E}" destId="{1EF79CFC-C1BA-478C-A63E-75B73C97686D}" srcOrd="4" destOrd="0" parTransId="{FCF40E08-01D7-4D91-809A-7E9780CB86BF}" sibTransId="{614F672F-F40D-4B14-B8F9-840B7C22090B}"/>
    <dgm:cxn modelId="{97EC411E-3A11-4C81-A65B-FC803B29FCBB}" type="presOf" srcId="{DA829645-255B-401B-9DEF-97BFDC56A46B}" destId="{91D391DD-9DD8-43CB-AF65-DDEFCBCA3BC3}" srcOrd="0" destOrd="0" presId="urn:microsoft.com/office/officeart/2005/8/layout/vList4"/>
    <dgm:cxn modelId="{9556BC28-4987-4D5A-B608-3E01DEA434BD}" type="presOf" srcId="{B3CFBAB7-D7EE-4169-8779-99FB510DE2E9}" destId="{B567D3C5-4AA7-449F-BC79-0688C975EEFD}" srcOrd="1" destOrd="1" presId="urn:microsoft.com/office/officeart/2005/8/layout/vList4"/>
    <dgm:cxn modelId="{A0C1A629-CAC5-4990-AA6F-5C6BA7394AC2}" srcId="{BEF5CF3D-4BB9-4D29-AD60-7D2F4858931E}" destId="{DA829645-255B-401B-9DEF-97BFDC56A46B}" srcOrd="0" destOrd="0" parTransId="{54658B00-3BC5-4DBE-A911-21D615A1AE25}" sibTransId="{AFE6B5C8-6001-47FE-A846-6919F11867F5}"/>
    <dgm:cxn modelId="{6B2F2B2E-9186-4CA2-92A8-87907C88CD9C}" type="presOf" srcId="{0B17E4B9-F3E3-46B2-AE7F-F1960BD88547}" destId="{938F21E6-E2A0-46B7-B0C2-776AEA39D7DB}" srcOrd="1" destOrd="1" presId="urn:microsoft.com/office/officeart/2005/8/layout/vList4"/>
    <dgm:cxn modelId="{F19F0D36-42F8-4025-9AD4-5150810BB5EE}" type="presOf" srcId="{AE9FC0AA-5736-4D7F-8DB2-9A9D9327D7B0}" destId="{B567D3C5-4AA7-449F-BC79-0688C975EEFD}" srcOrd="1" destOrd="0" presId="urn:microsoft.com/office/officeart/2005/8/layout/vList4"/>
    <dgm:cxn modelId="{7B8B4A3B-747C-4A5C-9B9E-4FDECE04E36F}" type="presOf" srcId="{1EF79CFC-C1BA-478C-A63E-75B73C97686D}" destId="{C0B78DF9-F39E-4E05-85BD-5F6F6E8E13FC}" srcOrd="1" destOrd="0" presId="urn:microsoft.com/office/officeart/2005/8/layout/vList4"/>
    <dgm:cxn modelId="{483EA13C-3790-4045-BACB-CAA74DEA1177}" srcId="{BEF5CF3D-4BB9-4D29-AD60-7D2F4858931E}" destId="{AE9FC0AA-5736-4D7F-8DB2-9A9D9327D7B0}" srcOrd="1" destOrd="0" parTransId="{59650934-A0AF-4ECE-ABCD-FAFBD3D05632}" sibTransId="{44B2E655-A96D-42DF-B4FA-CC285FD70849}"/>
    <dgm:cxn modelId="{77127041-1E80-460B-9A8B-93A7EE4F544E}" type="presOf" srcId="{1EF79CFC-C1BA-478C-A63E-75B73C97686D}" destId="{F396F598-86EB-4F43-94B2-57064A74AB7C}" srcOrd="0" destOrd="0" presId="urn:microsoft.com/office/officeart/2005/8/layout/vList4"/>
    <dgm:cxn modelId="{E41F7062-5978-4154-81AF-F1A5E5050DA1}" srcId="{BEF5CF3D-4BB9-4D29-AD60-7D2F4858931E}" destId="{FDE2C5B2-94B3-40C1-A6D7-058F6900F393}" srcOrd="3" destOrd="0" parTransId="{20DC1652-1436-4BC1-9D00-6B528CD2987F}" sibTransId="{0B04995E-8EE8-4E55-AB0B-59A6EC7ED7B5}"/>
    <dgm:cxn modelId="{CE796647-E262-4968-8FEA-34627C5092F0}" type="presOf" srcId="{0B17E4B9-F3E3-46B2-AE7F-F1960BD88547}" destId="{AD94085C-99AA-4BA4-90B6-1C20B2F62335}" srcOrd="0" destOrd="1" presId="urn:microsoft.com/office/officeart/2005/8/layout/vList4"/>
    <dgm:cxn modelId="{1A331277-5805-48CA-B348-5D2C472566FC}" srcId="{BEF5CF3D-4BB9-4D29-AD60-7D2F4858931E}" destId="{7A7D299F-8EF3-4D8D-B7A5-457DB27ED455}" srcOrd="2" destOrd="0" parTransId="{9D45E1D6-BB15-4451-9235-B8E4A72165CD}" sibTransId="{CB16D2F0-6E8D-4F3C-8979-1C96830F09D8}"/>
    <dgm:cxn modelId="{636C5B7A-BE34-4559-894E-B1E7EE9190E1}" type="presOf" srcId="{ACFC0015-DEFD-420C-8D2D-CBD98A54E1B0}" destId="{A5EF31EB-B19E-42DF-A11B-0F891842930D}" srcOrd="0" destOrd="1" presId="urn:microsoft.com/office/officeart/2005/8/layout/vList4"/>
    <dgm:cxn modelId="{EBE6AC7E-5449-4E55-827E-2F468FD049E6}" type="presOf" srcId="{FDE2C5B2-94B3-40C1-A6D7-058F6900F393}" destId="{A5EF31EB-B19E-42DF-A11B-0F891842930D}" srcOrd="0" destOrd="0" presId="urn:microsoft.com/office/officeart/2005/8/layout/vList4"/>
    <dgm:cxn modelId="{EF192D8B-BB2B-4E34-B0F7-E7F41BBC202E}" type="presOf" srcId="{BEF5CF3D-4BB9-4D29-AD60-7D2F4858931E}" destId="{80E0E13B-E159-4E21-B210-E89AAD67E441}" srcOrd="0" destOrd="0" presId="urn:microsoft.com/office/officeart/2005/8/layout/vList4"/>
    <dgm:cxn modelId="{B383928C-43EF-42A8-9E4A-028EF11E8999}" type="presOf" srcId="{7A7D299F-8EF3-4D8D-B7A5-457DB27ED455}" destId="{AD94085C-99AA-4BA4-90B6-1C20B2F62335}" srcOrd="0" destOrd="0" presId="urn:microsoft.com/office/officeart/2005/8/layout/vList4"/>
    <dgm:cxn modelId="{D393998C-6691-4A87-AC62-2713CFCC7453}" type="presOf" srcId="{E408BD0F-BB5E-4DC1-9C0E-C705F521D8A5}" destId="{F396F598-86EB-4F43-94B2-57064A74AB7C}" srcOrd="0" destOrd="1" presId="urn:microsoft.com/office/officeart/2005/8/layout/vList4"/>
    <dgm:cxn modelId="{244F638D-E763-4A9A-8865-62A4164F4A0F}" srcId="{DA829645-255B-401B-9DEF-97BFDC56A46B}" destId="{C480C3C2-3738-49C0-ADC8-1C7D821450A4}" srcOrd="0" destOrd="0" parTransId="{8DFE6A15-3F3F-4BDC-813F-FAA2B28460B0}" sibTransId="{C05BDD09-13FB-4FC5-948E-7172043DC6B8}"/>
    <dgm:cxn modelId="{4C990B9B-DDAF-4167-BA47-7C0254D81BA2}" srcId="{1EF79CFC-C1BA-478C-A63E-75B73C97686D}" destId="{E408BD0F-BB5E-4DC1-9C0E-C705F521D8A5}" srcOrd="0" destOrd="0" parTransId="{0C836983-4139-4164-B4B7-C5E18C190360}" sibTransId="{2DC19377-E481-4A35-AB3A-53E495B7FDD5}"/>
    <dgm:cxn modelId="{18E3CDA0-00C6-4EF1-A6C4-D96D1012E02D}" srcId="{AE9FC0AA-5736-4D7F-8DB2-9A9D9327D7B0}" destId="{B3CFBAB7-D7EE-4169-8779-99FB510DE2E9}" srcOrd="0" destOrd="0" parTransId="{135FC947-A91E-4C60-A2B4-662130A1F283}" sibTransId="{8D2B849E-3572-42F3-B37B-49D6358B612E}"/>
    <dgm:cxn modelId="{988DC7B6-8022-4DC0-AF4F-C19D27E9C9F7}" type="presOf" srcId="{DA829645-255B-401B-9DEF-97BFDC56A46B}" destId="{E3EE992B-21AB-4594-8AC9-D3C0E283C231}" srcOrd="1" destOrd="0" presId="urn:microsoft.com/office/officeart/2005/8/layout/vList4"/>
    <dgm:cxn modelId="{2BAE74BB-2B07-4E6B-ACF4-DE610A186471}" type="presOf" srcId="{ACFC0015-DEFD-420C-8D2D-CBD98A54E1B0}" destId="{E711E563-8BAA-482C-B4F7-00900CA10F6C}" srcOrd="1" destOrd="1" presId="urn:microsoft.com/office/officeart/2005/8/layout/vList4"/>
    <dgm:cxn modelId="{32AD59BC-077B-4AED-ACB4-31DCDAB4B772}" type="presOf" srcId="{C480C3C2-3738-49C0-ADC8-1C7D821450A4}" destId="{91D391DD-9DD8-43CB-AF65-DDEFCBCA3BC3}" srcOrd="0" destOrd="1" presId="urn:microsoft.com/office/officeart/2005/8/layout/vList4"/>
    <dgm:cxn modelId="{94430EBE-7C4C-4AAC-866C-6047FB25F76D}" type="presOf" srcId="{7A7D299F-8EF3-4D8D-B7A5-457DB27ED455}" destId="{938F21E6-E2A0-46B7-B0C2-776AEA39D7DB}" srcOrd="1" destOrd="0" presId="urn:microsoft.com/office/officeart/2005/8/layout/vList4"/>
    <dgm:cxn modelId="{2F1514C5-2F32-49B6-A507-10CA59E32457}" srcId="{FDE2C5B2-94B3-40C1-A6D7-058F6900F393}" destId="{ACFC0015-DEFD-420C-8D2D-CBD98A54E1B0}" srcOrd="0" destOrd="0" parTransId="{A1C69C2A-C38A-4886-AA2E-6719CF154744}" sibTransId="{6792FF36-7FBF-4ACB-88C9-5C4DC1792218}"/>
    <dgm:cxn modelId="{47F6C4D6-B9B0-4B04-969B-C92AFBD2EC35}" type="presOf" srcId="{B3CFBAB7-D7EE-4169-8779-99FB510DE2E9}" destId="{AA8C7EC2-A31F-4761-9802-5612C354581F}" srcOrd="0" destOrd="1" presId="urn:microsoft.com/office/officeart/2005/8/layout/vList4"/>
    <dgm:cxn modelId="{D87A48D9-EFEA-4F3A-9C12-D8E93CD2956C}" type="presOf" srcId="{E408BD0F-BB5E-4DC1-9C0E-C705F521D8A5}" destId="{C0B78DF9-F39E-4E05-85BD-5F6F6E8E13FC}" srcOrd="1" destOrd="1" presId="urn:microsoft.com/office/officeart/2005/8/layout/vList4"/>
    <dgm:cxn modelId="{C8DB2DE1-81D8-4E1B-9644-F86F30FEC85B}" srcId="{7A7D299F-8EF3-4D8D-B7A5-457DB27ED455}" destId="{0B17E4B9-F3E3-46B2-AE7F-F1960BD88547}" srcOrd="0" destOrd="0" parTransId="{547FF891-7EA8-4C60-BD22-4A03AA1B8CA1}" sibTransId="{71D36961-0771-4749-9980-6B2514FCC578}"/>
    <dgm:cxn modelId="{D5F038E3-8ABC-4365-ADA2-221646D1DE71}" type="presOf" srcId="{C480C3C2-3738-49C0-ADC8-1C7D821450A4}" destId="{E3EE992B-21AB-4594-8AC9-D3C0E283C231}" srcOrd="1" destOrd="1" presId="urn:microsoft.com/office/officeart/2005/8/layout/vList4"/>
    <dgm:cxn modelId="{627C7EE3-0E47-4644-9F4E-BC45F2D8C32B}" type="presOf" srcId="{AE9FC0AA-5736-4D7F-8DB2-9A9D9327D7B0}" destId="{AA8C7EC2-A31F-4761-9802-5612C354581F}" srcOrd="0" destOrd="0" presId="urn:microsoft.com/office/officeart/2005/8/layout/vList4"/>
    <dgm:cxn modelId="{83DCECEC-C804-4689-8AB2-3AE4D0132B24}" type="presOf" srcId="{FDE2C5B2-94B3-40C1-A6D7-058F6900F393}" destId="{E711E563-8BAA-482C-B4F7-00900CA10F6C}" srcOrd="1" destOrd="0" presId="urn:microsoft.com/office/officeart/2005/8/layout/vList4"/>
    <dgm:cxn modelId="{A470EB78-30E0-4D80-A362-A23331CCE060}" type="presParOf" srcId="{80E0E13B-E159-4E21-B210-E89AAD67E441}" destId="{55D26962-8059-44D9-BC9C-5D495F4536F9}" srcOrd="0" destOrd="0" presId="urn:microsoft.com/office/officeart/2005/8/layout/vList4"/>
    <dgm:cxn modelId="{4E69D5AE-6180-4507-A073-665C63501795}" type="presParOf" srcId="{55D26962-8059-44D9-BC9C-5D495F4536F9}" destId="{91D391DD-9DD8-43CB-AF65-DDEFCBCA3BC3}" srcOrd="0" destOrd="0" presId="urn:microsoft.com/office/officeart/2005/8/layout/vList4"/>
    <dgm:cxn modelId="{526A0526-24E1-4FC4-B7D5-7D8263928A91}" type="presParOf" srcId="{55D26962-8059-44D9-BC9C-5D495F4536F9}" destId="{8C68F421-4DFA-4D11-8991-F653CDC92243}" srcOrd="1" destOrd="0" presId="urn:microsoft.com/office/officeart/2005/8/layout/vList4"/>
    <dgm:cxn modelId="{4E639385-0B59-418D-B237-1F549586B7F3}" type="presParOf" srcId="{55D26962-8059-44D9-BC9C-5D495F4536F9}" destId="{E3EE992B-21AB-4594-8AC9-D3C0E283C231}" srcOrd="2" destOrd="0" presId="urn:microsoft.com/office/officeart/2005/8/layout/vList4"/>
    <dgm:cxn modelId="{5F57DC26-D2B8-4F13-A789-2C92519E7483}" type="presParOf" srcId="{80E0E13B-E159-4E21-B210-E89AAD67E441}" destId="{9005FD6E-54C7-4A83-B236-C78C653749F7}" srcOrd="1" destOrd="0" presId="urn:microsoft.com/office/officeart/2005/8/layout/vList4"/>
    <dgm:cxn modelId="{840BCC9A-D75B-4740-A7E8-D5C0F99194CB}" type="presParOf" srcId="{80E0E13B-E159-4E21-B210-E89AAD67E441}" destId="{AA72C3A6-C137-4DEB-843B-B247C0899C26}" srcOrd="2" destOrd="0" presId="urn:microsoft.com/office/officeart/2005/8/layout/vList4"/>
    <dgm:cxn modelId="{C66C2FE2-E9CA-4406-80CF-88622B5F5C72}" type="presParOf" srcId="{AA72C3A6-C137-4DEB-843B-B247C0899C26}" destId="{AA8C7EC2-A31F-4761-9802-5612C354581F}" srcOrd="0" destOrd="0" presId="urn:microsoft.com/office/officeart/2005/8/layout/vList4"/>
    <dgm:cxn modelId="{16BBA2A2-7C1E-4F54-AB9D-D279D34A727F}" type="presParOf" srcId="{AA72C3A6-C137-4DEB-843B-B247C0899C26}" destId="{6330527F-0341-4D0D-A4C3-370F898935C7}" srcOrd="1" destOrd="0" presId="urn:microsoft.com/office/officeart/2005/8/layout/vList4"/>
    <dgm:cxn modelId="{4BBAA7F1-4640-4323-B7E8-5B998A2DD310}" type="presParOf" srcId="{AA72C3A6-C137-4DEB-843B-B247C0899C26}" destId="{B567D3C5-4AA7-449F-BC79-0688C975EEFD}" srcOrd="2" destOrd="0" presId="urn:microsoft.com/office/officeart/2005/8/layout/vList4"/>
    <dgm:cxn modelId="{211743BC-68F5-4D22-851D-A6C511C1474C}" type="presParOf" srcId="{80E0E13B-E159-4E21-B210-E89AAD67E441}" destId="{A8B939A3-6C57-44FF-A93A-D59149D7AACC}" srcOrd="3" destOrd="0" presId="urn:microsoft.com/office/officeart/2005/8/layout/vList4"/>
    <dgm:cxn modelId="{2CA772CA-B7C3-45D7-B392-E397FD31488D}" type="presParOf" srcId="{80E0E13B-E159-4E21-B210-E89AAD67E441}" destId="{2A8D0B19-50EA-443C-B9AC-E0482E437CD0}" srcOrd="4" destOrd="0" presId="urn:microsoft.com/office/officeart/2005/8/layout/vList4"/>
    <dgm:cxn modelId="{D28823F2-0752-4751-898C-F9F92B14E67B}" type="presParOf" srcId="{2A8D0B19-50EA-443C-B9AC-E0482E437CD0}" destId="{AD94085C-99AA-4BA4-90B6-1C20B2F62335}" srcOrd="0" destOrd="0" presId="urn:microsoft.com/office/officeart/2005/8/layout/vList4"/>
    <dgm:cxn modelId="{5A2E034B-F450-47CC-8DBE-6AA6B2C233F3}" type="presParOf" srcId="{2A8D0B19-50EA-443C-B9AC-E0482E437CD0}" destId="{AA6194B8-8242-4EA3-8AD1-0C0F26F655C0}" srcOrd="1" destOrd="0" presId="urn:microsoft.com/office/officeart/2005/8/layout/vList4"/>
    <dgm:cxn modelId="{95AC1614-D1AF-424A-A2FB-408AC364C983}" type="presParOf" srcId="{2A8D0B19-50EA-443C-B9AC-E0482E437CD0}" destId="{938F21E6-E2A0-46B7-B0C2-776AEA39D7DB}" srcOrd="2" destOrd="0" presId="urn:microsoft.com/office/officeart/2005/8/layout/vList4"/>
    <dgm:cxn modelId="{94BDB24B-8E20-4937-9E16-90A9C8882A3C}" type="presParOf" srcId="{80E0E13B-E159-4E21-B210-E89AAD67E441}" destId="{4BE5E37A-DEF8-4AA1-8BB2-767766448D29}" srcOrd="5" destOrd="0" presId="urn:microsoft.com/office/officeart/2005/8/layout/vList4"/>
    <dgm:cxn modelId="{5933CE11-3A96-44D6-9E56-E8E27D445DF4}" type="presParOf" srcId="{80E0E13B-E159-4E21-B210-E89AAD67E441}" destId="{8371613F-F5C8-4C62-9CA9-DDE9EBA74813}" srcOrd="6" destOrd="0" presId="urn:microsoft.com/office/officeart/2005/8/layout/vList4"/>
    <dgm:cxn modelId="{7B495AF0-4F19-4AB5-99E1-4B5BEF0033E8}" type="presParOf" srcId="{8371613F-F5C8-4C62-9CA9-DDE9EBA74813}" destId="{A5EF31EB-B19E-42DF-A11B-0F891842930D}" srcOrd="0" destOrd="0" presId="urn:microsoft.com/office/officeart/2005/8/layout/vList4"/>
    <dgm:cxn modelId="{84D96708-8811-4A6B-AEFB-C7D5166CC726}" type="presParOf" srcId="{8371613F-F5C8-4C62-9CA9-DDE9EBA74813}" destId="{69FCD3C8-B725-4A98-A45C-B28194D36137}" srcOrd="1" destOrd="0" presId="urn:microsoft.com/office/officeart/2005/8/layout/vList4"/>
    <dgm:cxn modelId="{C9C9AC4C-33AF-4BEA-8535-BAEF470E412B}" type="presParOf" srcId="{8371613F-F5C8-4C62-9CA9-DDE9EBA74813}" destId="{E711E563-8BAA-482C-B4F7-00900CA10F6C}" srcOrd="2" destOrd="0" presId="urn:microsoft.com/office/officeart/2005/8/layout/vList4"/>
    <dgm:cxn modelId="{C091CC4E-D560-4E36-87F1-206CCAC42C1D}" type="presParOf" srcId="{80E0E13B-E159-4E21-B210-E89AAD67E441}" destId="{355F65C0-328F-4C75-BE7D-F2DB4FC6E4A4}" srcOrd="7" destOrd="0" presId="urn:microsoft.com/office/officeart/2005/8/layout/vList4"/>
    <dgm:cxn modelId="{21314067-7EF3-4A97-8704-BCB00A12DDC7}" type="presParOf" srcId="{80E0E13B-E159-4E21-B210-E89AAD67E441}" destId="{9F436F40-AF0E-47F7-BBDC-7C5167D717E0}" srcOrd="8" destOrd="0" presId="urn:microsoft.com/office/officeart/2005/8/layout/vList4"/>
    <dgm:cxn modelId="{ACCE0EF4-E116-4D6C-8ABC-11AE8B494C78}" type="presParOf" srcId="{9F436F40-AF0E-47F7-BBDC-7C5167D717E0}" destId="{F396F598-86EB-4F43-94B2-57064A74AB7C}" srcOrd="0" destOrd="0" presId="urn:microsoft.com/office/officeart/2005/8/layout/vList4"/>
    <dgm:cxn modelId="{347F56D4-9626-499E-9EDE-1F0184AEE50F}" type="presParOf" srcId="{9F436F40-AF0E-47F7-BBDC-7C5167D717E0}" destId="{9F407BC6-0C44-4AAA-B2DC-D4A33FF19168}" srcOrd="1" destOrd="0" presId="urn:microsoft.com/office/officeart/2005/8/layout/vList4"/>
    <dgm:cxn modelId="{9058F4E1-2392-475B-B07E-A01F5AB29850}" type="presParOf" srcId="{9F436F40-AF0E-47F7-BBDC-7C5167D717E0}" destId="{C0B78DF9-F39E-4E05-85BD-5F6F6E8E13FC}"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25AC0D3-6041-49E2-9ADF-71DD938E8C0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fr-FR"/>
        </a:p>
      </dgm:t>
    </dgm:pt>
    <dgm:pt modelId="{E7867B85-0E3D-4AD3-B0CE-EA52C0479937}">
      <dgm:prSet phldrT="[Texte]"/>
      <dgm:spPr/>
      <dgm:t>
        <a:bodyPr/>
        <a:lstStyle/>
        <a:p>
          <a:r>
            <a:rPr lang="fr-FR" dirty="0">
              <a:solidFill>
                <a:schemeClr val="bg1"/>
              </a:solidFill>
            </a:rPr>
            <a:t>ML classique </a:t>
          </a:r>
          <a:r>
            <a:rPr lang="fr-FR" dirty="0"/>
            <a:t>(</a:t>
          </a:r>
          <a:r>
            <a:rPr lang="fr-FR" dirty="0" err="1"/>
            <a:t>sklearn</a:t>
          </a:r>
          <a:r>
            <a:rPr lang="fr-FR" dirty="0"/>
            <a:t>, </a:t>
          </a:r>
          <a:r>
            <a:rPr lang="fr-FR" dirty="0" err="1"/>
            <a:t>XGBoost</a:t>
          </a:r>
          <a:r>
            <a:rPr lang="fr-FR" dirty="0"/>
            <a:t>)</a:t>
          </a:r>
        </a:p>
      </dgm:t>
    </dgm:pt>
    <dgm:pt modelId="{2A01B45C-0890-4973-8F4E-0B91AD0B62F2}" type="parTrans" cxnId="{766C565F-39C9-44F3-8157-C906825C6D37}">
      <dgm:prSet/>
      <dgm:spPr/>
      <dgm:t>
        <a:bodyPr/>
        <a:lstStyle/>
        <a:p>
          <a:endParaRPr lang="fr-FR"/>
        </a:p>
      </dgm:t>
    </dgm:pt>
    <dgm:pt modelId="{852F4A2E-9229-44E7-B878-D74C29627911}" type="sibTrans" cxnId="{766C565F-39C9-44F3-8157-C906825C6D37}">
      <dgm:prSet/>
      <dgm:spPr/>
      <dgm:t>
        <a:bodyPr/>
        <a:lstStyle/>
        <a:p>
          <a:endParaRPr lang="fr-FR"/>
        </a:p>
      </dgm:t>
    </dgm:pt>
    <dgm:pt modelId="{4037ED02-55D2-4E5C-B320-5EEFF610B5A0}">
      <dgm:prSet phldrT="[Texte]"/>
      <dgm:spPr/>
      <dgm:t>
        <a:bodyPr/>
        <a:lstStyle/>
        <a:p>
          <a:r>
            <a:rPr lang="fr-FR" dirty="0"/>
            <a:t>Mieux adapté</a:t>
          </a:r>
        </a:p>
      </dgm:t>
    </dgm:pt>
    <dgm:pt modelId="{DA04CF2D-C2DE-4453-98E5-7C0A01D838AD}" type="parTrans" cxnId="{ED505092-0311-4C82-AC8C-57C0654776E5}">
      <dgm:prSet/>
      <dgm:spPr/>
      <dgm:t>
        <a:bodyPr/>
        <a:lstStyle/>
        <a:p>
          <a:endParaRPr lang="fr-FR"/>
        </a:p>
      </dgm:t>
    </dgm:pt>
    <dgm:pt modelId="{93C4DD46-BEAA-4A4D-A73D-CE6416BD2644}" type="sibTrans" cxnId="{ED505092-0311-4C82-AC8C-57C0654776E5}">
      <dgm:prSet/>
      <dgm:spPr/>
      <dgm:t>
        <a:bodyPr/>
        <a:lstStyle/>
        <a:p>
          <a:endParaRPr lang="fr-FR"/>
        </a:p>
      </dgm:t>
    </dgm:pt>
    <dgm:pt modelId="{6785C7DE-3970-4536-8B7B-53B89D5DD19E}">
      <dgm:prSet phldrT="[Texte]"/>
      <dgm:spPr/>
      <dgm:t>
        <a:bodyPr/>
        <a:lstStyle/>
        <a:p>
          <a:r>
            <a:rPr lang="fr-FR" dirty="0"/>
            <a:t>Faible coût</a:t>
          </a:r>
        </a:p>
      </dgm:t>
    </dgm:pt>
    <dgm:pt modelId="{CE6CD1E5-FBEE-4675-89F8-1E7B5C123D74}" type="parTrans" cxnId="{0ABF65D9-CC42-4C86-B919-54C7A1BC2909}">
      <dgm:prSet/>
      <dgm:spPr/>
    </dgm:pt>
    <dgm:pt modelId="{4CC78E68-DDF8-4681-B7BE-B432CC2B8DA1}" type="sibTrans" cxnId="{0ABF65D9-CC42-4C86-B919-54C7A1BC2909}">
      <dgm:prSet/>
      <dgm:spPr/>
    </dgm:pt>
    <dgm:pt modelId="{CC666427-F899-41CF-88D0-F53B2883297B}">
      <dgm:prSet phldrT="[Texte]"/>
      <dgm:spPr/>
      <dgm:t>
        <a:bodyPr/>
        <a:lstStyle/>
        <a:p>
          <a:r>
            <a:rPr lang="fr-FR" dirty="0"/>
            <a:t>Forte explicabilité</a:t>
          </a:r>
        </a:p>
      </dgm:t>
    </dgm:pt>
    <dgm:pt modelId="{D5604864-641E-482B-B94F-A82D3F6A1A46}" type="parTrans" cxnId="{FA5C774C-481E-4757-876C-E5C8A9FD5DB1}">
      <dgm:prSet/>
      <dgm:spPr/>
    </dgm:pt>
    <dgm:pt modelId="{1B2B0E45-7FA4-4956-BFF9-F8E0678255C3}" type="sibTrans" cxnId="{FA5C774C-481E-4757-876C-E5C8A9FD5DB1}">
      <dgm:prSet/>
      <dgm:spPr/>
    </dgm:pt>
    <dgm:pt modelId="{E807F244-681E-47AC-B4B7-97CB26AC8BD8}" type="pres">
      <dgm:prSet presAssocID="{725AC0D3-6041-49E2-9ADF-71DD938E8C02}" presName="linear" presStyleCnt="0">
        <dgm:presLayoutVars>
          <dgm:dir/>
          <dgm:resizeHandles val="exact"/>
        </dgm:presLayoutVars>
      </dgm:prSet>
      <dgm:spPr/>
    </dgm:pt>
    <dgm:pt modelId="{7E25613B-3D51-442B-9096-4564308E870F}" type="pres">
      <dgm:prSet presAssocID="{E7867B85-0E3D-4AD3-B0CE-EA52C0479937}" presName="comp" presStyleCnt="0"/>
      <dgm:spPr/>
    </dgm:pt>
    <dgm:pt modelId="{11C0BECD-7BB0-4EAE-9054-6BE62628CE7B}" type="pres">
      <dgm:prSet presAssocID="{E7867B85-0E3D-4AD3-B0CE-EA52C0479937}" presName="box" presStyleLbl="node1" presStyleIdx="0" presStyleCnt="1"/>
      <dgm:spPr/>
    </dgm:pt>
    <dgm:pt modelId="{FE884BB6-3BB4-4383-AAEA-1E2B70C9BFDD}" type="pres">
      <dgm:prSet presAssocID="{E7867B85-0E3D-4AD3-B0CE-EA52C0479937}" presName="img" presStyleLbl="fgImgPlace1" presStyleIdx="0" presStyleCnt="1"/>
      <dgm:spPr>
        <a:blipFill>
          <a:blip xmlns:r="http://schemas.openxmlformats.org/officeDocument/2006/relationships" r:embed="rId1"/>
          <a:srcRect/>
          <a:stretch>
            <a:fillRect t="-14000" b="-14000"/>
          </a:stretch>
        </a:blipFill>
      </dgm:spPr>
    </dgm:pt>
    <dgm:pt modelId="{0BEAECF3-4159-4D12-8CCB-04A931665E12}" type="pres">
      <dgm:prSet presAssocID="{E7867B85-0E3D-4AD3-B0CE-EA52C0479937}" presName="text" presStyleLbl="node1" presStyleIdx="0" presStyleCnt="1">
        <dgm:presLayoutVars>
          <dgm:bulletEnabled val="1"/>
        </dgm:presLayoutVars>
      </dgm:prSet>
      <dgm:spPr/>
    </dgm:pt>
  </dgm:ptLst>
  <dgm:cxnLst>
    <dgm:cxn modelId="{55AF3013-307E-4DD1-8250-474A1D466FCC}" type="presOf" srcId="{4037ED02-55D2-4E5C-B320-5EEFF610B5A0}" destId="{11C0BECD-7BB0-4EAE-9054-6BE62628CE7B}" srcOrd="0" destOrd="1" presId="urn:microsoft.com/office/officeart/2005/8/layout/vList4"/>
    <dgm:cxn modelId="{747C9C1E-DD70-4373-9898-F08C13D659DE}" type="presOf" srcId="{725AC0D3-6041-49E2-9ADF-71DD938E8C02}" destId="{E807F244-681E-47AC-B4B7-97CB26AC8BD8}" srcOrd="0" destOrd="0" presId="urn:microsoft.com/office/officeart/2005/8/layout/vList4"/>
    <dgm:cxn modelId="{F69AD728-3E84-4267-BD87-0AB895ECF17B}" type="presOf" srcId="{4037ED02-55D2-4E5C-B320-5EEFF610B5A0}" destId="{0BEAECF3-4159-4D12-8CCB-04A931665E12}" srcOrd="1" destOrd="1" presId="urn:microsoft.com/office/officeart/2005/8/layout/vList4"/>
    <dgm:cxn modelId="{766C565F-39C9-44F3-8157-C906825C6D37}" srcId="{725AC0D3-6041-49E2-9ADF-71DD938E8C02}" destId="{E7867B85-0E3D-4AD3-B0CE-EA52C0479937}" srcOrd="0" destOrd="0" parTransId="{2A01B45C-0890-4973-8F4E-0B91AD0B62F2}" sibTransId="{852F4A2E-9229-44E7-B878-D74C29627911}"/>
    <dgm:cxn modelId="{FA5C774C-481E-4757-876C-E5C8A9FD5DB1}" srcId="{E7867B85-0E3D-4AD3-B0CE-EA52C0479937}" destId="{CC666427-F899-41CF-88D0-F53B2883297B}" srcOrd="2" destOrd="0" parTransId="{D5604864-641E-482B-B94F-A82D3F6A1A46}" sibTransId="{1B2B0E45-7FA4-4956-BFF9-F8E0678255C3}"/>
    <dgm:cxn modelId="{3FC02079-B214-4D01-B6EB-2114872C8A54}" type="presOf" srcId="{6785C7DE-3970-4536-8B7B-53B89D5DD19E}" destId="{0BEAECF3-4159-4D12-8CCB-04A931665E12}" srcOrd="1" destOrd="2" presId="urn:microsoft.com/office/officeart/2005/8/layout/vList4"/>
    <dgm:cxn modelId="{8078B581-C517-475D-9C35-9D2E6A4EED17}" type="presOf" srcId="{CC666427-F899-41CF-88D0-F53B2883297B}" destId="{0BEAECF3-4159-4D12-8CCB-04A931665E12}" srcOrd="1" destOrd="3" presId="urn:microsoft.com/office/officeart/2005/8/layout/vList4"/>
    <dgm:cxn modelId="{ED505092-0311-4C82-AC8C-57C0654776E5}" srcId="{E7867B85-0E3D-4AD3-B0CE-EA52C0479937}" destId="{4037ED02-55D2-4E5C-B320-5EEFF610B5A0}" srcOrd="0" destOrd="0" parTransId="{DA04CF2D-C2DE-4453-98E5-7C0A01D838AD}" sibTransId="{93C4DD46-BEAA-4A4D-A73D-CE6416BD2644}"/>
    <dgm:cxn modelId="{5BAFF3C0-771A-42E0-8891-AB432C9B1D23}" type="presOf" srcId="{E7867B85-0E3D-4AD3-B0CE-EA52C0479937}" destId="{0BEAECF3-4159-4D12-8CCB-04A931665E12}" srcOrd="1" destOrd="0" presId="urn:microsoft.com/office/officeart/2005/8/layout/vList4"/>
    <dgm:cxn modelId="{0B722CCC-7D87-4C3C-86F0-74598CA84170}" type="presOf" srcId="{6785C7DE-3970-4536-8B7B-53B89D5DD19E}" destId="{11C0BECD-7BB0-4EAE-9054-6BE62628CE7B}" srcOrd="0" destOrd="2" presId="urn:microsoft.com/office/officeart/2005/8/layout/vList4"/>
    <dgm:cxn modelId="{83B307CF-4497-4A65-B55D-E10B9A6A357B}" type="presOf" srcId="{CC666427-F899-41CF-88D0-F53B2883297B}" destId="{11C0BECD-7BB0-4EAE-9054-6BE62628CE7B}" srcOrd="0" destOrd="3" presId="urn:microsoft.com/office/officeart/2005/8/layout/vList4"/>
    <dgm:cxn modelId="{0ABF65D9-CC42-4C86-B919-54C7A1BC2909}" srcId="{E7867B85-0E3D-4AD3-B0CE-EA52C0479937}" destId="{6785C7DE-3970-4536-8B7B-53B89D5DD19E}" srcOrd="1" destOrd="0" parTransId="{CE6CD1E5-FBEE-4675-89F8-1E7B5C123D74}" sibTransId="{4CC78E68-DDF8-4681-B7BE-B432CC2B8DA1}"/>
    <dgm:cxn modelId="{1D3E64EE-914D-4E00-B433-36320751187D}" type="presOf" srcId="{E7867B85-0E3D-4AD3-B0CE-EA52C0479937}" destId="{11C0BECD-7BB0-4EAE-9054-6BE62628CE7B}" srcOrd="0" destOrd="0" presId="urn:microsoft.com/office/officeart/2005/8/layout/vList4"/>
    <dgm:cxn modelId="{A5DD2FAD-21D0-4121-9917-70F4416A379A}" type="presParOf" srcId="{E807F244-681E-47AC-B4B7-97CB26AC8BD8}" destId="{7E25613B-3D51-442B-9096-4564308E870F}" srcOrd="0" destOrd="0" presId="urn:microsoft.com/office/officeart/2005/8/layout/vList4"/>
    <dgm:cxn modelId="{25AB0465-C298-4C96-A3B2-E97C169C9DB5}" type="presParOf" srcId="{7E25613B-3D51-442B-9096-4564308E870F}" destId="{11C0BECD-7BB0-4EAE-9054-6BE62628CE7B}" srcOrd="0" destOrd="0" presId="urn:microsoft.com/office/officeart/2005/8/layout/vList4"/>
    <dgm:cxn modelId="{01042775-630F-48F8-A632-28FDD8E92E55}" type="presParOf" srcId="{7E25613B-3D51-442B-9096-4564308E870F}" destId="{FE884BB6-3BB4-4383-AAEA-1E2B70C9BFDD}" srcOrd="1" destOrd="0" presId="urn:microsoft.com/office/officeart/2005/8/layout/vList4"/>
    <dgm:cxn modelId="{C9F06581-B301-4B20-879A-FF72A560A218}" type="presParOf" srcId="{7E25613B-3D51-442B-9096-4564308E870F}" destId="{0BEAECF3-4159-4D12-8CCB-04A931665E12}"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69C9C98-44C7-4333-92E2-B4E60E2016B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fr-FR"/>
        </a:p>
      </dgm:t>
    </dgm:pt>
    <dgm:pt modelId="{BE98F867-EA4A-41EC-97D2-4DAC2EE9F868}">
      <dgm:prSet phldrT="[Texte]"/>
      <dgm:spPr/>
      <dgm:t>
        <a:bodyPr/>
        <a:lstStyle/>
        <a:p>
          <a:r>
            <a:rPr lang="fr-FR" b="0" dirty="0" err="1">
              <a:solidFill>
                <a:schemeClr val="bg1"/>
              </a:solidFill>
              <a:effectLst/>
              <a:latin typeface="Biennale" panose="00000500000000000000" pitchFamily="2" charset="0"/>
              <a:ea typeface="+mn-ea"/>
              <a:cs typeface="+mn-cs"/>
            </a:rPr>
            <a:t>LogisticRegression</a:t>
          </a:r>
          <a:endParaRPr lang="fr-FR" dirty="0">
            <a:solidFill>
              <a:schemeClr val="bg1"/>
            </a:solidFill>
          </a:endParaRPr>
        </a:p>
      </dgm:t>
    </dgm:pt>
    <dgm:pt modelId="{A4F7BFDB-3A4B-4703-8C0B-715DEE837589}" type="parTrans" cxnId="{4FD9E97A-87C2-4061-BD6B-8D76D37A6B38}">
      <dgm:prSet/>
      <dgm:spPr/>
      <dgm:t>
        <a:bodyPr/>
        <a:lstStyle/>
        <a:p>
          <a:endParaRPr lang="fr-FR"/>
        </a:p>
      </dgm:t>
    </dgm:pt>
    <dgm:pt modelId="{AC9CB862-C881-4507-9986-76326B8B6A3C}" type="sibTrans" cxnId="{4FD9E97A-87C2-4061-BD6B-8D76D37A6B38}">
      <dgm:prSet/>
      <dgm:spPr/>
      <dgm:t>
        <a:bodyPr/>
        <a:lstStyle/>
        <a:p>
          <a:endParaRPr lang="fr-FR"/>
        </a:p>
      </dgm:t>
    </dgm:pt>
    <dgm:pt modelId="{0D8D639A-36F3-429D-B44B-052356E6FCE2}">
      <dgm:prSet phldrT="[Texte]"/>
      <dgm:spPr/>
      <dgm:t>
        <a:bodyPr/>
        <a:lstStyle/>
        <a:p>
          <a:r>
            <a:rPr lang="fr-FR" dirty="0">
              <a:solidFill>
                <a:schemeClr val="bg1"/>
              </a:solidFill>
            </a:rPr>
            <a:t>Baseline robuste, rapide et stable</a:t>
          </a:r>
        </a:p>
      </dgm:t>
    </dgm:pt>
    <dgm:pt modelId="{A998C0F6-B813-4E94-B13F-94E4669F92AA}" type="parTrans" cxnId="{C6450C75-5B94-49DB-B9C7-E6EFCC46635E}">
      <dgm:prSet/>
      <dgm:spPr/>
      <dgm:t>
        <a:bodyPr/>
        <a:lstStyle/>
        <a:p>
          <a:endParaRPr lang="fr-FR"/>
        </a:p>
      </dgm:t>
    </dgm:pt>
    <dgm:pt modelId="{092C24D1-EA40-4D9D-B54D-05855270184D}" type="sibTrans" cxnId="{C6450C75-5B94-49DB-B9C7-E6EFCC46635E}">
      <dgm:prSet/>
      <dgm:spPr/>
      <dgm:t>
        <a:bodyPr/>
        <a:lstStyle/>
        <a:p>
          <a:endParaRPr lang="fr-FR"/>
        </a:p>
      </dgm:t>
    </dgm:pt>
    <dgm:pt modelId="{AABB6680-CE41-4807-B762-906A5F13A735}">
      <dgm:prSet phldrT="[Texte]"/>
      <dgm:spPr/>
      <dgm:t>
        <a:bodyPr/>
        <a:lstStyle/>
        <a:p>
          <a:r>
            <a:rPr lang="fr-FR" dirty="0">
              <a:solidFill>
                <a:schemeClr val="bg1"/>
              </a:solidFill>
            </a:rPr>
            <a:t>Coût entrainement : </a:t>
          </a:r>
          <a:r>
            <a:rPr lang="fr-FR" b="0" dirty="0">
              <a:solidFill>
                <a:schemeClr val="bg1"/>
              </a:solidFill>
              <a:effectLst/>
              <a:latin typeface="Biennale" panose="00000500000000000000" pitchFamily="2" charset="0"/>
              <a:ea typeface="+mn-ea"/>
              <a:cs typeface="+mn-cs"/>
            </a:rPr>
            <a:t>faible</a:t>
          </a:r>
          <a:endParaRPr lang="fr-FR" dirty="0">
            <a:solidFill>
              <a:schemeClr val="bg1"/>
            </a:solidFill>
          </a:endParaRPr>
        </a:p>
      </dgm:t>
    </dgm:pt>
    <dgm:pt modelId="{B7AAAFAB-9619-41AD-B9A7-0D8C68B36C56}" type="parTrans" cxnId="{7FAC401B-0DB4-4059-BEBA-909F587FE1C7}">
      <dgm:prSet/>
      <dgm:spPr/>
      <dgm:t>
        <a:bodyPr/>
        <a:lstStyle/>
        <a:p>
          <a:endParaRPr lang="fr-FR"/>
        </a:p>
      </dgm:t>
    </dgm:pt>
    <dgm:pt modelId="{026E277B-64E0-41FA-9F8B-EC2DE25A765A}" type="sibTrans" cxnId="{7FAC401B-0DB4-4059-BEBA-909F587FE1C7}">
      <dgm:prSet/>
      <dgm:spPr/>
      <dgm:t>
        <a:bodyPr/>
        <a:lstStyle/>
        <a:p>
          <a:endParaRPr lang="fr-FR"/>
        </a:p>
      </dgm:t>
    </dgm:pt>
    <dgm:pt modelId="{72FDE992-D4DE-4C59-B8C3-02FF0FC6F656}">
      <dgm:prSet phldrT="[Texte]"/>
      <dgm:spPr/>
      <dgm:t>
        <a:bodyPr/>
        <a:lstStyle/>
        <a:p>
          <a:r>
            <a:rPr lang="fr-FR" b="0" dirty="0" err="1">
              <a:solidFill>
                <a:schemeClr val="bg1"/>
              </a:solidFill>
              <a:effectLst/>
              <a:latin typeface="Biennale" panose="00000500000000000000" pitchFamily="2" charset="0"/>
              <a:ea typeface="+mn-ea"/>
              <a:cs typeface="+mn-cs"/>
            </a:rPr>
            <a:t>XGBoost</a:t>
          </a:r>
          <a:r>
            <a:rPr lang="fr-FR" b="0" dirty="0">
              <a:solidFill>
                <a:schemeClr val="bg1"/>
              </a:solidFill>
              <a:effectLst/>
              <a:latin typeface="Biennale" panose="00000500000000000000" pitchFamily="2" charset="0"/>
              <a:ea typeface="+mn-ea"/>
              <a:cs typeface="+mn-cs"/>
            </a:rPr>
            <a:t> Classifier </a:t>
          </a:r>
          <a:endParaRPr lang="fr-FR" dirty="0">
            <a:solidFill>
              <a:schemeClr val="bg1"/>
            </a:solidFill>
          </a:endParaRPr>
        </a:p>
      </dgm:t>
    </dgm:pt>
    <dgm:pt modelId="{AC3B58FC-6166-465C-A373-9366766BFC8A}" type="parTrans" cxnId="{7DCA6592-4F61-4201-81DC-5811190E2DC5}">
      <dgm:prSet/>
      <dgm:spPr/>
      <dgm:t>
        <a:bodyPr/>
        <a:lstStyle/>
        <a:p>
          <a:endParaRPr lang="fr-FR"/>
        </a:p>
      </dgm:t>
    </dgm:pt>
    <dgm:pt modelId="{C66CAD92-8C4C-4104-9723-8D5FFE923CB5}" type="sibTrans" cxnId="{7DCA6592-4F61-4201-81DC-5811190E2DC5}">
      <dgm:prSet/>
      <dgm:spPr/>
      <dgm:t>
        <a:bodyPr/>
        <a:lstStyle/>
        <a:p>
          <a:endParaRPr lang="fr-FR"/>
        </a:p>
      </dgm:t>
    </dgm:pt>
    <dgm:pt modelId="{CD85C2E8-5400-4F4B-B1B5-32CF05E0CC74}">
      <dgm:prSet phldrT="[Texte]"/>
      <dgm:spPr/>
      <dgm:t>
        <a:bodyPr/>
        <a:lstStyle/>
        <a:p>
          <a:r>
            <a:rPr lang="fr-FR" b="0" dirty="0">
              <a:solidFill>
                <a:schemeClr val="bg1"/>
              </a:solidFill>
              <a:effectLst/>
              <a:latin typeface="Biennale" panose="00000500000000000000" pitchFamily="2" charset="0"/>
              <a:ea typeface="+mn-ea"/>
              <a:cs typeface="+mn-cs"/>
            </a:rPr>
            <a:t>Très bon compromis attendu sur tabulaire </a:t>
          </a:r>
          <a:endParaRPr lang="fr-FR" dirty="0">
            <a:solidFill>
              <a:schemeClr val="bg1"/>
            </a:solidFill>
          </a:endParaRPr>
        </a:p>
      </dgm:t>
    </dgm:pt>
    <dgm:pt modelId="{08D0B837-85BA-487D-94AB-22C26C91A0A3}" type="parTrans" cxnId="{A4936779-2F46-49DD-8209-E92378AB3AAA}">
      <dgm:prSet/>
      <dgm:spPr/>
      <dgm:t>
        <a:bodyPr/>
        <a:lstStyle/>
        <a:p>
          <a:endParaRPr lang="fr-FR"/>
        </a:p>
      </dgm:t>
    </dgm:pt>
    <dgm:pt modelId="{DBAA65E8-B671-416D-A090-290CF176C510}" type="sibTrans" cxnId="{A4936779-2F46-49DD-8209-E92378AB3AAA}">
      <dgm:prSet/>
      <dgm:spPr/>
      <dgm:t>
        <a:bodyPr/>
        <a:lstStyle/>
        <a:p>
          <a:endParaRPr lang="fr-FR"/>
        </a:p>
      </dgm:t>
    </dgm:pt>
    <dgm:pt modelId="{AE3F2617-AAA0-4946-9B2D-1F4DF0B1E9BD}">
      <dgm:prSet phldrT="[Texte]"/>
      <dgm:spPr/>
      <dgm:t>
        <a:bodyPr/>
        <a:lstStyle/>
        <a:p>
          <a:r>
            <a:rPr lang="fr-FR" dirty="0">
              <a:solidFill>
                <a:schemeClr val="bg1"/>
              </a:solidFill>
            </a:rPr>
            <a:t>Coût entrainement : </a:t>
          </a:r>
          <a:r>
            <a:rPr lang="fr-FR" b="0" dirty="0">
              <a:solidFill>
                <a:schemeClr val="bg1"/>
              </a:solidFill>
              <a:effectLst/>
              <a:latin typeface="Biennale" panose="00000500000000000000" pitchFamily="2" charset="0"/>
              <a:ea typeface="+mn-ea"/>
              <a:cs typeface="+mn-cs"/>
            </a:rPr>
            <a:t>moyen à élevé </a:t>
          </a:r>
          <a:endParaRPr lang="fr-FR" dirty="0">
            <a:solidFill>
              <a:schemeClr val="bg1"/>
            </a:solidFill>
          </a:endParaRPr>
        </a:p>
      </dgm:t>
    </dgm:pt>
    <dgm:pt modelId="{79679022-F0BB-4797-AFAE-EB47567C9C12}" type="parTrans" cxnId="{2FD7263C-0709-41A5-AF25-774E359D04B5}">
      <dgm:prSet/>
      <dgm:spPr/>
      <dgm:t>
        <a:bodyPr/>
        <a:lstStyle/>
        <a:p>
          <a:endParaRPr lang="fr-FR"/>
        </a:p>
      </dgm:t>
    </dgm:pt>
    <dgm:pt modelId="{E5BE1E8C-40A2-4F9A-93AA-DB615A82FFF2}" type="sibTrans" cxnId="{2FD7263C-0709-41A5-AF25-774E359D04B5}">
      <dgm:prSet/>
      <dgm:spPr/>
      <dgm:t>
        <a:bodyPr/>
        <a:lstStyle/>
        <a:p>
          <a:endParaRPr lang="fr-FR"/>
        </a:p>
      </dgm:t>
    </dgm:pt>
    <dgm:pt modelId="{E1713A45-9626-423C-9B47-8A70B0C3135F}">
      <dgm:prSet phldrT="[Texte]"/>
      <dgm:spPr/>
      <dgm:t>
        <a:bodyPr/>
        <a:lstStyle/>
        <a:p>
          <a:r>
            <a:rPr lang="fr-FR" dirty="0">
              <a:solidFill>
                <a:schemeClr val="bg1"/>
              </a:solidFill>
            </a:rPr>
            <a:t>Coût inférence : </a:t>
          </a:r>
          <a:r>
            <a:rPr lang="fr-FR" b="0" dirty="0">
              <a:solidFill>
                <a:schemeClr val="bg1"/>
              </a:solidFill>
              <a:effectLst/>
              <a:latin typeface="Biennale" panose="00000500000000000000" pitchFamily="2" charset="0"/>
              <a:ea typeface="+mn-ea"/>
              <a:cs typeface="+mn-cs"/>
            </a:rPr>
            <a:t>faible</a:t>
          </a:r>
          <a:endParaRPr lang="fr-FR" dirty="0">
            <a:solidFill>
              <a:schemeClr val="bg1"/>
            </a:solidFill>
          </a:endParaRPr>
        </a:p>
      </dgm:t>
    </dgm:pt>
    <dgm:pt modelId="{446E5BBC-AF09-49AC-8F3B-0B664CD8957C}" type="parTrans" cxnId="{4043C15A-BF25-4D6E-AC5B-FB666F168C99}">
      <dgm:prSet/>
      <dgm:spPr/>
      <dgm:t>
        <a:bodyPr/>
        <a:lstStyle/>
        <a:p>
          <a:endParaRPr lang="fr-FR"/>
        </a:p>
      </dgm:t>
    </dgm:pt>
    <dgm:pt modelId="{5142F942-CE9F-4745-983F-4ED79F6717E4}" type="sibTrans" cxnId="{4043C15A-BF25-4D6E-AC5B-FB666F168C99}">
      <dgm:prSet/>
      <dgm:spPr/>
      <dgm:t>
        <a:bodyPr/>
        <a:lstStyle/>
        <a:p>
          <a:endParaRPr lang="fr-FR"/>
        </a:p>
      </dgm:t>
    </dgm:pt>
    <dgm:pt modelId="{63C93B55-B09B-447F-997A-1354CB08B0BC}">
      <dgm:prSet phldrT="[Texte]"/>
      <dgm:spPr/>
      <dgm:t>
        <a:bodyPr/>
        <a:lstStyle/>
        <a:p>
          <a:r>
            <a:rPr lang="fr-FR" dirty="0">
              <a:solidFill>
                <a:schemeClr val="bg1"/>
              </a:solidFill>
            </a:rPr>
            <a:t>Explicabilité : </a:t>
          </a:r>
          <a:r>
            <a:rPr lang="fr-FR" b="0" dirty="0">
              <a:solidFill>
                <a:schemeClr val="bg1"/>
              </a:solidFill>
              <a:effectLst/>
              <a:latin typeface="Biennale" panose="00000500000000000000" pitchFamily="2" charset="0"/>
              <a:ea typeface="+mn-ea"/>
              <a:cs typeface="+mn-cs"/>
            </a:rPr>
            <a:t>élevée</a:t>
          </a:r>
          <a:endParaRPr lang="fr-FR" dirty="0">
            <a:solidFill>
              <a:schemeClr val="bg1"/>
            </a:solidFill>
          </a:endParaRPr>
        </a:p>
      </dgm:t>
    </dgm:pt>
    <dgm:pt modelId="{2C2117C9-FFFF-4E36-BB3E-2B4C9F4D975B}" type="parTrans" cxnId="{A51D20BC-AAAD-41A7-AEE7-A69B7C0CFC49}">
      <dgm:prSet/>
      <dgm:spPr/>
      <dgm:t>
        <a:bodyPr/>
        <a:lstStyle/>
        <a:p>
          <a:endParaRPr lang="fr-FR"/>
        </a:p>
      </dgm:t>
    </dgm:pt>
    <dgm:pt modelId="{400900C4-868A-4F52-AD77-DC975B043A98}" type="sibTrans" cxnId="{A51D20BC-AAAD-41A7-AEE7-A69B7C0CFC49}">
      <dgm:prSet/>
      <dgm:spPr/>
      <dgm:t>
        <a:bodyPr/>
        <a:lstStyle/>
        <a:p>
          <a:endParaRPr lang="fr-FR"/>
        </a:p>
      </dgm:t>
    </dgm:pt>
    <dgm:pt modelId="{A246A125-1C16-4061-8BC3-160B7C0242FA}">
      <dgm:prSet/>
      <dgm:spPr/>
      <dgm:t>
        <a:bodyPr/>
        <a:lstStyle/>
        <a:p>
          <a:r>
            <a:rPr lang="fr-FR" dirty="0">
              <a:solidFill>
                <a:schemeClr val="bg1"/>
              </a:solidFill>
            </a:rPr>
            <a:t>Coût inférence : </a:t>
          </a:r>
          <a:r>
            <a:rPr lang="fr-FR" b="0" dirty="0">
              <a:solidFill>
                <a:schemeClr val="bg1"/>
              </a:solidFill>
              <a:effectLst/>
              <a:latin typeface="Biennale" panose="00000500000000000000" pitchFamily="2" charset="0"/>
              <a:ea typeface="+mn-ea"/>
              <a:cs typeface="+mn-cs"/>
            </a:rPr>
            <a:t>moyen</a:t>
          </a:r>
          <a:endParaRPr lang="fr-FR" dirty="0">
            <a:solidFill>
              <a:schemeClr val="bg1"/>
            </a:solidFill>
          </a:endParaRPr>
        </a:p>
      </dgm:t>
    </dgm:pt>
    <dgm:pt modelId="{78481F41-FA9C-4A8F-B590-BBB37E9F83A2}" type="parTrans" cxnId="{B7DB5F62-2934-4EE2-B662-18ED3C52410A}">
      <dgm:prSet/>
      <dgm:spPr/>
      <dgm:t>
        <a:bodyPr/>
        <a:lstStyle/>
        <a:p>
          <a:endParaRPr lang="fr-FR"/>
        </a:p>
      </dgm:t>
    </dgm:pt>
    <dgm:pt modelId="{A5967302-504F-4ACA-A759-C0913E73BB05}" type="sibTrans" cxnId="{B7DB5F62-2934-4EE2-B662-18ED3C52410A}">
      <dgm:prSet/>
      <dgm:spPr/>
      <dgm:t>
        <a:bodyPr/>
        <a:lstStyle/>
        <a:p>
          <a:endParaRPr lang="fr-FR"/>
        </a:p>
      </dgm:t>
    </dgm:pt>
    <dgm:pt modelId="{E3762B01-5EF8-4668-9AE6-DCD76D764580}">
      <dgm:prSet/>
      <dgm:spPr/>
      <dgm:t>
        <a:bodyPr/>
        <a:lstStyle/>
        <a:p>
          <a:r>
            <a:rPr lang="fr-FR" dirty="0">
              <a:solidFill>
                <a:schemeClr val="bg1"/>
              </a:solidFill>
            </a:rPr>
            <a:t>Explicabilité : </a:t>
          </a:r>
          <a:r>
            <a:rPr lang="fr-FR" b="0" dirty="0">
              <a:solidFill>
                <a:schemeClr val="bg1"/>
              </a:solidFill>
              <a:effectLst/>
              <a:latin typeface="Biennale" panose="00000500000000000000" pitchFamily="2" charset="0"/>
              <a:ea typeface="+mn-ea"/>
              <a:cs typeface="+mn-cs"/>
            </a:rPr>
            <a:t>moyenne</a:t>
          </a:r>
          <a:endParaRPr lang="fr-FR" dirty="0">
            <a:solidFill>
              <a:schemeClr val="bg1"/>
            </a:solidFill>
          </a:endParaRPr>
        </a:p>
      </dgm:t>
    </dgm:pt>
    <dgm:pt modelId="{22060973-1D22-4CE9-9099-262B1A4692E7}" type="parTrans" cxnId="{7070DDF5-7E05-4AE4-98B2-3D540628725F}">
      <dgm:prSet/>
      <dgm:spPr/>
      <dgm:t>
        <a:bodyPr/>
        <a:lstStyle/>
        <a:p>
          <a:endParaRPr lang="fr-FR"/>
        </a:p>
      </dgm:t>
    </dgm:pt>
    <dgm:pt modelId="{7B26FFEE-3C9E-478C-B574-EC3734D6088A}" type="sibTrans" cxnId="{7070DDF5-7E05-4AE4-98B2-3D540628725F}">
      <dgm:prSet/>
      <dgm:spPr/>
      <dgm:t>
        <a:bodyPr/>
        <a:lstStyle/>
        <a:p>
          <a:endParaRPr lang="fr-FR"/>
        </a:p>
      </dgm:t>
    </dgm:pt>
    <dgm:pt modelId="{3679550C-5EF1-434C-BDE1-3B9F1784A0DE}" type="pres">
      <dgm:prSet presAssocID="{D69C9C98-44C7-4333-92E2-B4E60E2016B2}" presName="linear" presStyleCnt="0">
        <dgm:presLayoutVars>
          <dgm:dir/>
          <dgm:resizeHandles val="exact"/>
        </dgm:presLayoutVars>
      </dgm:prSet>
      <dgm:spPr/>
    </dgm:pt>
    <dgm:pt modelId="{96501CD6-BADB-4FD6-8C68-0398832F5431}" type="pres">
      <dgm:prSet presAssocID="{BE98F867-EA4A-41EC-97D2-4DAC2EE9F868}" presName="comp" presStyleCnt="0"/>
      <dgm:spPr/>
    </dgm:pt>
    <dgm:pt modelId="{E1FB9D9B-F891-44A0-B3FD-46C17F502D2D}" type="pres">
      <dgm:prSet presAssocID="{BE98F867-EA4A-41EC-97D2-4DAC2EE9F868}" presName="box" presStyleLbl="node1" presStyleIdx="0" presStyleCnt="2"/>
      <dgm:spPr/>
    </dgm:pt>
    <dgm:pt modelId="{D69FE342-AE73-4489-8829-1DB4B3302555}" type="pres">
      <dgm:prSet presAssocID="{BE98F867-EA4A-41EC-97D2-4DAC2EE9F868}" presName="img" presStyleLbl="fgImgPlace1" presStyleIdx="0" presStyleCnt="2"/>
      <dgm:spPr>
        <a:blipFill>
          <a:blip xmlns:r="http://schemas.openxmlformats.org/officeDocument/2006/relationships" r:embed="rId1"/>
          <a:srcRect/>
          <a:stretch>
            <a:fillRect l="-11000" r="-11000"/>
          </a:stretch>
        </a:blipFill>
      </dgm:spPr>
    </dgm:pt>
    <dgm:pt modelId="{1B21403F-38AA-4A14-BA4D-242CBC1DFDF6}" type="pres">
      <dgm:prSet presAssocID="{BE98F867-EA4A-41EC-97D2-4DAC2EE9F868}" presName="text" presStyleLbl="node1" presStyleIdx="0" presStyleCnt="2">
        <dgm:presLayoutVars>
          <dgm:bulletEnabled val="1"/>
        </dgm:presLayoutVars>
      </dgm:prSet>
      <dgm:spPr/>
    </dgm:pt>
    <dgm:pt modelId="{E43C24B0-AC1F-4346-80CB-D11A0AA5CFF3}" type="pres">
      <dgm:prSet presAssocID="{AC9CB862-C881-4507-9986-76326B8B6A3C}" presName="spacer" presStyleCnt="0"/>
      <dgm:spPr/>
    </dgm:pt>
    <dgm:pt modelId="{7610DC09-5C1E-4E8C-9F3C-97164DF94112}" type="pres">
      <dgm:prSet presAssocID="{72FDE992-D4DE-4C59-B8C3-02FF0FC6F656}" presName="comp" presStyleCnt="0"/>
      <dgm:spPr/>
    </dgm:pt>
    <dgm:pt modelId="{E7B84DDC-2D57-4C8D-8FBA-FFD4A91D0415}" type="pres">
      <dgm:prSet presAssocID="{72FDE992-D4DE-4C59-B8C3-02FF0FC6F656}" presName="box" presStyleLbl="node1" presStyleIdx="1" presStyleCnt="2"/>
      <dgm:spPr/>
    </dgm:pt>
    <dgm:pt modelId="{F3EE645B-FD9E-4910-9069-15FA165E8D42}" type="pres">
      <dgm:prSet presAssocID="{72FDE992-D4DE-4C59-B8C3-02FF0FC6F656}" presName="img" presStyleLbl="fgImgPlace1" presStyleIdx="1" presStyleCnt="2"/>
      <dgm:spPr>
        <a:blipFill>
          <a:blip xmlns:r="http://schemas.openxmlformats.org/officeDocument/2006/relationships" r:embed="rId2"/>
          <a:srcRect/>
          <a:stretch>
            <a:fillRect l="-5000" r="-5000"/>
          </a:stretch>
        </a:blipFill>
      </dgm:spPr>
    </dgm:pt>
    <dgm:pt modelId="{6481A447-F885-465F-92C6-69EE5D3B0D17}" type="pres">
      <dgm:prSet presAssocID="{72FDE992-D4DE-4C59-B8C3-02FF0FC6F656}" presName="text" presStyleLbl="node1" presStyleIdx="1" presStyleCnt="2">
        <dgm:presLayoutVars>
          <dgm:bulletEnabled val="1"/>
        </dgm:presLayoutVars>
      </dgm:prSet>
      <dgm:spPr/>
    </dgm:pt>
  </dgm:ptLst>
  <dgm:cxnLst>
    <dgm:cxn modelId="{504B4105-66AA-4473-AE1F-0B3FB5031E4D}" type="presOf" srcId="{AE3F2617-AAA0-4946-9B2D-1F4DF0B1E9BD}" destId="{E7B84DDC-2D57-4C8D-8FBA-FFD4A91D0415}" srcOrd="0" destOrd="2" presId="urn:microsoft.com/office/officeart/2005/8/layout/vList4"/>
    <dgm:cxn modelId="{F4EA6208-7287-4916-BB56-0D049D444900}" type="presOf" srcId="{E1713A45-9626-423C-9B47-8A70B0C3135F}" destId="{E1FB9D9B-F891-44A0-B3FD-46C17F502D2D}" srcOrd="0" destOrd="3" presId="urn:microsoft.com/office/officeart/2005/8/layout/vList4"/>
    <dgm:cxn modelId="{B806810E-935A-4BB0-81B1-81A0430031D5}" type="presOf" srcId="{A246A125-1C16-4061-8BC3-160B7C0242FA}" destId="{E7B84DDC-2D57-4C8D-8FBA-FFD4A91D0415}" srcOrd="0" destOrd="3" presId="urn:microsoft.com/office/officeart/2005/8/layout/vList4"/>
    <dgm:cxn modelId="{7FAC401B-0DB4-4059-BEBA-909F587FE1C7}" srcId="{BE98F867-EA4A-41EC-97D2-4DAC2EE9F868}" destId="{AABB6680-CE41-4807-B762-906A5F13A735}" srcOrd="1" destOrd="0" parTransId="{B7AAAFAB-9619-41AD-B9A7-0D8C68B36C56}" sibTransId="{026E277B-64E0-41FA-9F8B-EC2DE25A765A}"/>
    <dgm:cxn modelId="{0350931F-DC1E-4A9D-A50E-F980980AF2FC}" type="presOf" srcId="{E1713A45-9626-423C-9B47-8A70B0C3135F}" destId="{1B21403F-38AA-4A14-BA4D-242CBC1DFDF6}" srcOrd="1" destOrd="3" presId="urn:microsoft.com/office/officeart/2005/8/layout/vList4"/>
    <dgm:cxn modelId="{9F1F3C28-A4F2-4073-8AA6-0C86BB9F6FE4}" type="presOf" srcId="{CD85C2E8-5400-4F4B-B1B5-32CF05E0CC74}" destId="{E7B84DDC-2D57-4C8D-8FBA-FFD4A91D0415}" srcOrd="0" destOrd="1" presId="urn:microsoft.com/office/officeart/2005/8/layout/vList4"/>
    <dgm:cxn modelId="{302C0829-24C6-47BE-BC2E-EAD07ED4390C}" type="presOf" srcId="{CD85C2E8-5400-4F4B-B1B5-32CF05E0CC74}" destId="{6481A447-F885-465F-92C6-69EE5D3B0D17}" srcOrd="1" destOrd="1" presId="urn:microsoft.com/office/officeart/2005/8/layout/vList4"/>
    <dgm:cxn modelId="{9933DE2A-09D2-429E-9655-25F0C08871A9}" type="presOf" srcId="{72FDE992-D4DE-4C59-B8C3-02FF0FC6F656}" destId="{E7B84DDC-2D57-4C8D-8FBA-FFD4A91D0415}" srcOrd="0" destOrd="0" presId="urn:microsoft.com/office/officeart/2005/8/layout/vList4"/>
    <dgm:cxn modelId="{224C7639-9B9D-421F-9BE6-8FEE75FEFB46}" type="presOf" srcId="{AABB6680-CE41-4807-B762-906A5F13A735}" destId="{E1FB9D9B-F891-44A0-B3FD-46C17F502D2D}" srcOrd="0" destOrd="2" presId="urn:microsoft.com/office/officeart/2005/8/layout/vList4"/>
    <dgm:cxn modelId="{2FD7263C-0709-41A5-AF25-774E359D04B5}" srcId="{72FDE992-D4DE-4C59-B8C3-02FF0FC6F656}" destId="{AE3F2617-AAA0-4946-9B2D-1F4DF0B1E9BD}" srcOrd="1" destOrd="0" parTransId="{79679022-F0BB-4797-AFAE-EB47567C9C12}" sibTransId="{E5BE1E8C-40A2-4F9A-93AA-DB615A82FFF2}"/>
    <dgm:cxn modelId="{61BDDF3D-0203-4A48-885E-52FAF18C5DC0}" type="presOf" srcId="{AABB6680-CE41-4807-B762-906A5F13A735}" destId="{1B21403F-38AA-4A14-BA4D-242CBC1DFDF6}" srcOrd="1" destOrd="2" presId="urn:microsoft.com/office/officeart/2005/8/layout/vList4"/>
    <dgm:cxn modelId="{5DBE0741-01AB-4CDB-9CC5-1E423A688EC1}" type="presOf" srcId="{0D8D639A-36F3-429D-B44B-052356E6FCE2}" destId="{1B21403F-38AA-4A14-BA4D-242CBC1DFDF6}" srcOrd="1" destOrd="1" presId="urn:microsoft.com/office/officeart/2005/8/layout/vList4"/>
    <dgm:cxn modelId="{B7DB5F62-2934-4EE2-B662-18ED3C52410A}" srcId="{72FDE992-D4DE-4C59-B8C3-02FF0FC6F656}" destId="{A246A125-1C16-4061-8BC3-160B7C0242FA}" srcOrd="2" destOrd="0" parTransId="{78481F41-FA9C-4A8F-B590-BBB37E9F83A2}" sibTransId="{A5967302-504F-4ACA-A759-C0913E73BB05}"/>
    <dgm:cxn modelId="{F947E644-365C-4BB2-B7EA-62F38F82FAA8}" type="presOf" srcId="{0D8D639A-36F3-429D-B44B-052356E6FCE2}" destId="{E1FB9D9B-F891-44A0-B3FD-46C17F502D2D}" srcOrd="0" destOrd="1" presId="urn:microsoft.com/office/officeart/2005/8/layout/vList4"/>
    <dgm:cxn modelId="{D8400C50-5E07-4C60-8E5E-C413C940E698}" type="presOf" srcId="{E3762B01-5EF8-4668-9AE6-DCD76D764580}" destId="{E7B84DDC-2D57-4C8D-8FBA-FFD4A91D0415}" srcOrd="0" destOrd="4" presId="urn:microsoft.com/office/officeart/2005/8/layout/vList4"/>
    <dgm:cxn modelId="{C6450C75-5B94-49DB-B9C7-E6EFCC46635E}" srcId="{BE98F867-EA4A-41EC-97D2-4DAC2EE9F868}" destId="{0D8D639A-36F3-429D-B44B-052356E6FCE2}" srcOrd="0" destOrd="0" parTransId="{A998C0F6-B813-4E94-B13F-94E4669F92AA}" sibTransId="{092C24D1-EA40-4D9D-B54D-05855270184D}"/>
    <dgm:cxn modelId="{56F56157-B717-4E1D-B77B-A5ECE681B35A}" type="presOf" srcId="{63C93B55-B09B-447F-997A-1354CB08B0BC}" destId="{E1FB9D9B-F891-44A0-B3FD-46C17F502D2D}" srcOrd="0" destOrd="4" presId="urn:microsoft.com/office/officeart/2005/8/layout/vList4"/>
    <dgm:cxn modelId="{A4936779-2F46-49DD-8209-E92378AB3AAA}" srcId="{72FDE992-D4DE-4C59-B8C3-02FF0FC6F656}" destId="{CD85C2E8-5400-4F4B-B1B5-32CF05E0CC74}" srcOrd="0" destOrd="0" parTransId="{08D0B837-85BA-487D-94AB-22C26C91A0A3}" sibTransId="{DBAA65E8-B671-416D-A090-290CF176C510}"/>
    <dgm:cxn modelId="{4043C15A-BF25-4D6E-AC5B-FB666F168C99}" srcId="{BE98F867-EA4A-41EC-97D2-4DAC2EE9F868}" destId="{E1713A45-9626-423C-9B47-8A70B0C3135F}" srcOrd="2" destOrd="0" parTransId="{446E5BBC-AF09-49AC-8F3B-0B664CD8957C}" sibTransId="{5142F942-CE9F-4745-983F-4ED79F6717E4}"/>
    <dgm:cxn modelId="{4FD9E97A-87C2-4061-BD6B-8D76D37A6B38}" srcId="{D69C9C98-44C7-4333-92E2-B4E60E2016B2}" destId="{BE98F867-EA4A-41EC-97D2-4DAC2EE9F868}" srcOrd="0" destOrd="0" parTransId="{A4F7BFDB-3A4B-4703-8C0B-715DEE837589}" sibTransId="{AC9CB862-C881-4507-9986-76326B8B6A3C}"/>
    <dgm:cxn modelId="{E936B68B-5BD9-48EB-802F-DED7D708C14D}" type="presOf" srcId="{BE98F867-EA4A-41EC-97D2-4DAC2EE9F868}" destId="{1B21403F-38AA-4A14-BA4D-242CBC1DFDF6}" srcOrd="1" destOrd="0" presId="urn:microsoft.com/office/officeart/2005/8/layout/vList4"/>
    <dgm:cxn modelId="{7DCA6592-4F61-4201-81DC-5811190E2DC5}" srcId="{D69C9C98-44C7-4333-92E2-B4E60E2016B2}" destId="{72FDE992-D4DE-4C59-B8C3-02FF0FC6F656}" srcOrd="1" destOrd="0" parTransId="{AC3B58FC-6166-465C-A373-9366766BFC8A}" sibTransId="{C66CAD92-8C4C-4104-9723-8D5FFE923CB5}"/>
    <dgm:cxn modelId="{DF2AD093-09EF-4D9D-9847-D7562B11DF0D}" type="presOf" srcId="{BE98F867-EA4A-41EC-97D2-4DAC2EE9F868}" destId="{E1FB9D9B-F891-44A0-B3FD-46C17F502D2D}" srcOrd="0" destOrd="0" presId="urn:microsoft.com/office/officeart/2005/8/layout/vList4"/>
    <dgm:cxn modelId="{DA0827BA-3DDA-4B76-A1E7-B3CD34FC0F98}" type="presOf" srcId="{D69C9C98-44C7-4333-92E2-B4E60E2016B2}" destId="{3679550C-5EF1-434C-BDE1-3B9F1784A0DE}" srcOrd="0" destOrd="0" presId="urn:microsoft.com/office/officeart/2005/8/layout/vList4"/>
    <dgm:cxn modelId="{A51D20BC-AAAD-41A7-AEE7-A69B7C0CFC49}" srcId="{BE98F867-EA4A-41EC-97D2-4DAC2EE9F868}" destId="{63C93B55-B09B-447F-997A-1354CB08B0BC}" srcOrd="3" destOrd="0" parTransId="{2C2117C9-FFFF-4E36-BB3E-2B4C9F4D975B}" sibTransId="{400900C4-868A-4F52-AD77-DC975B043A98}"/>
    <dgm:cxn modelId="{3AB770C7-7F09-4AE3-BD73-529FD9CBE716}" type="presOf" srcId="{72FDE992-D4DE-4C59-B8C3-02FF0FC6F656}" destId="{6481A447-F885-465F-92C6-69EE5D3B0D17}" srcOrd="1" destOrd="0" presId="urn:microsoft.com/office/officeart/2005/8/layout/vList4"/>
    <dgm:cxn modelId="{10CD4ECA-9563-4F85-AD45-7FEAA6F6EC89}" type="presOf" srcId="{AE3F2617-AAA0-4946-9B2D-1F4DF0B1E9BD}" destId="{6481A447-F885-465F-92C6-69EE5D3B0D17}" srcOrd="1" destOrd="2" presId="urn:microsoft.com/office/officeart/2005/8/layout/vList4"/>
    <dgm:cxn modelId="{49A33ED5-2411-47C3-88BB-43544E790E1A}" type="presOf" srcId="{63C93B55-B09B-447F-997A-1354CB08B0BC}" destId="{1B21403F-38AA-4A14-BA4D-242CBC1DFDF6}" srcOrd="1" destOrd="4" presId="urn:microsoft.com/office/officeart/2005/8/layout/vList4"/>
    <dgm:cxn modelId="{68CDBFEC-69D9-455B-A7AB-24508F303A66}" type="presOf" srcId="{E3762B01-5EF8-4668-9AE6-DCD76D764580}" destId="{6481A447-F885-465F-92C6-69EE5D3B0D17}" srcOrd="1" destOrd="4" presId="urn:microsoft.com/office/officeart/2005/8/layout/vList4"/>
    <dgm:cxn modelId="{5E242FF0-5A1D-4715-8C87-6F99620B7533}" type="presOf" srcId="{A246A125-1C16-4061-8BC3-160B7C0242FA}" destId="{6481A447-F885-465F-92C6-69EE5D3B0D17}" srcOrd="1" destOrd="3" presId="urn:microsoft.com/office/officeart/2005/8/layout/vList4"/>
    <dgm:cxn modelId="{7070DDF5-7E05-4AE4-98B2-3D540628725F}" srcId="{72FDE992-D4DE-4C59-B8C3-02FF0FC6F656}" destId="{E3762B01-5EF8-4668-9AE6-DCD76D764580}" srcOrd="3" destOrd="0" parTransId="{22060973-1D22-4CE9-9099-262B1A4692E7}" sibTransId="{7B26FFEE-3C9E-478C-B574-EC3734D6088A}"/>
    <dgm:cxn modelId="{C84B1984-4D46-4DC5-867D-D7DC26C4997D}" type="presParOf" srcId="{3679550C-5EF1-434C-BDE1-3B9F1784A0DE}" destId="{96501CD6-BADB-4FD6-8C68-0398832F5431}" srcOrd="0" destOrd="0" presId="urn:microsoft.com/office/officeart/2005/8/layout/vList4"/>
    <dgm:cxn modelId="{1974C061-7B65-47C8-9E19-91FFA69B318E}" type="presParOf" srcId="{96501CD6-BADB-4FD6-8C68-0398832F5431}" destId="{E1FB9D9B-F891-44A0-B3FD-46C17F502D2D}" srcOrd="0" destOrd="0" presId="urn:microsoft.com/office/officeart/2005/8/layout/vList4"/>
    <dgm:cxn modelId="{9BD0BE93-1319-4EB9-9EF7-F82FC22F787D}" type="presParOf" srcId="{96501CD6-BADB-4FD6-8C68-0398832F5431}" destId="{D69FE342-AE73-4489-8829-1DB4B3302555}" srcOrd="1" destOrd="0" presId="urn:microsoft.com/office/officeart/2005/8/layout/vList4"/>
    <dgm:cxn modelId="{B5396A89-868D-42D4-B609-540F355FA103}" type="presParOf" srcId="{96501CD6-BADB-4FD6-8C68-0398832F5431}" destId="{1B21403F-38AA-4A14-BA4D-242CBC1DFDF6}" srcOrd="2" destOrd="0" presId="urn:microsoft.com/office/officeart/2005/8/layout/vList4"/>
    <dgm:cxn modelId="{5FD239DF-BDA3-46F7-AB3F-CFFA5A82035F}" type="presParOf" srcId="{3679550C-5EF1-434C-BDE1-3B9F1784A0DE}" destId="{E43C24B0-AC1F-4346-80CB-D11A0AA5CFF3}" srcOrd="1" destOrd="0" presId="urn:microsoft.com/office/officeart/2005/8/layout/vList4"/>
    <dgm:cxn modelId="{69D130AC-1890-4AA2-8F54-9AA5F86BF313}" type="presParOf" srcId="{3679550C-5EF1-434C-BDE1-3B9F1784A0DE}" destId="{7610DC09-5C1E-4E8C-9F3C-97164DF94112}" srcOrd="2" destOrd="0" presId="urn:microsoft.com/office/officeart/2005/8/layout/vList4"/>
    <dgm:cxn modelId="{77AC4A68-76A9-4166-B77A-96763E8C2AE7}" type="presParOf" srcId="{7610DC09-5C1E-4E8C-9F3C-97164DF94112}" destId="{E7B84DDC-2D57-4C8D-8FBA-FFD4A91D0415}" srcOrd="0" destOrd="0" presId="urn:microsoft.com/office/officeart/2005/8/layout/vList4"/>
    <dgm:cxn modelId="{D1D0C31E-00F7-47E5-8ACA-50F500D7CFB1}" type="presParOf" srcId="{7610DC09-5C1E-4E8C-9F3C-97164DF94112}" destId="{F3EE645B-FD9E-4910-9069-15FA165E8D42}" srcOrd="1" destOrd="0" presId="urn:microsoft.com/office/officeart/2005/8/layout/vList4"/>
    <dgm:cxn modelId="{2141AB87-1ACB-4E89-AD05-C2644180E958}" type="presParOf" srcId="{7610DC09-5C1E-4E8C-9F3C-97164DF94112}" destId="{6481A447-F885-465F-92C6-69EE5D3B0D17}" srcOrd="2" destOrd="0" presId="urn:microsoft.com/office/officeart/2005/8/layout/vList4"/>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69C9C98-44C7-4333-92E2-B4E60E2016B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fr-FR"/>
        </a:p>
      </dgm:t>
    </dgm:pt>
    <dgm:pt modelId="{21D785E4-183F-4434-A160-18B1D55C021E}">
      <dgm:prSet phldrT="[Texte]"/>
      <dgm:spPr/>
      <dgm:t>
        <a:bodyPr/>
        <a:lstStyle/>
        <a:p>
          <a:r>
            <a:rPr lang="fr-FR" b="0" dirty="0" err="1">
              <a:solidFill>
                <a:schemeClr val="bg1"/>
              </a:solidFill>
              <a:effectLst/>
              <a:latin typeface="Biennale" panose="00000500000000000000" pitchFamily="2" charset="0"/>
              <a:ea typeface="+mn-ea"/>
              <a:cs typeface="+mn-cs"/>
            </a:rPr>
            <a:t>LightGBM</a:t>
          </a:r>
          <a:r>
            <a:rPr lang="fr-FR" b="0" dirty="0">
              <a:solidFill>
                <a:schemeClr val="bg1"/>
              </a:solidFill>
              <a:effectLst/>
              <a:latin typeface="Biennale" panose="00000500000000000000" pitchFamily="2" charset="0"/>
              <a:ea typeface="+mn-ea"/>
              <a:cs typeface="+mn-cs"/>
            </a:rPr>
            <a:t> Classifier </a:t>
          </a:r>
          <a:endParaRPr lang="fr-FR" dirty="0">
            <a:solidFill>
              <a:schemeClr val="bg1"/>
            </a:solidFill>
          </a:endParaRPr>
        </a:p>
      </dgm:t>
    </dgm:pt>
    <dgm:pt modelId="{E8759289-F6E2-41E9-BA86-4D156D2E7EC8}" type="parTrans" cxnId="{F3DF334A-F3E3-4740-9B0C-E89BE6C7E352}">
      <dgm:prSet/>
      <dgm:spPr/>
      <dgm:t>
        <a:bodyPr/>
        <a:lstStyle/>
        <a:p>
          <a:endParaRPr lang="fr-FR"/>
        </a:p>
      </dgm:t>
    </dgm:pt>
    <dgm:pt modelId="{18D6971D-C75D-40D6-A8BE-B33C83DB4011}" type="sibTrans" cxnId="{F3DF334A-F3E3-4740-9B0C-E89BE6C7E352}">
      <dgm:prSet/>
      <dgm:spPr/>
      <dgm:t>
        <a:bodyPr/>
        <a:lstStyle/>
        <a:p>
          <a:endParaRPr lang="fr-FR"/>
        </a:p>
      </dgm:t>
    </dgm:pt>
    <dgm:pt modelId="{F3243540-AEC1-488B-BEDA-EB36FB27BF71}">
      <dgm:prSet phldrT="[Texte]" phldr="0"/>
      <dgm:spPr/>
      <dgm:t>
        <a:bodyPr/>
        <a:lstStyle/>
        <a:p>
          <a:r>
            <a:rPr lang="fr-FR" b="0" dirty="0">
              <a:solidFill>
                <a:schemeClr val="bg1"/>
              </a:solidFill>
              <a:effectLst/>
              <a:latin typeface="Biennale" panose="00000500000000000000" pitchFamily="2" charset="0"/>
              <a:ea typeface="+mn-ea"/>
              <a:cs typeface="+mn-cs"/>
            </a:rPr>
            <a:t>Adaptée aux </a:t>
          </a:r>
          <a:r>
            <a:rPr lang="fr-FR" b="0" dirty="0" err="1">
              <a:solidFill>
                <a:schemeClr val="bg1"/>
              </a:solidFill>
              <a:effectLst/>
              <a:latin typeface="Biennale" panose="00000500000000000000" pitchFamily="2" charset="0"/>
              <a:ea typeface="+mn-ea"/>
              <a:cs typeface="+mn-cs"/>
            </a:rPr>
            <a:t>features</a:t>
          </a:r>
          <a:r>
            <a:rPr lang="fr-FR" b="0" dirty="0">
              <a:solidFill>
                <a:schemeClr val="bg1"/>
              </a:solidFill>
              <a:effectLst/>
              <a:latin typeface="Biennale" panose="00000500000000000000" pitchFamily="2" charset="0"/>
              <a:ea typeface="+mn-ea"/>
              <a:cs typeface="+mn-cs"/>
            </a:rPr>
            <a:t> encodées en grande dimension </a:t>
          </a:r>
          <a:endParaRPr lang="fr-FR" dirty="0">
            <a:solidFill>
              <a:schemeClr val="bg1"/>
            </a:solidFill>
          </a:endParaRPr>
        </a:p>
      </dgm:t>
    </dgm:pt>
    <dgm:pt modelId="{1981EC19-04F6-4D78-963C-E2562F5A0C0C}" type="parTrans" cxnId="{02145FD4-CDF9-44FB-9EB2-BDF05DBA14E0}">
      <dgm:prSet/>
      <dgm:spPr/>
      <dgm:t>
        <a:bodyPr/>
        <a:lstStyle/>
        <a:p>
          <a:endParaRPr lang="fr-FR"/>
        </a:p>
      </dgm:t>
    </dgm:pt>
    <dgm:pt modelId="{356BF0B9-EDD7-4B3E-8D62-2DF97EB4CE02}" type="sibTrans" cxnId="{02145FD4-CDF9-44FB-9EB2-BDF05DBA14E0}">
      <dgm:prSet/>
      <dgm:spPr/>
      <dgm:t>
        <a:bodyPr/>
        <a:lstStyle/>
        <a:p>
          <a:endParaRPr lang="fr-FR"/>
        </a:p>
      </dgm:t>
    </dgm:pt>
    <dgm:pt modelId="{569FE826-D473-4A2B-8CD2-C9ADB92283F5}">
      <dgm:prSet phldrT="[Texte]" phldr="0"/>
      <dgm:spPr/>
      <dgm:t>
        <a:bodyPr/>
        <a:lstStyle/>
        <a:p>
          <a:r>
            <a:rPr lang="fr-FR" dirty="0">
              <a:solidFill>
                <a:schemeClr val="bg1"/>
              </a:solidFill>
            </a:rPr>
            <a:t>Coût entrainement : </a:t>
          </a:r>
          <a:r>
            <a:rPr lang="fr-FR" b="0" dirty="0">
              <a:solidFill>
                <a:schemeClr val="bg1"/>
              </a:solidFill>
              <a:effectLst/>
              <a:latin typeface="Biennale" panose="00000500000000000000" pitchFamily="2" charset="0"/>
              <a:ea typeface="+mn-ea"/>
              <a:cs typeface="+mn-cs"/>
            </a:rPr>
            <a:t>moyen</a:t>
          </a:r>
          <a:endParaRPr lang="fr-FR" dirty="0">
            <a:solidFill>
              <a:schemeClr val="bg1"/>
            </a:solidFill>
          </a:endParaRPr>
        </a:p>
      </dgm:t>
    </dgm:pt>
    <dgm:pt modelId="{264DFF4E-1187-493A-9EF8-685D42210B2D}" type="parTrans" cxnId="{527DA430-8A94-453C-A989-463D53B3A314}">
      <dgm:prSet/>
      <dgm:spPr/>
      <dgm:t>
        <a:bodyPr/>
        <a:lstStyle/>
        <a:p>
          <a:endParaRPr lang="fr-FR"/>
        </a:p>
      </dgm:t>
    </dgm:pt>
    <dgm:pt modelId="{4B10AB2D-97C2-4AC5-96AA-FD32669F5414}" type="sibTrans" cxnId="{527DA430-8A94-453C-A989-463D53B3A314}">
      <dgm:prSet/>
      <dgm:spPr/>
      <dgm:t>
        <a:bodyPr/>
        <a:lstStyle/>
        <a:p>
          <a:endParaRPr lang="fr-FR"/>
        </a:p>
      </dgm:t>
    </dgm:pt>
    <dgm:pt modelId="{817A3A84-5503-486D-AE03-F6B26273FE25}">
      <dgm:prSet phldrT="[Texte]" phldr="0"/>
      <dgm:spPr/>
      <dgm:t>
        <a:bodyPr/>
        <a:lstStyle/>
        <a:p>
          <a:r>
            <a:rPr lang="fr-FR" b="0" dirty="0" err="1">
              <a:solidFill>
                <a:schemeClr val="bg1"/>
              </a:solidFill>
              <a:effectLst/>
              <a:latin typeface="Biennale" panose="00000500000000000000" pitchFamily="2" charset="0"/>
              <a:ea typeface="+mn-ea"/>
              <a:cs typeface="+mn-cs"/>
            </a:rPr>
            <a:t>RandomForestClassifier</a:t>
          </a:r>
          <a:endParaRPr lang="fr-FR" dirty="0">
            <a:solidFill>
              <a:schemeClr val="bg1"/>
            </a:solidFill>
          </a:endParaRPr>
        </a:p>
      </dgm:t>
    </dgm:pt>
    <dgm:pt modelId="{CD5EFA5B-D71F-496F-B12A-EBABF92E5957}" type="parTrans" cxnId="{C84B4415-D411-434E-9E4C-B988C46A6100}">
      <dgm:prSet/>
      <dgm:spPr/>
      <dgm:t>
        <a:bodyPr/>
        <a:lstStyle/>
        <a:p>
          <a:endParaRPr lang="fr-FR"/>
        </a:p>
      </dgm:t>
    </dgm:pt>
    <dgm:pt modelId="{A7E3C47C-3BEE-4FEA-B9C8-731A6D3AB559}" type="sibTrans" cxnId="{C84B4415-D411-434E-9E4C-B988C46A6100}">
      <dgm:prSet/>
      <dgm:spPr/>
      <dgm:t>
        <a:bodyPr/>
        <a:lstStyle/>
        <a:p>
          <a:endParaRPr lang="fr-FR"/>
        </a:p>
      </dgm:t>
    </dgm:pt>
    <dgm:pt modelId="{35598AD3-FA6E-40AF-9467-B233202B1EE9}">
      <dgm:prSet/>
      <dgm:spPr/>
      <dgm:t>
        <a:bodyPr/>
        <a:lstStyle/>
        <a:p>
          <a:r>
            <a:rPr lang="fr-FR" b="0" dirty="0">
              <a:solidFill>
                <a:schemeClr val="bg1"/>
              </a:solidFill>
              <a:effectLst/>
              <a:latin typeface="Biennale" panose="00000500000000000000" pitchFamily="2" charset="0"/>
              <a:ea typeface="+mn-ea"/>
              <a:cs typeface="+mn-cs"/>
            </a:rPr>
            <a:t>Bon point de comparaison face aux méthodes de </a:t>
          </a:r>
          <a:r>
            <a:rPr lang="fr-FR" b="0" dirty="0" err="1">
              <a:solidFill>
                <a:schemeClr val="bg1"/>
              </a:solidFill>
              <a:effectLst/>
              <a:latin typeface="Biennale" panose="00000500000000000000" pitchFamily="2" charset="0"/>
              <a:ea typeface="+mn-ea"/>
              <a:cs typeface="+mn-cs"/>
            </a:rPr>
            <a:t>boosting</a:t>
          </a:r>
          <a:r>
            <a:rPr lang="fr-FR" b="0" dirty="0">
              <a:solidFill>
                <a:schemeClr val="bg1"/>
              </a:solidFill>
              <a:effectLst/>
              <a:latin typeface="Biennale" panose="00000500000000000000" pitchFamily="2" charset="0"/>
              <a:ea typeface="+mn-ea"/>
              <a:cs typeface="+mn-cs"/>
            </a:rPr>
            <a:t> </a:t>
          </a:r>
          <a:endParaRPr lang="fr-FR" dirty="0">
            <a:solidFill>
              <a:schemeClr val="bg1"/>
            </a:solidFill>
          </a:endParaRPr>
        </a:p>
      </dgm:t>
    </dgm:pt>
    <dgm:pt modelId="{F745C4A0-79F7-47A1-AD4C-54E23BE90764}" type="parTrans" cxnId="{A7F0F74B-EFF8-4838-89C0-69984D00862D}">
      <dgm:prSet/>
      <dgm:spPr/>
      <dgm:t>
        <a:bodyPr/>
        <a:lstStyle/>
        <a:p>
          <a:endParaRPr lang="fr-FR"/>
        </a:p>
      </dgm:t>
    </dgm:pt>
    <dgm:pt modelId="{ACF801FC-6D48-4AC0-9325-14C93895640B}" type="sibTrans" cxnId="{A7F0F74B-EFF8-4838-89C0-69984D00862D}">
      <dgm:prSet/>
      <dgm:spPr/>
      <dgm:t>
        <a:bodyPr/>
        <a:lstStyle/>
        <a:p>
          <a:endParaRPr lang="fr-FR"/>
        </a:p>
      </dgm:t>
    </dgm:pt>
    <dgm:pt modelId="{37B06B22-E06E-47B2-9C0B-77137C159DB1}">
      <dgm:prSet/>
      <dgm:spPr/>
      <dgm:t>
        <a:bodyPr/>
        <a:lstStyle/>
        <a:p>
          <a:r>
            <a:rPr lang="fr-FR" dirty="0">
              <a:solidFill>
                <a:schemeClr val="bg1"/>
              </a:solidFill>
            </a:rPr>
            <a:t>Coût entrainement : </a:t>
          </a:r>
          <a:r>
            <a:rPr lang="fr-FR" b="0" dirty="0">
              <a:solidFill>
                <a:schemeClr val="bg1"/>
              </a:solidFill>
              <a:effectLst/>
              <a:latin typeface="Biennale" panose="00000500000000000000" pitchFamily="2" charset="0"/>
              <a:ea typeface="+mn-ea"/>
              <a:cs typeface="+mn-cs"/>
            </a:rPr>
            <a:t>moyen</a:t>
          </a:r>
          <a:endParaRPr lang="fr-FR" dirty="0">
            <a:solidFill>
              <a:schemeClr val="bg1"/>
            </a:solidFill>
          </a:endParaRPr>
        </a:p>
      </dgm:t>
    </dgm:pt>
    <dgm:pt modelId="{8CFB222D-25DA-4B6E-909F-4498A6BE8748}" type="parTrans" cxnId="{3F9ABB9A-434E-4D50-9D3B-BE26B4878CA1}">
      <dgm:prSet/>
      <dgm:spPr/>
      <dgm:t>
        <a:bodyPr/>
        <a:lstStyle/>
        <a:p>
          <a:endParaRPr lang="fr-FR"/>
        </a:p>
      </dgm:t>
    </dgm:pt>
    <dgm:pt modelId="{FE47B135-8D97-414E-90C8-41E8FB778F31}" type="sibTrans" cxnId="{3F9ABB9A-434E-4D50-9D3B-BE26B4878CA1}">
      <dgm:prSet/>
      <dgm:spPr/>
      <dgm:t>
        <a:bodyPr/>
        <a:lstStyle/>
        <a:p>
          <a:endParaRPr lang="fr-FR"/>
        </a:p>
      </dgm:t>
    </dgm:pt>
    <dgm:pt modelId="{8BB2B56C-FAA4-47C8-B811-9C0D78B932A5}">
      <dgm:prSet/>
      <dgm:spPr/>
      <dgm:t>
        <a:bodyPr/>
        <a:lstStyle/>
        <a:p>
          <a:r>
            <a:rPr lang="fr-FR" dirty="0">
              <a:solidFill>
                <a:schemeClr val="bg1"/>
              </a:solidFill>
            </a:rPr>
            <a:t>Coût inférence : </a:t>
          </a:r>
          <a:r>
            <a:rPr lang="fr-FR" b="0" dirty="0">
              <a:solidFill>
                <a:schemeClr val="bg1"/>
              </a:solidFill>
              <a:effectLst/>
              <a:latin typeface="Biennale" panose="00000500000000000000" pitchFamily="2" charset="0"/>
              <a:ea typeface="+mn-ea"/>
              <a:cs typeface="+mn-cs"/>
            </a:rPr>
            <a:t>faible à moyen</a:t>
          </a:r>
          <a:endParaRPr lang="fr-FR" dirty="0">
            <a:solidFill>
              <a:schemeClr val="bg1"/>
            </a:solidFill>
          </a:endParaRPr>
        </a:p>
      </dgm:t>
    </dgm:pt>
    <dgm:pt modelId="{F279D4E0-D6B3-4FAC-B1FE-8ADFD2F3D70F}" type="parTrans" cxnId="{B5462746-E974-496E-81A0-F0B8EC152754}">
      <dgm:prSet/>
      <dgm:spPr/>
      <dgm:t>
        <a:bodyPr/>
        <a:lstStyle/>
        <a:p>
          <a:endParaRPr lang="fr-FR"/>
        </a:p>
      </dgm:t>
    </dgm:pt>
    <dgm:pt modelId="{86C40E3D-2445-46AD-8AB2-64B4B267EF43}" type="sibTrans" cxnId="{B5462746-E974-496E-81A0-F0B8EC152754}">
      <dgm:prSet/>
      <dgm:spPr/>
      <dgm:t>
        <a:bodyPr/>
        <a:lstStyle/>
        <a:p>
          <a:endParaRPr lang="fr-FR"/>
        </a:p>
      </dgm:t>
    </dgm:pt>
    <dgm:pt modelId="{560AF26D-9812-4EB9-8EED-43D2A91A9A24}">
      <dgm:prSet/>
      <dgm:spPr/>
      <dgm:t>
        <a:bodyPr/>
        <a:lstStyle/>
        <a:p>
          <a:r>
            <a:rPr lang="fr-FR" dirty="0">
              <a:solidFill>
                <a:schemeClr val="bg1"/>
              </a:solidFill>
            </a:rPr>
            <a:t>Explicabilité : </a:t>
          </a:r>
          <a:r>
            <a:rPr lang="fr-FR" b="0" dirty="0">
              <a:solidFill>
                <a:schemeClr val="bg1"/>
              </a:solidFill>
              <a:effectLst/>
              <a:latin typeface="Biennale" panose="00000500000000000000" pitchFamily="2" charset="0"/>
              <a:ea typeface="+mn-ea"/>
              <a:cs typeface="+mn-cs"/>
            </a:rPr>
            <a:t>moyenne</a:t>
          </a:r>
          <a:endParaRPr lang="fr-FR" dirty="0">
            <a:solidFill>
              <a:schemeClr val="bg1"/>
            </a:solidFill>
          </a:endParaRPr>
        </a:p>
      </dgm:t>
    </dgm:pt>
    <dgm:pt modelId="{3A716B26-6F25-4ADE-B5B4-2FCA6D3571DF}" type="parTrans" cxnId="{4888C3CB-601A-485B-8AA5-501081B8A441}">
      <dgm:prSet/>
      <dgm:spPr/>
      <dgm:t>
        <a:bodyPr/>
        <a:lstStyle/>
        <a:p>
          <a:endParaRPr lang="fr-FR"/>
        </a:p>
      </dgm:t>
    </dgm:pt>
    <dgm:pt modelId="{E7DB4CB7-B63F-4744-9EAC-9FBDDE37E3A1}" type="sibTrans" cxnId="{4888C3CB-601A-485B-8AA5-501081B8A441}">
      <dgm:prSet/>
      <dgm:spPr/>
      <dgm:t>
        <a:bodyPr/>
        <a:lstStyle/>
        <a:p>
          <a:endParaRPr lang="fr-FR"/>
        </a:p>
      </dgm:t>
    </dgm:pt>
    <dgm:pt modelId="{B15279EC-D4FC-4CB8-9CB1-9E0BDC6547CB}">
      <dgm:prSet/>
      <dgm:spPr/>
      <dgm:t>
        <a:bodyPr/>
        <a:lstStyle/>
        <a:p>
          <a:r>
            <a:rPr lang="fr-FR" dirty="0">
              <a:solidFill>
                <a:schemeClr val="bg1"/>
              </a:solidFill>
            </a:rPr>
            <a:t>Coût inférence : </a:t>
          </a:r>
          <a:r>
            <a:rPr lang="fr-FR" b="0" dirty="0">
              <a:solidFill>
                <a:schemeClr val="bg1"/>
              </a:solidFill>
              <a:effectLst/>
              <a:latin typeface="Biennale" panose="00000500000000000000" pitchFamily="2" charset="0"/>
              <a:ea typeface="+mn-ea"/>
              <a:cs typeface="+mn-cs"/>
            </a:rPr>
            <a:t>faible</a:t>
          </a:r>
          <a:endParaRPr lang="fr-FR" dirty="0">
            <a:solidFill>
              <a:schemeClr val="bg1"/>
            </a:solidFill>
          </a:endParaRPr>
        </a:p>
      </dgm:t>
    </dgm:pt>
    <dgm:pt modelId="{D8C88462-F327-43C0-B475-B2485C295243}" type="parTrans" cxnId="{0A96C1E0-4630-4C05-AC78-B98EE230590C}">
      <dgm:prSet/>
      <dgm:spPr/>
      <dgm:t>
        <a:bodyPr/>
        <a:lstStyle/>
        <a:p>
          <a:endParaRPr lang="fr-FR"/>
        </a:p>
      </dgm:t>
    </dgm:pt>
    <dgm:pt modelId="{3E64973E-86A3-4A8A-BF1A-6EDB6BA90F6F}" type="sibTrans" cxnId="{0A96C1E0-4630-4C05-AC78-B98EE230590C}">
      <dgm:prSet/>
      <dgm:spPr/>
      <dgm:t>
        <a:bodyPr/>
        <a:lstStyle/>
        <a:p>
          <a:endParaRPr lang="fr-FR"/>
        </a:p>
      </dgm:t>
    </dgm:pt>
    <dgm:pt modelId="{37D71DFC-A744-4F7C-B87B-9AB451F6A763}">
      <dgm:prSet/>
      <dgm:spPr/>
      <dgm:t>
        <a:bodyPr/>
        <a:lstStyle/>
        <a:p>
          <a:r>
            <a:rPr lang="fr-FR" dirty="0">
              <a:solidFill>
                <a:schemeClr val="bg1"/>
              </a:solidFill>
            </a:rPr>
            <a:t>Explicabilité : </a:t>
          </a:r>
          <a:r>
            <a:rPr lang="fr-FR" b="0" dirty="0">
              <a:solidFill>
                <a:schemeClr val="bg1"/>
              </a:solidFill>
              <a:effectLst/>
              <a:latin typeface="Biennale" panose="00000500000000000000" pitchFamily="2" charset="0"/>
              <a:ea typeface="+mn-ea"/>
              <a:cs typeface="+mn-cs"/>
            </a:rPr>
            <a:t>moyenne</a:t>
          </a:r>
          <a:endParaRPr lang="fr-FR" dirty="0">
            <a:solidFill>
              <a:schemeClr val="bg1"/>
            </a:solidFill>
          </a:endParaRPr>
        </a:p>
      </dgm:t>
    </dgm:pt>
    <dgm:pt modelId="{10061534-1569-4786-BE8E-A78B0631F406}" type="parTrans" cxnId="{BC353CBF-732B-4372-8AA6-B4E222A30049}">
      <dgm:prSet/>
      <dgm:spPr/>
      <dgm:t>
        <a:bodyPr/>
        <a:lstStyle/>
        <a:p>
          <a:endParaRPr lang="fr-FR"/>
        </a:p>
      </dgm:t>
    </dgm:pt>
    <dgm:pt modelId="{134F2E6F-2C4E-48DF-B836-1F2FC975EEC6}" type="sibTrans" cxnId="{BC353CBF-732B-4372-8AA6-B4E222A30049}">
      <dgm:prSet/>
      <dgm:spPr/>
      <dgm:t>
        <a:bodyPr/>
        <a:lstStyle/>
        <a:p>
          <a:endParaRPr lang="fr-FR"/>
        </a:p>
      </dgm:t>
    </dgm:pt>
    <dgm:pt modelId="{3679550C-5EF1-434C-BDE1-3B9F1784A0DE}" type="pres">
      <dgm:prSet presAssocID="{D69C9C98-44C7-4333-92E2-B4E60E2016B2}" presName="linear" presStyleCnt="0">
        <dgm:presLayoutVars>
          <dgm:dir/>
          <dgm:resizeHandles val="exact"/>
        </dgm:presLayoutVars>
      </dgm:prSet>
      <dgm:spPr/>
    </dgm:pt>
    <dgm:pt modelId="{1F0F5824-A06A-4B8A-BED8-7B16F06CBE7D}" type="pres">
      <dgm:prSet presAssocID="{21D785E4-183F-4434-A160-18B1D55C021E}" presName="comp" presStyleCnt="0"/>
      <dgm:spPr/>
    </dgm:pt>
    <dgm:pt modelId="{DE9EAF7C-E38E-4BEF-BE43-83193BE03CF0}" type="pres">
      <dgm:prSet presAssocID="{21D785E4-183F-4434-A160-18B1D55C021E}" presName="box" presStyleLbl="node1" presStyleIdx="0" presStyleCnt="2"/>
      <dgm:spPr/>
    </dgm:pt>
    <dgm:pt modelId="{116AE970-284C-4027-A63C-DA84E3ABF86E}" type="pres">
      <dgm:prSet presAssocID="{21D785E4-183F-4434-A160-18B1D55C021E}" presName="img" presStyleLbl="fgImgPlace1" presStyleIdx="0" presStyleCnt="2"/>
      <dgm:spPr>
        <a:blipFill>
          <a:blip xmlns:r="http://schemas.openxmlformats.org/officeDocument/2006/relationships" r:embed="rId1"/>
          <a:srcRect/>
          <a:stretch>
            <a:fillRect l="-10000" r="-10000"/>
          </a:stretch>
        </a:blipFill>
      </dgm:spPr>
    </dgm:pt>
    <dgm:pt modelId="{968FD3FD-B01B-46B7-887F-4915E0E1B6D2}" type="pres">
      <dgm:prSet presAssocID="{21D785E4-183F-4434-A160-18B1D55C021E}" presName="text" presStyleLbl="node1" presStyleIdx="0" presStyleCnt="2">
        <dgm:presLayoutVars>
          <dgm:bulletEnabled val="1"/>
        </dgm:presLayoutVars>
      </dgm:prSet>
      <dgm:spPr/>
    </dgm:pt>
    <dgm:pt modelId="{8B5A3208-3FA3-4615-8FE7-331B3B417AF5}" type="pres">
      <dgm:prSet presAssocID="{18D6971D-C75D-40D6-A8BE-B33C83DB4011}" presName="spacer" presStyleCnt="0"/>
      <dgm:spPr/>
    </dgm:pt>
    <dgm:pt modelId="{B71C55F7-9404-4F33-98FA-65530189280C}" type="pres">
      <dgm:prSet presAssocID="{817A3A84-5503-486D-AE03-F6B26273FE25}" presName="comp" presStyleCnt="0"/>
      <dgm:spPr/>
    </dgm:pt>
    <dgm:pt modelId="{4C49A448-2EB8-4825-850C-25F84A83A2EA}" type="pres">
      <dgm:prSet presAssocID="{817A3A84-5503-486D-AE03-F6B26273FE25}" presName="box" presStyleLbl="node1" presStyleIdx="1" presStyleCnt="2"/>
      <dgm:spPr/>
    </dgm:pt>
    <dgm:pt modelId="{42116A97-75A6-40E6-91C9-9575F97D242C}" type="pres">
      <dgm:prSet presAssocID="{817A3A84-5503-486D-AE03-F6B26273FE25}" presName="img" presStyleLbl="fgImgPlace1" presStyleIdx="1" presStyleCnt="2"/>
      <dgm:spPr>
        <a:blipFill>
          <a:blip xmlns:r="http://schemas.openxmlformats.org/officeDocument/2006/relationships" r:embed="rId2"/>
          <a:srcRect/>
          <a:stretch>
            <a:fillRect l="-31000" r="-31000"/>
          </a:stretch>
        </a:blipFill>
      </dgm:spPr>
    </dgm:pt>
    <dgm:pt modelId="{43E28744-03E6-4150-B05F-2FFEE2916724}" type="pres">
      <dgm:prSet presAssocID="{817A3A84-5503-486D-AE03-F6B26273FE25}" presName="text" presStyleLbl="node1" presStyleIdx="1" presStyleCnt="2">
        <dgm:presLayoutVars>
          <dgm:bulletEnabled val="1"/>
        </dgm:presLayoutVars>
      </dgm:prSet>
      <dgm:spPr/>
    </dgm:pt>
  </dgm:ptLst>
  <dgm:cxnLst>
    <dgm:cxn modelId="{C84B4415-D411-434E-9E4C-B988C46A6100}" srcId="{D69C9C98-44C7-4333-92E2-B4E60E2016B2}" destId="{817A3A84-5503-486D-AE03-F6B26273FE25}" srcOrd="1" destOrd="0" parTransId="{CD5EFA5B-D71F-496F-B12A-EBABF92E5957}" sibTransId="{A7E3C47C-3BEE-4FEA-B9C8-731A6D3AB559}"/>
    <dgm:cxn modelId="{D01D7520-361B-4C6E-AEB0-05C7D57FDEF8}" type="presOf" srcId="{817A3A84-5503-486D-AE03-F6B26273FE25}" destId="{43E28744-03E6-4150-B05F-2FFEE2916724}" srcOrd="1" destOrd="0" presId="urn:microsoft.com/office/officeart/2005/8/layout/vList4"/>
    <dgm:cxn modelId="{5E54FD21-9B9D-4E12-BE9A-2ECBB1244235}" type="presOf" srcId="{F3243540-AEC1-488B-BEDA-EB36FB27BF71}" destId="{968FD3FD-B01B-46B7-887F-4915E0E1B6D2}" srcOrd="1" destOrd="1" presId="urn:microsoft.com/office/officeart/2005/8/layout/vList4"/>
    <dgm:cxn modelId="{90EE0127-C88C-465F-B381-E5A31C0EA594}" type="presOf" srcId="{B15279EC-D4FC-4CB8-9CB1-9E0BDC6547CB}" destId="{43E28744-03E6-4150-B05F-2FFEE2916724}" srcOrd="1" destOrd="3" presId="urn:microsoft.com/office/officeart/2005/8/layout/vList4"/>
    <dgm:cxn modelId="{527DA430-8A94-453C-A989-463D53B3A314}" srcId="{21D785E4-183F-4434-A160-18B1D55C021E}" destId="{569FE826-D473-4A2B-8CD2-C9ADB92283F5}" srcOrd="1" destOrd="0" parTransId="{264DFF4E-1187-493A-9EF8-685D42210B2D}" sibTransId="{4B10AB2D-97C2-4AC5-96AA-FD32669F5414}"/>
    <dgm:cxn modelId="{60395337-40F8-4AAE-BCF5-E5537A121AA7}" type="presOf" srcId="{569FE826-D473-4A2B-8CD2-C9ADB92283F5}" destId="{968FD3FD-B01B-46B7-887F-4915E0E1B6D2}" srcOrd="1" destOrd="2" presId="urn:microsoft.com/office/officeart/2005/8/layout/vList4"/>
    <dgm:cxn modelId="{C485B15B-E3ED-4696-A45C-F719440F601C}" type="presOf" srcId="{F3243540-AEC1-488B-BEDA-EB36FB27BF71}" destId="{DE9EAF7C-E38E-4BEF-BE43-83193BE03CF0}" srcOrd="0" destOrd="1" presId="urn:microsoft.com/office/officeart/2005/8/layout/vList4"/>
    <dgm:cxn modelId="{B7FD4964-1D6C-488D-AFB6-9704E75DF5A5}" type="presOf" srcId="{21D785E4-183F-4434-A160-18B1D55C021E}" destId="{968FD3FD-B01B-46B7-887F-4915E0E1B6D2}" srcOrd="1" destOrd="0" presId="urn:microsoft.com/office/officeart/2005/8/layout/vList4"/>
    <dgm:cxn modelId="{B5462746-E974-496E-81A0-F0B8EC152754}" srcId="{21D785E4-183F-4434-A160-18B1D55C021E}" destId="{8BB2B56C-FAA4-47C8-B811-9C0D78B932A5}" srcOrd="2" destOrd="0" parTransId="{F279D4E0-D6B3-4FAC-B1FE-8ADFD2F3D70F}" sibTransId="{86C40E3D-2445-46AD-8AB2-64B4B267EF43}"/>
    <dgm:cxn modelId="{F3DF334A-F3E3-4740-9B0C-E89BE6C7E352}" srcId="{D69C9C98-44C7-4333-92E2-B4E60E2016B2}" destId="{21D785E4-183F-4434-A160-18B1D55C021E}" srcOrd="0" destOrd="0" parTransId="{E8759289-F6E2-41E9-BA86-4D156D2E7EC8}" sibTransId="{18D6971D-C75D-40D6-A8BE-B33C83DB4011}"/>
    <dgm:cxn modelId="{9683714A-592D-4FC2-9925-3D8C9D403F4B}" type="presOf" srcId="{8BB2B56C-FAA4-47C8-B811-9C0D78B932A5}" destId="{968FD3FD-B01B-46B7-887F-4915E0E1B6D2}" srcOrd="1" destOrd="3" presId="urn:microsoft.com/office/officeart/2005/8/layout/vList4"/>
    <dgm:cxn modelId="{A7F0F74B-EFF8-4838-89C0-69984D00862D}" srcId="{817A3A84-5503-486D-AE03-F6B26273FE25}" destId="{35598AD3-FA6E-40AF-9467-B233202B1EE9}" srcOrd="0" destOrd="0" parTransId="{F745C4A0-79F7-47A1-AD4C-54E23BE90764}" sibTransId="{ACF801FC-6D48-4AC0-9325-14C93895640B}"/>
    <dgm:cxn modelId="{F6393E4C-EFE7-4028-B8DF-FA0FDEA1D11B}" type="presOf" srcId="{569FE826-D473-4A2B-8CD2-C9ADB92283F5}" destId="{DE9EAF7C-E38E-4BEF-BE43-83193BE03CF0}" srcOrd="0" destOrd="2" presId="urn:microsoft.com/office/officeart/2005/8/layout/vList4"/>
    <dgm:cxn modelId="{B6C75A4C-71FB-443B-9C0A-8E170E8CC21B}" type="presOf" srcId="{21D785E4-183F-4434-A160-18B1D55C021E}" destId="{DE9EAF7C-E38E-4BEF-BE43-83193BE03CF0}" srcOrd="0" destOrd="0" presId="urn:microsoft.com/office/officeart/2005/8/layout/vList4"/>
    <dgm:cxn modelId="{EE8D9E4F-517E-4E90-BF63-3BD818A83748}" type="presOf" srcId="{37D71DFC-A744-4F7C-B87B-9AB451F6A763}" destId="{43E28744-03E6-4150-B05F-2FFEE2916724}" srcOrd="1" destOrd="4" presId="urn:microsoft.com/office/officeart/2005/8/layout/vList4"/>
    <dgm:cxn modelId="{D8B13756-E5CA-4C25-A06F-48DFB9C9913E}" type="presOf" srcId="{35598AD3-FA6E-40AF-9467-B233202B1EE9}" destId="{4C49A448-2EB8-4825-850C-25F84A83A2EA}" srcOrd="0" destOrd="1" presId="urn:microsoft.com/office/officeart/2005/8/layout/vList4"/>
    <dgm:cxn modelId="{94F87581-14CB-4B70-A617-0247FFBB5C22}" type="presOf" srcId="{8BB2B56C-FAA4-47C8-B811-9C0D78B932A5}" destId="{DE9EAF7C-E38E-4BEF-BE43-83193BE03CF0}" srcOrd="0" destOrd="3" presId="urn:microsoft.com/office/officeart/2005/8/layout/vList4"/>
    <dgm:cxn modelId="{99344588-A7FF-4084-892E-99D0A9E0BE47}" type="presOf" srcId="{37B06B22-E06E-47B2-9C0B-77137C159DB1}" destId="{43E28744-03E6-4150-B05F-2FFEE2916724}" srcOrd="1" destOrd="2" presId="urn:microsoft.com/office/officeart/2005/8/layout/vList4"/>
    <dgm:cxn modelId="{E7BBF898-C5D0-4FF2-A643-FA28137CB27D}" type="presOf" srcId="{37B06B22-E06E-47B2-9C0B-77137C159DB1}" destId="{4C49A448-2EB8-4825-850C-25F84A83A2EA}" srcOrd="0" destOrd="2" presId="urn:microsoft.com/office/officeart/2005/8/layout/vList4"/>
    <dgm:cxn modelId="{6BF70B9A-E4F3-4ACC-A7D7-0848B67A3451}" type="presOf" srcId="{B15279EC-D4FC-4CB8-9CB1-9E0BDC6547CB}" destId="{4C49A448-2EB8-4825-850C-25F84A83A2EA}" srcOrd="0" destOrd="3" presId="urn:microsoft.com/office/officeart/2005/8/layout/vList4"/>
    <dgm:cxn modelId="{3F9ABB9A-434E-4D50-9D3B-BE26B4878CA1}" srcId="{817A3A84-5503-486D-AE03-F6B26273FE25}" destId="{37B06B22-E06E-47B2-9C0B-77137C159DB1}" srcOrd="1" destOrd="0" parTransId="{8CFB222D-25DA-4B6E-909F-4498A6BE8748}" sibTransId="{FE47B135-8D97-414E-90C8-41E8FB778F31}"/>
    <dgm:cxn modelId="{DA0827BA-3DDA-4B76-A1E7-B3CD34FC0F98}" type="presOf" srcId="{D69C9C98-44C7-4333-92E2-B4E60E2016B2}" destId="{3679550C-5EF1-434C-BDE1-3B9F1784A0DE}" srcOrd="0" destOrd="0" presId="urn:microsoft.com/office/officeart/2005/8/layout/vList4"/>
    <dgm:cxn modelId="{8EEA42BE-180D-4B3B-BA39-4585B24B87CA}" type="presOf" srcId="{560AF26D-9812-4EB9-8EED-43D2A91A9A24}" destId="{DE9EAF7C-E38E-4BEF-BE43-83193BE03CF0}" srcOrd="0" destOrd="4" presId="urn:microsoft.com/office/officeart/2005/8/layout/vList4"/>
    <dgm:cxn modelId="{BC353CBF-732B-4372-8AA6-B4E222A30049}" srcId="{817A3A84-5503-486D-AE03-F6B26273FE25}" destId="{37D71DFC-A744-4F7C-B87B-9AB451F6A763}" srcOrd="3" destOrd="0" parTransId="{10061534-1569-4786-BE8E-A78B0631F406}" sibTransId="{134F2E6F-2C4E-48DF-B836-1F2FC975EEC6}"/>
    <dgm:cxn modelId="{7A7854C0-1CAE-4499-A612-C79C9FA6D8B7}" type="presOf" srcId="{560AF26D-9812-4EB9-8EED-43D2A91A9A24}" destId="{968FD3FD-B01B-46B7-887F-4915E0E1B6D2}" srcOrd="1" destOrd="4" presId="urn:microsoft.com/office/officeart/2005/8/layout/vList4"/>
    <dgm:cxn modelId="{4888C3CB-601A-485B-8AA5-501081B8A441}" srcId="{21D785E4-183F-4434-A160-18B1D55C021E}" destId="{560AF26D-9812-4EB9-8EED-43D2A91A9A24}" srcOrd="3" destOrd="0" parTransId="{3A716B26-6F25-4ADE-B5B4-2FCA6D3571DF}" sibTransId="{E7DB4CB7-B63F-4744-9EAC-9FBDDE37E3A1}"/>
    <dgm:cxn modelId="{207450D0-B85F-4846-BE8C-365A963BFB75}" type="presOf" srcId="{37D71DFC-A744-4F7C-B87B-9AB451F6A763}" destId="{4C49A448-2EB8-4825-850C-25F84A83A2EA}" srcOrd="0" destOrd="4" presId="urn:microsoft.com/office/officeart/2005/8/layout/vList4"/>
    <dgm:cxn modelId="{02145FD4-CDF9-44FB-9EB2-BDF05DBA14E0}" srcId="{21D785E4-183F-4434-A160-18B1D55C021E}" destId="{F3243540-AEC1-488B-BEDA-EB36FB27BF71}" srcOrd="0" destOrd="0" parTransId="{1981EC19-04F6-4D78-963C-E2562F5A0C0C}" sibTransId="{356BF0B9-EDD7-4B3E-8D62-2DF97EB4CE02}"/>
    <dgm:cxn modelId="{AE5C15D6-F76D-4183-96FE-3A52BE7D76E8}" type="presOf" srcId="{817A3A84-5503-486D-AE03-F6B26273FE25}" destId="{4C49A448-2EB8-4825-850C-25F84A83A2EA}" srcOrd="0" destOrd="0" presId="urn:microsoft.com/office/officeart/2005/8/layout/vList4"/>
    <dgm:cxn modelId="{0A96C1E0-4630-4C05-AC78-B98EE230590C}" srcId="{817A3A84-5503-486D-AE03-F6B26273FE25}" destId="{B15279EC-D4FC-4CB8-9CB1-9E0BDC6547CB}" srcOrd="2" destOrd="0" parTransId="{D8C88462-F327-43C0-B475-B2485C295243}" sibTransId="{3E64973E-86A3-4A8A-BF1A-6EDB6BA90F6F}"/>
    <dgm:cxn modelId="{F5FE37F1-E502-4206-ABD2-5E06D4ACE2AC}" type="presOf" srcId="{35598AD3-FA6E-40AF-9467-B233202B1EE9}" destId="{43E28744-03E6-4150-B05F-2FFEE2916724}" srcOrd="1" destOrd="1" presId="urn:microsoft.com/office/officeart/2005/8/layout/vList4"/>
    <dgm:cxn modelId="{C6EF0D6B-FDDF-45C2-9A0A-B753A5D487FE}" type="presParOf" srcId="{3679550C-5EF1-434C-BDE1-3B9F1784A0DE}" destId="{1F0F5824-A06A-4B8A-BED8-7B16F06CBE7D}" srcOrd="0" destOrd="0" presId="urn:microsoft.com/office/officeart/2005/8/layout/vList4"/>
    <dgm:cxn modelId="{A92BCFA0-B6AC-4BFA-A347-DA1DAFE2C356}" type="presParOf" srcId="{1F0F5824-A06A-4B8A-BED8-7B16F06CBE7D}" destId="{DE9EAF7C-E38E-4BEF-BE43-83193BE03CF0}" srcOrd="0" destOrd="0" presId="urn:microsoft.com/office/officeart/2005/8/layout/vList4"/>
    <dgm:cxn modelId="{80F13B4B-43BD-4929-8509-6580741A174B}" type="presParOf" srcId="{1F0F5824-A06A-4B8A-BED8-7B16F06CBE7D}" destId="{116AE970-284C-4027-A63C-DA84E3ABF86E}" srcOrd="1" destOrd="0" presId="urn:microsoft.com/office/officeart/2005/8/layout/vList4"/>
    <dgm:cxn modelId="{6C079EBD-2D14-4854-BB2E-802E108825FD}" type="presParOf" srcId="{1F0F5824-A06A-4B8A-BED8-7B16F06CBE7D}" destId="{968FD3FD-B01B-46B7-887F-4915E0E1B6D2}" srcOrd="2" destOrd="0" presId="urn:microsoft.com/office/officeart/2005/8/layout/vList4"/>
    <dgm:cxn modelId="{524EA733-CC16-4A1E-90B3-A0CD7D61461C}" type="presParOf" srcId="{3679550C-5EF1-434C-BDE1-3B9F1784A0DE}" destId="{8B5A3208-3FA3-4615-8FE7-331B3B417AF5}" srcOrd="1" destOrd="0" presId="urn:microsoft.com/office/officeart/2005/8/layout/vList4"/>
    <dgm:cxn modelId="{8ECDC3E2-A5B1-4064-AB9A-9D6435EE315B}" type="presParOf" srcId="{3679550C-5EF1-434C-BDE1-3B9F1784A0DE}" destId="{B71C55F7-9404-4F33-98FA-65530189280C}" srcOrd="2" destOrd="0" presId="urn:microsoft.com/office/officeart/2005/8/layout/vList4"/>
    <dgm:cxn modelId="{D5B0D745-5FB2-484B-AC75-781E94654677}" type="presParOf" srcId="{B71C55F7-9404-4F33-98FA-65530189280C}" destId="{4C49A448-2EB8-4825-850C-25F84A83A2EA}" srcOrd="0" destOrd="0" presId="urn:microsoft.com/office/officeart/2005/8/layout/vList4"/>
    <dgm:cxn modelId="{0B5C10F2-2B71-4509-8960-AF3F7DD03291}" type="presParOf" srcId="{B71C55F7-9404-4F33-98FA-65530189280C}" destId="{42116A97-75A6-40E6-91C9-9575F97D242C}" srcOrd="1" destOrd="0" presId="urn:microsoft.com/office/officeart/2005/8/layout/vList4"/>
    <dgm:cxn modelId="{860C2700-7B7E-4DDC-A447-717E181E008C}" type="presParOf" srcId="{B71C55F7-9404-4F33-98FA-65530189280C}" destId="{43E28744-03E6-4150-B05F-2FFEE2916724}" srcOrd="2" destOrd="0" presId="urn:microsoft.com/office/officeart/2005/8/layout/vList4"/>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938DB84A-B298-4DB3-955F-E86D36387C2C}"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fr-FR"/>
        </a:p>
      </dgm:t>
    </dgm:pt>
    <dgm:pt modelId="{6599E5BE-F755-4CCE-80FA-784F4E4D0050}">
      <dgm:prSet phldrT="[Texte]" phldr="0"/>
      <dgm:spPr/>
      <dgm:t>
        <a:bodyPr/>
        <a:lstStyle/>
        <a:p>
          <a:r>
            <a:rPr lang="fr-FR" dirty="0"/>
            <a:t>Traçabilité locale</a:t>
          </a:r>
        </a:p>
      </dgm:t>
    </dgm:pt>
    <dgm:pt modelId="{EC4F34D9-5947-467D-843C-0606CA6B0561}" type="parTrans" cxnId="{11E1DFAF-D063-4048-B235-10EEFF0CA343}">
      <dgm:prSet/>
      <dgm:spPr/>
      <dgm:t>
        <a:bodyPr/>
        <a:lstStyle/>
        <a:p>
          <a:endParaRPr lang="fr-FR"/>
        </a:p>
      </dgm:t>
    </dgm:pt>
    <dgm:pt modelId="{64FB1F90-3365-405B-8138-AAADB275E9EE}" type="sibTrans" cxnId="{11E1DFAF-D063-4048-B235-10EEFF0CA343}">
      <dgm:prSet/>
      <dgm:spPr/>
      <dgm:t>
        <a:bodyPr/>
        <a:lstStyle/>
        <a:p>
          <a:endParaRPr lang="fr-FR"/>
        </a:p>
      </dgm:t>
    </dgm:pt>
    <dgm:pt modelId="{433D473E-3BDC-4C27-831D-957E49B3916F}">
      <dgm:prSet phldrT="[Texte]" phldr="0"/>
      <dgm:spPr/>
      <dgm:t>
        <a:bodyPr/>
        <a:lstStyle/>
        <a:p>
          <a:r>
            <a:rPr lang="fr-FR" dirty="0"/>
            <a:t>Artefact </a:t>
          </a:r>
          <a:r>
            <a:rPr lang="fr-FR" dirty="0" err="1"/>
            <a:t>joblib</a:t>
          </a:r>
          <a:r>
            <a:rPr lang="fr-FR" dirty="0"/>
            <a:t> versionné</a:t>
          </a:r>
        </a:p>
      </dgm:t>
    </dgm:pt>
    <dgm:pt modelId="{D7E2F0B0-E6BF-4DAD-9A74-B6F0E225411D}" type="parTrans" cxnId="{A631AA03-B4B3-4086-A471-05869372C19B}">
      <dgm:prSet/>
      <dgm:spPr/>
      <dgm:t>
        <a:bodyPr/>
        <a:lstStyle/>
        <a:p>
          <a:endParaRPr lang="fr-FR"/>
        </a:p>
      </dgm:t>
    </dgm:pt>
    <dgm:pt modelId="{63F5CF97-5EDB-4E95-85F6-EE5B88D1D16E}" type="sibTrans" cxnId="{A631AA03-B4B3-4086-A471-05869372C19B}">
      <dgm:prSet/>
      <dgm:spPr/>
      <dgm:t>
        <a:bodyPr/>
        <a:lstStyle/>
        <a:p>
          <a:endParaRPr lang="fr-FR"/>
        </a:p>
      </dgm:t>
    </dgm:pt>
    <dgm:pt modelId="{42DA1446-E84F-4F57-82E7-5B171B2C1098}">
      <dgm:prSet phldrT="[Texte]" phldr="0"/>
      <dgm:spPr/>
      <dgm:t>
        <a:bodyPr/>
        <a:lstStyle/>
        <a:p>
          <a:r>
            <a:rPr lang="fr-FR" dirty="0"/>
            <a:t>Métadonnées : </a:t>
          </a:r>
          <a:r>
            <a:rPr lang="fr-FR" dirty="0" err="1"/>
            <a:t>dataset</a:t>
          </a:r>
          <a:r>
            <a:rPr lang="fr-FR" dirty="0"/>
            <a:t>, versions, hyperparamètres, métrique</a:t>
          </a:r>
        </a:p>
      </dgm:t>
    </dgm:pt>
    <dgm:pt modelId="{AD5857F6-D0B1-4AF5-AEBB-58C48E781F14}" type="parTrans" cxnId="{030597BB-5B45-4CF0-B984-3F15EEEB6DA7}">
      <dgm:prSet/>
      <dgm:spPr/>
      <dgm:t>
        <a:bodyPr/>
        <a:lstStyle/>
        <a:p>
          <a:endParaRPr lang="fr-FR"/>
        </a:p>
      </dgm:t>
    </dgm:pt>
    <dgm:pt modelId="{BECFFCF3-538C-4F14-8C5B-DCE4D2E83214}" type="sibTrans" cxnId="{030597BB-5B45-4CF0-B984-3F15EEEB6DA7}">
      <dgm:prSet/>
      <dgm:spPr/>
      <dgm:t>
        <a:bodyPr/>
        <a:lstStyle/>
        <a:p>
          <a:endParaRPr lang="fr-FR"/>
        </a:p>
      </dgm:t>
    </dgm:pt>
    <dgm:pt modelId="{98A36B7E-4ADE-45F9-870B-B13DAEC5434A}">
      <dgm:prSet phldrT="[Texte]" phldr="0"/>
      <dgm:spPr/>
      <dgm:t>
        <a:bodyPr/>
        <a:lstStyle/>
        <a:p>
          <a:r>
            <a:rPr lang="fr-FR" dirty="0" err="1"/>
            <a:t>Model_manifest.json</a:t>
          </a:r>
          <a:r>
            <a:rPr lang="fr-FR" dirty="0"/>
            <a:t> : modèle actif + SHA-256</a:t>
          </a:r>
        </a:p>
      </dgm:t>
    </dgm:pt>
    <dgm:pt modelId="{CB2ADC1B-B895-46FF-88E1-F6017935176A}" type="parTrans" cxnId="{8FB9C24F-B092-4296-91CE-BA9D164BBC44}">
      <dgm:prSet/>
      <dgm:spPr/>
      <dgm:t>
        <a:bodyPr/>
        <a:lstStyle/>
        <a:p>
          <a:endParaRPr lang="fr-FR"/>
        </a:p>
      </dgm:t>
    </dgm:pt>
    <dgm:pt modelId="{0D571960-2953-4821-9669-8FA6CD17208A}" type="sibTrans" cxnId="{8FB9C24F-B092-4296-91CE-BA9D164BBC44}">
      <dgm:prSet/>
      <dgm:spPr/>
      <dgm:t>
        <a:bodyPr/>
        <a:lstStyle/>
        <a:p>
          <a:endParaRPr lang="fr-FR"/>
        </a:p>
      </dgm:t>
    </dgm:pt>
    <dgm:pt modelId="{E8B374DF-F4BF-4899-BE38-DF09C99F3EF5}">
      <dgm:prSet phldrT="[Texte]" phldr="0"/>
      <dgm:spPr/>
      <dgm:t>
        <a:bodyPr/>
        <a:lstStyle/>
        <a:p>
          <a:r>
            <a:rPr lang="fr-FR" dirty="0"/>
            <a:t>Baseline f1_macro pour la promotion</a:t>
          </a:r>
        </a:p>
      </dgm:t>
    </dgm:pt>
    <dgm:pt modelId="{8DB749E3-68F3-4C26-B316-CEF6CC4F7579}" type="parTrans" cxnId="{DA86F6FE-36F8-47CB-AE55-0015A06CAED8}">
      <dgm:prSet/>
      <dgm:spPr/>
      <dgm:t>
        <a:bodyPr/>
        <a:lstStyle/>
        <a:p>
          <a:endParaRPr lang="fr-FR"/>
        </a:p>
      </dgm:t>
    </dgm:pt>
    <dgm:pt modelId="{E7287527-3151-4999-8F78-33C17E9D0AA1}" type="sibTrans" cxnId="{DA86F6FE-36F8-47CB-AE55-0015A06CAED8}">
      <dgm:prSet/>
      <dgm:spPr/>
      <dgm:t>
        <a:bodyPr/>
        <a:lstStyle/>
        <a:p>
          <a:endParaRPr lang="fr-FR"/>
        </a:p>
      </dgm:t>
    </dgm:pt>
    <dgm:pt modelId="{46EE0417-3045-4D48-9017-A1E9D4E694DB}" type="pres">
      <dgm:prSet presAssocID="{938DB84A-B298-4DB3-955F-E86D36387C2C}" presName="diagram" presStyleCnt="0">
        <dgm:presLayoutVars>
          <dgm:chMax val="1"/>
          <dgm:dir/>
          <dgm:animLvl val="ctr"/>
          <dgm:resizeHandles val="exact"/>
        </dgm:presLayoutVars>
      </dgm:prSet>
      <dgm:spPr/>
    </dgm:pt>
    <dgm:pt modelId="{493DEB30-7BF0-4101-97AB-5A2013F26998}" type="pres">
      <dgm:prSet presAssocID="{938DB84A-B298-4DB3-955F-E86D36387C2C}" presName="matrix" presStyleCnt="0"/>
      <dgm:spPr/>
    </dgm:pt>
    <dgm:pt modelId="{9F16766D-9973-47F2-A2C1-3A5DA9C829F3}" type="pres">
      <dgm:prSet presAssocID="{938DB84A-B298-4DB3-955F-E86D36387C2C}" presName="tile1" presStyleLbl="node1" presStyleIdx="0" presStyleCnt="4"/>
      <dgm:spPr/>
    </dgm:pt>
    <dgm:pt modelId="{C057AB8B-33DB-4EC1-87F8-3CB73A9B9CCC}" type="pres">
      <dgm:prSet presAssocID="{938DB84A-B298-4DB3-955F-E86D36387C2C}" presName="tile1text" presStyleLbl="node1" presStyleIdx="0" presStyleCnt="4">
        <dgm:presLayoutVars>
          <dgm:chMax val="0"/>
          <dgm:chPref val="0"/>
          <dgm:bulletEnabled val="1"/>
        </dgm:presLayoutVars>
      </dgm:prSet>
      <dgm:spPr/>
    </dgm:pt>
    <dgm:pt modelId="{BE6D73EC-38A9-4D4A-B678-D4397F7141A4}" type="pres">
      <dgm:prSet presAssocID="{938DB84A-B298-4DB3-955F-E86D36387C2C}" presName="tile2" presStyleLbl="node1" presStyleIdx="1" presStyleCnt="4"/>
      <dgm:spPr/>
    </dgm:pt>
    <dgm:pt modelId="{1DE953D5-DB80-4535-86F4-3A9904AC49D9}" type="pres">
      <dgm:prSet presAssocID="{938DB84A-B298-4DB3-955F-E86D36387C2C}" presName="tile2text" presStyleLbl="node1" presStyleIdx="1" presStyleCnt="4">
        <dgm:presLayoutVars>
          <dgm:chMax val="0"/>
          <dgm:chPref val="0"/>
          <dgm:bulletEnabled val="1"/>
        </dgm:presLayoutVars>
      </dgm:prSet>
      <dgm:spPr/>
    </dgm:pt>
    <dgm:pt modelId="{88B2C80C-AE0A-4ED4-90B3-568C2C7B375B}" type="pres">
      <dgm:prSet presAssocID="{938DB84A-B298-4DB3-955F-E86D36387C2C}" presName="tile3" presStyleLbl="node1" presStyleIdx="2" presStyleCnt="4"/>
      <dgm:spPr/>
    </dgm:pt>
    <dgm:pt modelId="{4E0EB16F-089A-48EB-96F4-3350DE7A3E15}" type="pres">
      <dgm:prSet presAssocID="{938DB84A-B298-4DB3-955F-E86D36387C2C}" presName="tile3text" presStyleLbl="node1" presStyleIdx="2" presStyleCnt="4">
        <dgm:presLayoutVars>
          <dgm:chMax val="0"/>
          <dgm:chPref val="0"/>
          <dgm:bulletEnabled val="1"/>
        </dgm:presLayoutVars>
      </dgm:prSet>
      <dgm:spPr/>
    </dgm:pt>
    <dgm:pt modelId="{500E2E5D-E2B2-458C-9E02-5391EE2801B9}" type="pres">
      <dgm:prSet presAssocID="{938DB84A-B298-4DB3-955F-E86D36387C2C}" presName="tile4" presStyleLbl="node1" presStyleIdx="3" presStyleCnt="4"/>
      <dgm:spPr/>
    </dgm:pt>
    <dgm:pt modelId="{B6C15040-4277-4D5C-B888-D0224E87B501}" type="pres">
      <dgm:prSet presAssocID="{938DB84A-B298-4DB3-955F-E86D36387C2C}" presName="tile4text" presStyleLbl="node1" presStyleIdx="3" presStyleCnt="4">
        <dgm:presLayoutVars>
          <dgm:chMax val="0"/>
          <dgm:chPref val="0"/>
          <dgm:bulletEnabled val="1"/>
        </dgm:presLayoutVars>
      </dgm:prSet>
      <dgm:spPr/>
    </dgm:pt>
    <dgm:pt modelId="{A45B9BEE-F8F0-40B5-8A9E-45076427E5EC}" type="pres">
      <dgm:prSet presAssocID="{938DB84A-B298-4DB3-955F-E86D36387C2C}" presName="centerTile" presStyleLbl="fgShp" presStyleIdx="0" presStyleCnt="1">
        <dgm:presLayoutVars>
          <dgm:chMax val="0"/>
          <dgm:chPref val="0"/>
        </dgm:presLayoutVars>
      </dgm:prSet>
      <dgm:spPr/>
    </dgm:pt>
  </dgm:ptLst>
  <dgm:cxnLst>
    <dgm:cxn modelId="{A631AA03-B4B3-4086-A471-05869372C19B}" srcId="{6599E5BE-F755-4CCE-80FA-784F4E4D0050}" destId="{433D473E-3BDC-4C27-831D-957E49B3916F}" srcOrd="0" destOrd="0" parTransId="{D7E2F0B0-E6BF-4DAD-9A74-B6F0E225411D}" sibTransId="{63F5CF97-5EDB-4E95-85F6-EE5B88D1D16E}"/>
    <dgm:cxn modelId="{C9D3C106-981C-44FD-A31C-C01EF4D9DCE2}" type="presOf" srcId="{E8B374DF-F4BF-4899-BE38-DF09C99F3EF5}" destId="{B6C15040-4277-4D5C-B888-D0224E87B501}" srcOrd="1" destOrd="0" presId="urn:microsoft.com/office/officeart/2005/8/layout/matrix1"/>
    <dgm:cxn modelId="{DC71351A-1271-46E3-A749-13FBA06B0F25}" type="presOf" srcId="{433D473E-3BDC-4C27-831D-957E49B3916F}" destId="{C057AB8B-33DB-4EC1-87F8-3CB73A9B9CCC}" srcOrd="1" destOrd="0" presId="urn:microsoft.com/office/officeart/2005/8/layout/matrix1"/>
    <dgm:cxn modelId="{083AED49-1F14-45CB-81CD-BBD8FC8C8990}" type="presOf" srcId="{6599E5BE-F755-4CCE-80FA-784F4E4D0050}" destId="{A45B9BEE-F8F0-40B5-8A9E-45076427E5EC}" srcOrd="0" destOrd="0" presId="urn:microsoft.com/office/officeart/2005/8/layout/matrix1"/>
    <dgm:cxn modelId="{8FB9C24F-B092-4296-91CE-BA9D164BBC44}" srcId="{6599E5BE-F755-4CCE-80FA-784F4E4D0050}" destId="{98A36B7E-4ADE-45F9-870B-B13DAEC5434A}" srcOrd="2" destOrd="0" parTransId="{CB2ADC1B-B895-46FF-88E1-F6017935176A}" sibTransId="{0D571960-2953-4821-9669-8FA6CD17208A}"/>
    <dgm:cxn modelId="{D60D6850-F449-4BEF-858C-F34D7CBE745D}" type="presOf" srcId="{938DB84A-B298-4DB3-955F-E86D36387C2C}" destId="{46EE0417-3045-4D48-9017-A1E9D4E694DB}" srcOrd="0" destOrd="0" presId="urn:microsoft.com/office/officeart/2005/8/layout/matrix1"/>
    <dgm:cxn modelId="{55AB72A0-43E8-4003-AEA3-196A8709A9DE}" type="presOf" srcId="{42DA1446-E84F-4F57-82E7-5B171B2C1098}" destId="{BE6D73EC-38A9-4D4A-B678-D4397F7141A4}" srcOrd="0" destOrd="0" presId="urn:microsoft.com/office/officeart/2005/8/layout/matrix1"/>
    <dgm:cxn modelId="{15719DA5-FD8F-4098-AEBE-2CBD45E102DF}" type="presOf" srcId="{98A36B7E-4ADE-45F9-870B-B13DAEC5434A}" destId="{88B2C80C-AE0A-4ED4-90B3-568C2C7B375B}" srcOrd="0" destOrd="0" presId="urn:microsoft.com/office/officeart/2005/8/layout/matrix1"/>
    <dgm:cxn modelId="{11E1DFAF-D063-4048-B235-10EEFF0CA343}" srcId="{938DB84A-B298-4DB3-955F-E86D36387C2C}" destId="{6599E5BE-F755-4CCE-80FA-784F4E4D0050}" srcOrd="0" destOrd="0" parTransId="{EC4F34D9-5947-467D-843C-0606CA6B0561}" sibTransId="{64FB1F90-3365-405B-8138-AAADB275E9EE}"/>
    <dgm:cxn modelId="{030597BB-5B45-4CF0-B984-3F15EEEB6DA7}" srcId="{6599E5BE-F755-4CCE-80FA-784F4E4D0050}" destId="{42DA1446-E84F-4F57-82E7-5B171B2C1098}" srcOrd="1" destOrd="0" parTransId="{AD5857F6-D0B1-4AF5-AEBB-58C48E781F14}" sibTransId="{BECFFCF3-538C-4F14-8C5B-DCE4D2E83214}"/>
    <dgm:cxn modelId="{4CEB87D5-3EEA-4DB4-B8C6-7FC2C7491D05}" type="presOf" srcId="{42DA1446-E84F-4F57-82E7-5B171B2C1098}" destId="{1DE953D5-DB80-4535-86F4-3A9904AC49D9}" srcOrd="1" destOrd="0" presId="urn:microsoft.com/office/officeart/2005/8/layout/matrix1"/>
    <dgm:cxn modelId="{FCA643D8-5348-47F7-8BCE-0A2F58E29D6F}" type="presOf" srcId="{433D473E-3BDC-4C27-831D-957E49B3916F}" destId="{9F16766D-9973-47F2-A2C1-3A5DA9C829F3}" srcOrd="0" destOrd="0" presId="urn:microsoft.com/office/officeart/2005/8/layout/matrix1"/>
    <dgm:cxn modelId="{6A3EA2F4-789C-46E6-AF38-1D10DDD14906}" type="presOf" srcId="{98A36B7E-4ADE-45F9-870B-B13DAEC5434A}" destId="{4E0EB16F-089A-48EB-96F4-3350DE7A3E15}" srcOrd="1" destOrd="0" presId="urn:microsoft.com/office/officeart/2005/8/layout/matrix1"/>
    <dgm:cxn modelId="{87E84FFC-56F9-44A0-A038-61E1C49B8EAF}" type="presOf" srcId="{E8B374DF-F4BF-4899-BE38-DF09C99F3EF5}" destId="{500E2E5D-E2B2-458C-9E02-5391EE2801B9}" srcOrd="0" destOrd="0" presId="urn:microsoft.com/office/officeart/2005/8/layout/matrix1"/>
    <dgm:cxn modelId="{DA86F6FE-36F8-47CB-AE55-0015A06CAED8}" srcId="{6599E5BE-F755-4CCE-80FA-784F4E4D0050}" destId="{E8B374DF-F4BF-4899-BE38-DF09C99F3EF5}" srcOrd="3" destOrd="0" parTransId="{8DB749E3-68F3-4C26-B316-CEF6CC4F7579}" sibTransId="{E7287527-3151-4999-8F78-33C17E9D0AA1}"/>
    <dgm:cxn modelId="{84591B9B-D289-4FBE-AB84-4A1BC66817D9}" type="presParOf" srcId="{46EE0417-3045-4D48-9017-A1E9D4E694DB}" destId="{493DEB30-7BF0-4101-97AB-5A2013F26998}" srcOrd="0" destOrd="0" presId="urn:microsoft.com/office/officeart/2005/8/layout/matrix1"/>
    <dgm:cxn modelId="{0DAB2CEF-ED4D-4EF0-9545-A95E3FC4CBF4}" type="presParOf" srcId="{493DEB30-7BF0-4101-97AB-5A2013F26998}" destId="{9F16766D-9973-47F2-A2C1-3A5DA9C829F3}" srcOrd="0" destOrd="0" presId="urn:microsoft.com/office/officeart/2005/8/layout/matrix1"/>
    <dgm:cxn modelId="{2D381451-ED4D-406D-AE81-FEE3A8E34DBB}" type="presParOf" srcId="{493DEB30-7BF0-4101-97AB-5A2013F26998}" destId="{C057AB8B-33DB-4EC1-87F8-3CB73A9B9CCC}" srcOrd="1" destOrd="0" presId="urn:microsoft.com/office/officeart/2005/8/layout/matrix1"/>
    <dgm:cxn modelId="{62FF8512-8F5E-4A2E-8326-CEB046F75E3D}" type="presParOf" srcId="{493DEB30-7BF0-4101-97AB-5A2013F26998}" destId="{BE6D73EC-38A9-4D4A-B678-D4397F7141A4}" srcOrd="2" destOrd="0" presId="urn:microsoft.com/office/officeart/2005/8/layout/matrix1"/>
    <dgm:cxn modelId="{C557F2DB-C4D3-4186-9D21-E6A4F1610916}" type="presParOf" srcId="{493DEB30-7BF0-4101-97AB-5A2013F26998}" destId="{1DE953D5-DB80-4535-86F4-3A9904AC49D9}" srcOrd="3" destOrd="0" presId="urn:microsoft.com/office/officeart/2005/8/layout/matrix1"/>
    <dgm:cxn modelId="{4228B570-2699-4A31-890E-F1E4787D4360}" type="presParOf" srcId="{493DEB30-7BF0-4101-97AB-5A2013F26998}" destId="{88B2C80C-AE0A-4ED4-90B3-568C2C7B375B}" srcOrd="4" destOrd="0" presId="urn:microsoft.com/office/officeart/2005/8/layout/matrix1"/>
    <dgm:cxn modelId="{93118E97-F093-4089-A5A2-8565BEF64048}" type="presParOf" srcId="{493DEB30-7BF0-4101-97AB-5A2013F26998}" destId="{4E0EB16F-089A-48EB-96F4-3350DE7A3E15}" srcOrd="5" destOrd="0" presId="urn:microsoft.com/office/officeart/2005/8/layout/matrix1"/>
    <dgm:cxn modelId="{D4BF46CD-BB6B-4E44-9828-BC04F779A3D4}" type="presParOf" srcId="{493DEB30-7BF0-4101-97AB-5A2013F26998}" destId="{500E2E5D-E2B2-458C-9E02-5391EE2801B9}" srcOrd="6" destOrd="0" presId="urn:microsoft.com/office/officeart/2005/8/layout/matrix1"/>
    <dgm:cxn modelId="{F2096A7B-7EB5-4BB4-A7CE-7001EB1BD6C6}" type="presParOf" srcId="{493DEB30-7BF0-4101-97AB-5A2013F26998}" destId="{B6C15040-4277-4D5C-B888-D0224E87B501}" srcOrd="7" destOrd="0" presId="urn:microsoft.com/office/officeart/2005/8/layout/matrix1"/>
    <dgm:cxn modelId="{0634FC14-DD64-4DFC-8D1B-2EBE10A1B3C8}" type="presParOf" srcId="{46EE0417-3045-4D48-9017-A1E9D4E694DB}" destId="{A45B9BEE-F8F0-40B5-8A9E-45076427E5EC}"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B8100F3-6515-43F8-94C4-27DC81901220}"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fr-FR"/>
        </a:p>
      </dgm:t>
    </dgm:pt>
    <dgm:pt modelId="{13D63CF3-83E5-4DC0-8371-B67D94650D6E}">
      <dgm:prSet phldrT="[Texte]" phldr="0"/>
      <dgm:spPr/>
      <dgm:t>
        <a:bodyPr/>
        <a:lstStyle/>
        <a:p>
          <a:r>
            <a:rPr lang="fr-FR" dirty="0" err="1"/>
            <a:t>MLflow</a:t>
          </a:r>
          <a:endParaRPr lang="fr-FR" dirty="0"/>
        </a:p>
      </dgm:t>
    </dgm:pt>
    <dgm:pt modelId="{BA6E7F8F-E046-42B5-B5E3-814AC3453650}" type="parTrans" cxnId="{89422395-03F6-4D11-A43B-600CB88384D9}">
      <dgm:prSet/>
      <dgm:spPr/>
      <dgm:t>
        <a:bodyPr/>
        <a:lstStyle/>
        <a:p>
          <a:endParaRPr lang="fr-FR"/>
        </a:p>
      </dgm:t>
    </dgm:pt>
    <dgm:pt modelId="{35D6A135-0335-4CC8-9E01-57EF0068A037}" type="sibTrans" cxnId="{89422395-03F6-4D11-A43B-600CB88384D9}">
      <dgm:prSet/>
      <dgm:spPr/>
      <dgm:t>
        <a:bodyPr/>
        <a:lstStyle/>
        <a:p>
          <a:endParaRPr lang="fr-FR"/>
        </a:p>
      </dgm:t>
    </dgm:pt>
    <dgm:pt modelId="{39DB50A0-2B1B-4B2D-8D5C-A2CC8036E66B}">
      <dgm:prSet phldrT="[Texte]" phldr="0"/>
      <dgm:spPr/>
      <dgm:t>
        <a:bodyPr/>
        <a:lstStyle/>
        <a:p>
          <a:r>
            <a:rPr lang="fr-FR" dirty="0"/>
            <a:t>Chaque entrainement est un run</a:t>
          </a:r>
        </a:p>
      </dgm:t>
    </dgm:pt>
    <dgm:pt modelId="{F50F1D12-F57C-4DFE-B0B0-155BD7C41017}" type="parTrans" cxnId="{EA57F401-0ADF-4994-9398-2CAC7D04E621}">
      <dgm:prSet/>
      <dgm:spPr/>
      <dgm:t>
        <a:bodyPr/>
        <a:lstStyle/>
        <a:p>
          <a:endParaRPr lang="fr-FR"/>
        </a:p>
      </dgm:t>
    </dgm:pt>
    <dgm:pt modelId="{FAE8820E-E673-4619-A215-C9C5A8CDDCC4}" type="sibTrans" cxnId="{EA57F401-0ADF-4994-9398-2CAC7D04E621}">
      <dgm:prSet/>
      <dgm:spPr/>
      <dgm:t>
        <a:bodyPr/>
        <a:lstStyle/>
        <a:p>
          <a:endParaRPr lang="fr-FR"/>
        </a:p>
      </dgm:t>
    </dgm:pt>
    <dgm:pt modelId="{6BFB1690-4695-44BA-8A2D-E963849D3C4D}">
      <dgm:prSet phldrT="[Texte]" phldr="0"/>
      <dgm:spPr/>
      <dgm:t>
        <a:bodyPr/>
        <a:lstStyle/>
        <a:p>
          <a:r>
            <a:rPr lang="fr-FR" dirty="0"/>
            <a:t>Modèle accepté : nouvelle version + alias champion</a:t>
          </a:r>
        </a:p>
      </dgm:t>
    </dgm:pt>
    <dgm:pt modelId="{2F37BC47-39A0-4A8C-B656-BD186073CD4C}" type="parTrans" cxnId="{DBECFA64-9CF8-4C68-A10D-F52FF7CF9527}">
      <dgm:prSet/>
      <dgm:spPr/>
      <dgm:t>
        <a:bodyPr/>
        <a:lstStyle/>
        <a:p>
          <a:endParaRPr lang="fr-FR"/>
        </a:p>
      </dgm:t>
    </dgm:pt>
    <dgm:pt modelId="{8EA0B6C1-C0C2-417E-9E48-328F8EAE1416}" type="sibTrans" cxnId="{DBECFA64-9CF8-4C68-A10D-F52FF7CF9527}">
      <dgm:prSet/>
      <dgm:spPr/>
      <dgm:t>
        <a:bodyPr/>
        <a:lstStyle/>
        <a:p>
          <a:endParaRPr lang="fr-FR"/>
        </a:p>
      </dgm:t>
    </dgm:pt>
    <dgm:pt modelId="{A51263F2-F7BE-4447-9AAD-5485041398CF}">
      <dgm:prSet phldrT="[Texte]" phldr="0"/>
      <dgm:spPr/>
      <dgm:t>
        <a:bodyPr/>
        <a:lstStyle/>
        <a:p>
          <a:r>
            <a:rPr lang="fr-FR" dirty="0"/>
            <a:t>Promotion versionnée et </a:t>
          </a:r>
          <a:r>
            <a:rPr lang="fr-FR" dirty="0" err="1"/>
            <a:t>reversible</a:t>
          </a:r>
          <a:endParaRPr lang="fr-FR" dirty="0"/>
        </a:p>
      </dgm:t>
    </dgm:pt>
    <dgm:pt modelId="{3308D81B-6F44-469E-9DFE-FA75D1BE3EFA}" type="parTrans" cxnId="{D55F930B-0261-4A36-964D-21C7489D1E07}">
      <dgm:prSet/>
      <dgm:spPr/>
      <dgm:t>
        <a:bodyPr/>
        <a:lstStyle/>
        <a:p>
          <a:endParaRPr lang="fr-FR"/>
        </a:p>
      </dgm:t>
    </dgm:pt>
    <dgm:pt modelId="{39E6F54F-118C-45C2-AE40-081A8B4B7BBC}" type="sibTrans" cxnId="{D55F930B-0261-4A36-964D-21C7489D1E07}">
      <dgm:prSet/>
      <dgm:spPr/>
      <dgm:t>
        <a:bodyPr/>
        <a:lstStyle/>
        <a:p>
          <a:endParaRPr lang="fr-FR"/>
        </a:p>
      </dgm:t>
    </dgm:pt>
    <dgm:pt modelId="{0355111E-7D0B-4973-8AE9-463ABCEFBC5E}">
      <dgm:prSet phldrT="[Texte]" phldr="0"/>
      <dgm:spPr/>
      <dgm:t>
        <a:bodyPr/>
        <a:lstStyle/>
        <a:p>
          <a:r>
            <a:rPr lang="fr-FR" dirty="0"/>
            <a:t>Modèle rejeté : tracé mais modèle actif inchangé</a:t>
          </a:r>
        </a:p>
      </dgm:t>
    </dgm:pt>
    <dgm:pt modelId="{32AB9E42-3F99-44D9-8609-80B186A6E90A}" type="parTrans" cxnId="{275E1E23-4A2E-4357-AA8F-12F13DE8BD97}">
      <dgm:prSet/>
      <dgm:spPr/>
      <dgm:t>
        <a:bodyPr/>
        <a:lstStyle/>
        <a:p>
          <a:endParaRPr lang="fr-FR"/>
        </a:p>
      </dgm:t>
    </dgm:pt>
    <dgm:pt modelId="{7015A368-9FD2-4FF2-87C4-67E626876A0D}" type="sibTrans" cxnId="{275E1E23-4A2E-4357-AA8F-12F13DE8BD97}">
      <dgm:prSet/>
      <dgm:spPr/>
      <dgm:t>
        <a:bodyPr/>
        <a:lstStyle/>
        <a:p>
          <a:endParaRPr lang="fr-FR"/>
        </a:p>
      </dgm:t>
    </dgm:pt>
    <dgm:pt modelId="{2A3E8B8D-67B5-47BD-B523-E2A09175BE20}" type="pres">
      <dgm:prSet presAssocID="{2B8100F3-6515-43F8-94C4-27DC81901220}" presName="diagram" presStyleCnt="0">
        <dgm:presLayoutVars>
          <dgm:chMax val="1"/>
          <dgm:dir/>
          <dgm:animLvl val="ctr"/>
          <dgm:resizeHandles val="exact"/>
        </dgm:presLayoutVars>
      </dgm:prSet>
      <dgm:spPr/>
    </dgm:pt>
    <dgm:pt modelId="{92FDED6C-C4B5-4335-996D-681A281AA03D}" type="pres">
      <dgm:prSet presAssocID="{2B8100F3-6515-43F8-94C4-27DC81901220}" presName="matrix" presStyleCnt="0"/>
      <dgm:spPr/>
    </dgm:pt>
    <dgm:pt modelId="{E9A2C6F6-B4EC-430E-B0A6-27A9C435661E}" type="pres">
      <dgm:prSet presAssocID="{2B8100F3-6515-43F8-94C4-27DC81901220}" presName="tile1" presStyleLbl="node1" presStyleIdx="0" presStyleCnt="4"/>
      <dgm:spPr/>
    </dgm:pt>
    <dgm:pt modelId="{CAB2C5FF-C8BF-4EAD-B3AF-A18B0FBEB92C}" type="pres">
      <dgm:prSet presAssocID="{2B8100F3-6515-43F8-94C4-27DC81901220}" presName="tile1text" presStyleLbl="node1" presStyleIdx="0" presStyleCnt="4">
        <dgm:presLayoutVars>
          <dgm:chMax val="0"/>
          <dgm:chPref val="0"/>
          <dgm:bulletEnabled val="1"/>
        </dgm:presLayoutVars>
      </dgm:prSet>
      <dgm:spPr/>
    </dgm:pt>
    <dgm:pt modelId="{46E630F8-205E-4CAA-AA6E-F88E7325360E}" type="pres">
      <dgm:prSet presAssocID="{2B8100F3-6515-43F8-94C4-27DC81901220}" presName="tile2" presStyleLbl="node1" presStyleIdx="1" presStyleCnt="4"/>
      <dgm:spPr/>
    </dgm:pt>
    <dgm:pt modelId="{8E7EAAAF-7B74-43FD-9AE0-015BF0498B94}" type="pres">
      <dgm:prSet presAssocID="{2B8100F3-6515-43F8-94C4-27DC81901220}" presName="tile2text" presStyleLbl="node1" presStyleIdx="1" presStyleCnt="4">
        <dgm:presLayoutVars>
          <dgm:chMax val="0"/>
          <dgm:chPref val="0"/>
          <dgm:bulletEnabled val="1"/>
        </dgm:presLayoutVars>
      </dgm:prSet>
      <dgm:spPr/>
    </dgm:pt>
    <dgm:pt modelId="{DD52888D-4124-4D3D-A98E-37521E0D0AD5}" type="pres">
      <dgm:prSet presAssocID="{2B8100F3-6515-43F8-94C4-27DC81901220}" presName="tile3" presStyleLbl="node1" presStyleIdx="2" presStyleCnt="4"/>
      <dgm:spPr/>
    </dgm:pt>
    <dgm:pt modelId="{6EA9D1F1-B0B6-43EF-8FA1-34F143B222E6}" type="pres">
      <dgm:prSet presAssocID="{2B8100F3-6515-43F8-94C4-27DC81901220}" presName="tile3text" presStyleLbl="node1" presStyleIdx="2" presStyleCnt="4">
        <dgm:presLayoutVars>
          <dgm:chMax val="0"/>
          <dgm:chPref val="0"/>
          <dgm:bulletEnabled val="1"/>
        </dgm:presLayoutVars>
      </dgm:prSet>
      <dgm:spPr/>
    </dgm:pt>
    <dgm:pt modelId="{3872804C-6416-4C87-8F61-B0AE7E5F7BB3}" type="pres">
      <dgm:prSet presAssocID="{2B8100F3-6515-43F8-94C4-27DC81901220}" presName="tile4" presStyleLbl="node1" presStyleIdx="3" presStyleCnt="4"/>
      <dgm:spPr/>
    </dgm:pt>
    <dgm:pt modelId="{7BD2094E-A10E-420B-9C94-80157D0CED13}" type="pres">
      <dgm:prSet presAssocID="{2B8100F3-6515-43F8-94C4-27DC81901220}" presName="tile4text" presStyleLbl="node1" presStyleIdx="3" presStyleCnt="4">
        <dgm:presLayoutVars>
          <dgm:chMax val="0"/>
          <dgm:chPref val="0"/>
          <dgm:bulletEnabled val="1"/>
        </dgm:presLayoutVars>
      </dgm:prSet>
      <dgm:spPr/>
    </dgm:pt>
    <dgm:pt modelId="{D3A82691-AE7E-4D75-9D3F-400B2F154E14}" type="pres">
      <dgm:prSet presAssocID="{2B8100F3-6515-43F8-94C4-27DC81901220}" presName="centerTile" presStyleLbl="fgShp" presStyleIdx="0" presStyleCnt="1">
        <dgm:presLayoutVars>
          <dgm:chMax val="0"/>
          <dgm:chPref val="0"/>
        </dgm:presLayoutVars>
      </dgm:prSet>
      <dgm:spPr/>
    </dgm:pt>
  </dgm:ptLst>
  <dgm:cxnLst>
    <dgm:cxn modelId="{EA57F401-0ADF-4994-9398-2CAC7D04E621}" srcId="{13D63CF3-83E5-4DC0-8371-B67D94650D6E}" destId="{39DB50A0-2B1B-4B2D-8D5C-A2CC8036E66B}" srcOrd="0" destOrd="0" parTransId="{F50F1D12-F57C-4DFE-B0B0-155BD7C41017}" sibTransId="{FAE8820E-E673-4619-A215-C9C5A8CDDCC4}"/>
    <dgm:cxn modelId="{D55F930B-0261-4A36-964D-21C7489D1E07}" srcId="{13D63CF3-83E5-4DC0-8371-B67D94650D6E}" destId="{A51263F2-F7BE-4447-9AAD-5485041398CF}" srcOrd="2" destOrd="0" parTransId="{3308D81B-6F44-469E-9DFE-FA75D1BE3EFA}" sibTransId="{39E6F54F-118C-45C2-AE40-081A8B4B7BBC}"/>
    <dgm:cxn modelId="{055A701C-B9D7-49FC-8D87-9C67B145E529}" type="presOf" srcId="{39DB50A0-2B1B-4B2D-8D5C-A2CC8036E66B}" destId="{CAB2C5FF-C8BF-4EAD-B3AF-A18B0FBEB92C}" srcOrd="1" destOrd="0" presId="urn:microsoft.com/office/officeart/2005/8/layout/matrix1"/>
    <dgm:cxn modelId="{9AEE3A1D-5516-4392-B05E-242F36693325}" type="presOf" srcId="{6BFB1690-4695-44BA-8A2D-E963849D3C4D}" destId="{8E7EAAAF-7B74-43FD-9AE0-015BF0498B94}" srcOrd="1" destOrd="0" presId="urn:microsoft.com/office/officeart/2005/8/layout/matrix1"/>
    <dgm:cxn modelId="{275E1E23-4A2E-4357-AA8F-12F13DE8BD97}" srcId="{13D63CF3-83E5-4DC0-8371-B67D94650D6E}" destId="{0355111E-7D0B-4973-8AE9-463ABCEFBC5E}" srcOrd="3" destOrd="0" parTransId="{32AB9E42-3F99-44D9-8609-80B186A6E90A}" sibTransId="{7015A368-9FD2-4FF2-87C4-67E626876A0D}"/>
    <dgm:cxn modelId="{5073B139-2E2B-4E82-B0FC-C2CF7A3ECC5A}" type="presOf" srcId="{39DB50A0-2B1B-4B2D-8D5C-A2CC8036E66B}" destId="{E9A2C6F6-B4EC-430E-B0A6-27A9C435661E}" srcOrd="0" destOrd="0" presId="urn:microsoft.com/office/officeart/2005/8/layout/matrix1"/>
    <dgm:cxn modelId="{CD007E3B-54FE-4B12-8DEF-FD0A01537B42}" type="presOf" srcId="{13D63CF3-83E5-4DC0-8371-B67D94650D6E}" destId="{D3A82691-AE7E-4D75-9D3F-400B2F154E14}" srcOrd="0" destOrd="0" presId="urn:microsoft.com/office/officeart/2005/8/layout/matrix1"/>
    <dgm:cxn modelId="{DBECFA64-9CF8-4C68-A10D-F52FF7CF9527}" srcId="{13D63CF3-83E5-4DC0-8371-B67D94650D6E}" destId="{6BFB1690-4695-44BA-8A2D-E963849D3C4D}" srcOrd="1" destOrd="0" parTransId="{2F37BC47-39A0-4A8C-B656-BD186073CD4C}" sibTransId="{8EA0B6C1-C0C2-417E-9E48-328F8EAE1416}"/>
    <dgm:cxn modelId="{89422395-03F6-4D11-A43B-600CB88384D9}" srcId="{2B8100F3-6515-43F8-94C4-27DC81901220}" destId="{13D63CF3-83E5-4DC0-8371-B67D94650D6E}" srcOrd="0" destOrd="0" parTransId="{BA6E7F8F-E046-42B5-B5E3-814AC3453650}" sibTransId="{35D6A135-0335-4CC8-9E01-57EF0068A037}"/>
    <dgm:cxn modelId="{42E0CAA7-9AB7-4AE0-8C21-83FE318E3D4E}" type="presOf" srcId="{0355111E-7D0B-4973-8AE9-463ABCEFBC5E}" destId="{7BD2094E-A10E-420B-9C94-80157D0CED13}" srcOrd="1" destOrd="0" presId="urn:microsoft.com/office/officeart/2005/8/layout/matrix1"/>
    <dgm:cxn modelId="{E82D93B1-FE8A-4BE6-9CE0-7183847FA853}" type="presOf" srcId="{A51263F2-F7BE-4447-9AAD-5485041398CF}" destId="{DD52888D-4124-4D3D-A98E-37521E0D0AD5}" srcOrd="0" destOrd="0" presId="urn:microsoft.com/office/officeart/2005/8/layout/matrix1"/>
    <dgm:cxn modelId="{CB7B51BC-BA16-4937-8115-6646E9C111D2}" type="presOf" srcId="{2B8100F3-6515-43F8-94C4-27DC81901220}" destId="{2A3E8B8D-67B5-47BD-B523-E2A09175BE20}" srcOrd="0" destOrd="0" presId="urn:microsoft.com/office/officeart/2005/8/layout/matrix1"/>
    <dgm:cxn modelId="{B9C9F1D0-7446-4148-BDA4-853A1CE9C764}" type="presOf" srcId="{6BFB1690-4695-44BA-8A2D-E963849D3C4D}" destId="{46E630F8-205E-4CAA-AA6E-F88E7325360E}" srcOrd="0" destOrd="0" presId="urn:microsoft.com/office/officeart/2005/8/layout/matrix1"/>
    <dgm:cxn modelId="{8FF7F4DA-19A8-44A9-8650-167654400766}" type="presOf" srcId="{A51263F2-F7BE-4447-9AAD-5485041398CF}" destId="{6EA9D1F1-B0B6-43EF-8FA1-34F143B222E6}" srcOrd="1" destOrd="0" presId="urn:microsoft.com/office/officeart/2005/8/layout/matrix1"/>
    <dgm:cxn modelId="{8AFA11DF-35D8-40E9-8259-E70B3896DBD5}" type="presOf" srcId="{0355111E-7D0B-4973-8AE9-463ABCEFBC5E}" destId="{3872804C-6416-4C87-8F61-B0AE7E5F7BB3}" srcOrd="0" destOrd="0" presId="urn:microsoft.com/office/officeart/2005/8/layout/matrix1"/>
    <dgm:cxn modelId="{21C00AA6-427B-4005-999C-A7CCEABCC5AD}" type="presParOf" srcId="{2A3E8B8D-67B5-47BD-B523-E2A09175BE20}" destId="{92FDED6C-C4B5-4335-996D-681A281AA03D}" srcOrd="0" destOrd="0" presId="urn:microsoft.com/office/officeart/2005/8/layout/matrix1"/>
    <dgm:cxn modelId="{C60BF079-0C8A-4342-8E92-41CF8D51E5ED}" type="presParOf" srcId="{92FDED6C-C4B5-4335-996D-681A281AA03D}" destId="{E9A2C6F6-B4EC-430E-B0A6-27A9C435661E}" srcOrd="0" destOrd="0" presId="urn:microsoft.com/office/officeart/2005/8/layout/matrix1"/>
    <dgm:cxn modelId="{979B5B2D-5E2A-46F6-BF7F-0C0F310F691B}" type="presParOf" srcId="{92FDED6C-C4B5-4335-996D-681A281AA03D}" destId="{CAB2C5FF-C8BF-4EAD-B3AF-A18B0FBEB92C}" srcOrd="1" destOrd="0" presId="urn:microsoft.com/office/officeart/2005/8/layout/matrix1"/>
    <dgm:cxn modelId="{979E1D0A-9648-4C0B-9A80-B3AF40CD5F8E}" type="presParOf" srcId="{92FDED6C-C4B5-4335-996D-681A281AA03D}" destId="{46E630F8-205E-4CAA-AA6E-F88E7325360E}" srcOrd="2" destOrd="0" presId="urn:microsoft.com/office/officeart/2005/8/layout/matrix1"/>
    <dgm:cxn modelId="{FEEF99F8-15A9-47C1-8D92-376F2FDCAB3F}" type="presParOf" srcId="{92FDED6C-C4B5-4335-996D-681A281AA03D}" destId="{8E7EAAAF-7B74-43FD-9AE0-015BF0498B94}" srcOrd="3" destOrd="0" presId="urn:microsoft.com/office/officeart/2005/8/layout/matrix1"/>
    <dgm:cxn modelId="{986F539F-B7C7-41B5-BF7C-2ED67813187E}" type="presParOf" srcId="{92FDED6C-C4B5-4335-996D-681A281AA03D}" destId="{DD52888D-4124-4D3D-A98E-37521E0D0AD5}" srcOrd="4" destOrd="0" presId="urn:microsoft.com/office/officeart/2005/8/layout/matrix1"/>
    <dgm:cxn modelId="{C1BD7C59-DEE2-40A5-B1B6-4A4488137C75}" type="presParOf" srcId="{92FDED6C-C4B5-4335-996D-681A281AA03D}" destId="{6EA9D1F1-B0B6-43EF-8FA1-34F143B222E6}" srcOrd="5" destOrd="0" presId="urn:microsoft.com/office/officeart/2005/8/layout/matrix1"/>
    <dgm:cxn modelId="{1DF54820-E4A2-46A5-A269-CB1FD8DE9494}" type="presParOf" srcId="{92FDED6C-C4B5-4335-996D-681A281AA03D}" destId="{3872804C-6416-4C87-8F61-B0AE7E5F7BB3}" srcOrd="6" destOrd="0" presId="urn:microsoft.com/office/officeart/2005/8/layout/matrix1"/>
    <dgm:cxn modelId="{D753C597-CBC4-462A-8469-3A7F1DFCD861}" type="presParOf" srcId="{92FDED6C-C4B5-4335-996D-681A281AA03D}" destId="{7BD2094E-A10E-420B-9C94-80157D0CED13}" srcOrd="7" destOrd="0" presId="urn:microsoft.com/office/officeart/2005/8/layout/matrix1"/>
    <dgm:cxn modelId="{D22C604C-A6B6-4277-A4CA-1A339083A023}" type="presParOf" srcId="{2A3E8B8D-67B5-47BD-B523-E2A09175BE20}" destId="{D3A82691-AE7E-4D75-9D3F-400B2F154E14}" srcOrd="1" destOrd="0" presId="urn:microsoft.com/office/officeart/2005/8/layout/matrix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CE5C9E75-3810-4FBF-9018-481AB03F2559}" type="doc">
      <dgm:prSet loTypeId="urn:microsoft.com/office/officeart/2008/layout/PictureStrips" loCatId="list" qsTypeId="urn:microsoft.com/office/officeart/2005/8/quickstyle/simple1" qsCatId="simple" csTypeId="urn:microsoft.com/office/officeart/2005/8/colors/accent1_2" csCatId="accent1" phldr="1"/>
      <dgm:spPr/>
      <dgm:t>
        <a:bodyPr/>
        <a:lstStyle/>
        <a:p>
          <a:endParaRPr lang="fr-FR"/>
        </a:p>
      </dgm:t>
    </dgm:pt>
    <dgm:pt modelId="{D292F624-3248-4A81-BA2A-5BFF839E0DE0}">
      <dgm:prSet phldrT="[Texte]" custT="1"/>
      <dgm:spPr/>
      <dgm:t>
        <a:bodyPr/>
        <a:lstStyle/>
        <a:p>
          <a:pPr>
            <a:buNone/>
          </a:pPr>
          <a:r>
            <a:rPr lang="fr-FR" sz="1800" b="1" dirty="0"/>
            <a:t>Garde-fou de promotion incomplet</a:t>
          </a:r>
          <a:endParaRPr lang="fr-FR" sz="1800" dirty="0"/>
        </a:p>
      </dgm:t>
    </dgm:pt>
    <dgm:pt modelId="{F08382BC-92C0-467F-B893-6EEB1A54812B}" type="parTrans" cxnId="{DB40D9C9-10AC-4AF2-BAC3-3B8D102DAECE}">
      <dgm:prSet/>
      <dgm:spPr/>
      <dgm:t>
        <a:bodyPr/>
        <a:lstStyle/>
        <a:p>
          <a:endParaRPr lang="fr-FR"/>
        </a:p>
      </dgm:t>
    </dgm:pt>
    <dgm:pt modelId="{83A460E1-CC15-4AFE-B3F5-334E8361A086}" type="sibTrans" cxnId="{DB40D9C9-10AC-4AF2-BAC3-3B8D102DAECE}">
      <dgm:prSet/>
      <dgm:spPr/>
      <dgm:t>
        <a:bodyPr/>
        <a:lstStyle/>
        <a:p>
          <a:endParaRPr lang="fr-FR"/>
        </a:p>
      </dgm:t>
    </dgm:pt>
    <dgm:pt modelId="{D390D20B-B4E8-4F32-8191-7E7AAF4DA365}">
      <dgm:prSet phldrT="[Texte]" custT="1"/>
      <dgm:spPr/>
      <dgm:t>
        <a:bodyPr/>
        <a:lstStyle/>
        <a:p>
          <a:pPr>
            <a:buNone/>
          </a:pPr>
          <a:r>
            <a:rPr lang="fr-FR" sz="1800" b="1" dirty="0"/>
            <a:t>Procédure de rollback non validée</a:t>
          </a:r>
          <a:endParaRPr lang="fr-FR" sz="1800" dirty="0"/>
        </a:p>
      </dgm:t>
    </dgm:pt>
    <dgm:pt modelId="{E44406B5-84ED-46C0-8ABC-09E51CF05332}" type="parTrans" cxnId="{ADAF74B4-22BC-4938-B729-FECAB2819714}">
      <dgm:prSet/>
      <dgm:spPr/>
      <dgm:t>
        <a:bodyPr/>
        <a:lstStyle/>
        <a:p>
          <a:endParaRPr lang="fr-FR"/>
        </a:p>
      </dgm:t>
    </dgm:pt>
    <dgm:pt modelId="{62E9AE76-21AA-4683-8B97-F3D2B07F5408}" type="sibTrans" cxnId="{ADAF74B4-22BC-4938-B729-FECAB2819714}">
      <dgm:prSet/>
      <dgm:spPr/>
      <dgm:t>
        <a:bodyPr/>
        <a:lstStyle/>
        <a:p>
          <a:endParaRPr lang="fr-FR"/>
        </a:p>
      </dgm:t>
    </dgm:pt>
    <dgm:pt modelId="{F787E062-88AF-41FA-914D-EDD9F2A71F98}">
      <dgm:prSet phldrT="[Texte]" custT="1"/>
      <dgm:spPr/>
      <dgm:t>
        <a:bodyPr/>
        <a:lstStyle/>
        <a:p>
          <a:pPr>
            <a:buNone/>
          </a:pPr>
          <a:r>
            <a:rPr lang="fr-FR" sz="1800" b="1" dirty="0"/>
            <a:t>Surveillance des dérives non implémentée</a:t>
          </a:r>
          <a:endParaRPr lang="fr-FR" sz="1800" dirty="0"/>
        </a:p>
      </dgm:t>
    </dgm:pt>
    <dgm:pt modelId="{D2CDB589-F6A3-42F7-9A51-F9654553D616}" type="parTrans" cxnId="{97F1D0F5-D0A7-4485-9866-A9AB71232307}">
      <dgm:prSet/>
      <dgm:spPr/>
      <dgm:t>
        <a:bodyPr/>
        <a:lstStyle/>
        <a:p>
          <a:endParaRPr lang="fr-FR"/>
        </a:p>
      </dgm:t>
    </dgm:pt>
    <dgm:pt modelId="{EEC1B1E7-A6BA-45DB-BAE8-B749A1E1FA56}" type="sibTrans" cxnId="{97F1D0F5-D0A7-4485-9866-A9AB71232307}">
      <dgm:prSet/>
      <dgm:spPr/>
      <dgm:t>
        <a:bodyPr/>
        <a:lstStyle/>
        <a:p>
          <a:endParaRPr lang="fr-FR"/>
        </a:p>
      </dgm:t>
    </dgm:pt>
    <dgm:pt modelId="{A1AB5D74-9B73-416B-8956-7296ACD71217}">
      <dgm:prSet phldrT="[Texte]" custT="1"/>
      <dgm:spPr/>
      <dgm:t>
        <a:bodyPr/>
        <a:lstStyle/>
        <a:p>
          <a:pPr>
            <a:buNone/>
          </a:pPr>
          <a:r>
            <a:rPr lang="fr-FR" sz="1800" b="1" dirty="0"/>
            <a:t>Persistance </a:t>
          </a:r>
          <a:r>
            <a:rPr lang="fr-FR" sz="1800" b="1" dirty="0" err="1"/>
            <a:t>MLflow</a:t>
          </a:r>
          <a:r>
            <a:rPr lang="fr-FR" sz="1800" b="1" dirty="0"/>
            <a:t> non adaptée à la production</a:t>
          </a:r>
          <a:endParaRPr lang="fr-FR" sz="1800" dirty="0"/>
        </a:p>
      </dgm:t>
    </dgm:pt>
    <dgm:pt modelId="{71A994B6-6237-4B29-8368-67245D98E51D}" type="parTrans" cxnId="{99B534A7-C67F-4D4A-9281-BE6A3F333C97}">
      <dgm:prSet/>
      <dgm:spPr/>
      <dgm:t>
        <a:bodyPr/>
        <a:lstStyle/>
        <a:p>
          <a:endParaRPr lang="fr-FR"/>
        </a:p>
      </dgm:t>
    </dgm:pt>
    <dgm:pt modelId="{AE5E9851-4AFE-4515-8083-4969632E585F}" type="sibTrans" cxnId="{99B534A7-C67F-4D4A-9281-BE6A3F333C97}">
      <dgm:prSet/>
      <dgm:spPr/>
      <dgm:t>
        <a:bodyPr/>
        <a:lstStyle/>
        <a:p>
          <a:endParaRPr lang="fr-FR"/>
        </a:p>
      </dgm:t>
    </dgm:pt>
    <dgm:pt modelId="{FF86F761-84E2-44AD-867B-105D15E3CC97}">
      <dgm:prSet phldrT="[Texte]" custT="1"/>
      <dgm:spPr/>
      <dgm:t>
        <a:bodyPr/>
        <a:lstStyle/>
        <a:p>
          <a:pPr>
            <a:buNone/>
          </a:pPr>
          <a:r>
            <a:rPr lang="fr-FR" sz="1800" b="1" dirty="0"/>
            <a:t>Qualité des feedbacks à contrôler</a:t>
          </a:r>
          <a:endParaRPr lang="fr-FR" sz="1800" dirty="0"/>
        </a:p>
      </dgm:t>
    </dgm:pt>
    <dgm:pt modelId="{2C9D6648-5389-4AF3-9261-9C1875B8F2BE}" type="parTrans" cxnId="{E410743B-975C-4CFD-BA36-DDC0BAA97362}">
      <dgm:prSet/>
      <dgm:spPr/>
      <dgm:t>
        <a:bodyPr/>
        <a:lstStyle/>
        <a:p>
          <a:endParaRPr lang="fr-FR"/>
        </a:p>
      </dgm:t>
    </dgm:pt>
    <dgm:pt modelId="{1F4F2D26-0F19-46A4-9F38-240E7495CA3B}" type="sibTrans" cxnId="{E410743B-975C-4CFD-BA36-DDC0BAA97362}">
      <dgm:prSet/>
      <dgm:spPr/>
      <dgm:t>
        <a:bodyPr/>
        <a:lstStyle/>
        <a:p>
          <a:endParaRPr lang="fr-FR"/>
        </a:p>
      </dgm:t>
    </dgm:pt>
    <dgm:pt modelId="{8E0C03F4-7C50-43B6-BD30-9E7854096B25}">
      <dgm:prSet phldrT="[Texte]" custT="1"/>
      <dgm:spPr/>
      <dgm:t>
        <a:bodyPr/>
        <a:lstStyle/>
        <a:p>
          <a:pPr>
            <a:buNone/>
          </a:pPr>
          <a:r>
            <a:rPr lang="fr-FR" sz="1800" b="1" dirty="0"/>
            <a:t>Monitoring opérationnel incomplet</a:t>
          </a:r>
          <a:endParaRPr lang="fr-FR" sz="1800" dirty="0"/>
        </a:p>
      </dgm:t>
    </dgm:pt>
    <dgm:pt modelId="{91CE5F06-AF65-47F0-8EA5-60413780ACB0}" type="parTrans" cxnId="{BDC2C1A9-512E-4644-8AD7-66FDB0B47123}">
      <dgm:prSet/>
      <dgm:spPr/>
      <dgm:t>
        <a:bodyPr/>
        <a:lstStyle/>
        <a:p>
          <a:endParaRPr lang="fr-FR"/>
        </a:p>
      </dgm:t>
    </dgm:pt>
    <dgm:pt modelId="{EC3727A6-D38A-48CC-A85D-0EE2CB5C4781}" type="sibTrans" cxnId="{BDC2C1A9-512E-4644-8AD7-66FDB0B47123}">
      <dgm:prSet/>
      <dgm:spPr/>
      <dgm:t>
        <a:bodyPr/>
        <a:lstStyle/>
        <a:p>
          <a:endParaRPr lang="fr-FR"/>
        </a:p>
      </dgm:t>
    </dgm:pt>
    <dgm:pt modelId="{FBC9C298-7723-4DB9-A7E6-25B4257327C6}">
      <dgm:prSet phldrT="[Texte]" custT="1"/>
      <dgm:spPr/>
      <dgm:t>
        <a:bodyPr/>
        <a:lstStyle/>
        <a:p>
          <a:pPr>
            <a:buNone/>
          </a:pPr>
          <a:r>
            <a:rPr lang="fr-FR" sz="1800" b="1" dirty="0"/>
            <a:t>Validation humaine de la promotion absente</a:t>
          </a:r>
          <a:endParaRPr lang="fr-FR" sz="1800" dirty="0"/>
        </a:p>
      </dgm:t>
    </dgm:pt>
    <dgm:pt modelId="{370FF463-A764-42F7-9A93-431D6F53577E}" type="parTrans" cxnId="{9CE3B4BA-74DE-499F-9C68-B38CA13C6E46}">
      <dgm:prSet/>
      <dgm:spPr/>
      <dgm:t>
        <a:bodyPr/>
        <a:lstStyle/>
        <a:p>
          <a:endParaRPr lang="fr-FR"/>
        </a:p>
      </dgm:t>
    </dgm:pt>
    <dgm:pt modelId="{9A3ACCBD-8D32-43A0-B7DD-2FE5BBDE731C}" type="sibTrans" cxnId="{9CE3B4BA-74DE-499F-9C68-B38CA13C6E46}">
      <dgm:prSet/>
      <dgm:spPr/>
      <dgm:t>
        <a:bodyPr/>
        <a:lstStyle/>
        <a:p>
          <a:endParaRPr lang="fr-FR"/>
        </a:p>
      </dgm:t>
    </dgm:pt>
    <dgm:pt modelId="{6698905B-CB4D-407D-AEFC-B8EC1D34B022}">
      <dgm:prSet phldrT="[Texte]" phldr="0" custT="1"/>
      <dgm:spPr/>
      <dgm:t>
        <a:bodyPr/>
        <a:lstStyle/>
        <a:p>
          <a:r>
            <a:rPr lang="fr-FR" sz="1800" b="1" kern="1200" dirty="0">
              <a:solidFill>
                <a:prstClr val="black">
                  <a:hueOff val="0"/>
                  <a:satOff val="0"/>
                  <a:lumOff val="0"/>
                  <a:alphaOff val="0"/>
                </a:prstClr>
              </a:solidFill>
              <a:latin typeface="Biennale"/>
              <a:ea typeface="+mn-ea"/>
              <a:cs typeface="+mn-cs"/>
            </a:rPr>
            <a:t>Authentification d’accès</a:t>
          </a:r>
        </a:p>
      </dgm:t>
    </dgm:pt>
    <dgm:pt modelId="{A6A73E97-219B-4F78-AB09-D1FDE6313768}" type="parTrans" cxnId="{36E23207-1C72-4E59-8337-5736FF58C12C}">
      <dgm:prSet/>
      <dgm:spPr/>
      <dgm:t>
        <a:bodyPr/>
        <a:lstStyle/>
        <a:p>
          <a:endParaRPr lang="fr-FR"/>
        </a:p>
      </dgm:t>
    </dgm:pt>
    <dgm:pt modelId="{E69AB5DA-A8AD-437D-BB1E-D908AE0C3659}" type="sibTrans" cxnId="{36E23207-1C72-4E59-8337-5736FF58C12C}">
      <dgm:prSet/>
      <dgm:spPr/>
      <dgm:t>
        <a:bodyPr/>
        <a:lstStyle/>
        <a:p>
          <a:endParaRPr lang="fr-FR"/>
        </a:p>
      </dgm:t>
    </dgm:pt>
    <dgm:pt modelId="{0E120230-2DC4-4BAB-84B3-78DF819156D2}" type="pres">
      <dgm:prSet presAssocID="{CE5C9E75-3810-4FBF-9018-481AB03F2559}" presName="Name0" presStyleCnt="0">
        <dgm:presLayoutVars>
          <dgm:dir/>
          <dgm:resizeHandles val="exact"/>
        </dgm:presLayoutVars>
      </dgm:prSet>
      <dgm:spPr/>
    </dgm:pt>
    <dgm:pt modelId="{66CD5ED2-186F-4C5A-81B2-F1A441E6F817}" type="pres">
      <dgm:prSet presAssocID="{D292F624-3248-4A81-BA2A-5BFF839E0DE0}" presName="composite" presStyleCnt="0"/>
      <dgm:spPr/>
    </dgm:pt>
    <dgm:pt modelId="{47942C33-396D-4E75-9C9E-88EDD081CB0C}" type="pres">
      <dgm:prSet presAssocID="{D292F624-3248-4A81-BA2A-5BFF839E0DE0}" presName="rect1" presStyleLbl="trAlignAcc1" presStyleIdx="0" presStyleCnt="8">
        <dgm:presLayoutVars>
          <dgm:bulletEnabled val="1"/>
        </dgm:presLayoutVars>
      </dgm:prSet>
      <dgm:spPr/>
    </dgm:pt>
    <dgm:pt modelId="{1E36CACF-456E-4484-8923-338E64D15189}" type="pres">
      <dgm:prSet presAssocID="{D292F624-3248-4A81-BA2A-5BFF839E0DE0}" presName="rect2" presStyleLbl="fgImgPlace1" presStyleIdx="0" presStyleCnt="8"/>
      <dgm:spPr>
        <a:blipFill>
          <a:blip xmlns:r="http://schemas.openxmlformats.org/officeDocument/2006/relationships" r:embed="rId1"/>
          <a:srcRect/>
          <a:stretch>
            <a:fillRect l="-7000" r="-7000"/>
          </a:stretch>
        </a:blipFill>
      </dgm:spPr>
    </dgm:pt>
    <dgm:pt modelId="{6D45DF21-91F3-48A2-BA99-B5AC548E63A1}" type="pres">
      <dgm:prSet presAssocID="{83A460E1-CC15-4AFE-B3F5-334E8361A086}" presName="sibTrans" presStyleCnt="0"/>
      <dgm:spPr/>
    </dgm:pt>
    <dgm:pt modelId="{6F58D343-6EC8-4408-B955-9814BFA26064}" type="pres">
      <dgm:prSet presAssocID="{8E0C03F4-7C50-43B6-BD30-9E7854096B25}" presName="composite" presStyleCnt="0"/>
      <dgm:spPr/>
    </dgm:pt>
    <dgm:pt modelId="{6A3A0206-CD38-4355-9E2E-6E1946386658}" type="pres">
      <dgm:prSet presAssocID="{8E0C03F4-7C50-43B6-BD30-9E7854096B25}" presName="rect1" presStyleLbl="trAlignAcc1" presStyleIdx="1" presStyleCnt="8">
        <dgm:presLayoutVars>
          <dgm:bulletEnabled val="1"/>
        </dgm:presLayoutVars>
      </dgm:prSet>
      <dgm:spPr/>
    </dgm:pt>
    <dgm:pt modelId="{4BBC4925-965E-4804-A7F2-83FD75165287}" type="pres">
      <dgm:prSet presAssocID="{8E0C03F4-7C50-43B6-BD30-9E7854096B25}" presName="rect2" presStyleLbl="fgImgPlace1" presStyleIdx="1" presStyleCnt="8"/>
      <dgm:spPr>
        <a:blipFill>
          <a:blip xmlns:r="http://schemas.openxmlformats.org/officeDocument/2006/relationships" r:embed="rId2"/>
          <a:srcRect/>
          <a:stretch>
            <a:fillRect l="-1000" r="-1000"/>
          </a:stretch>
        </a:blipFill>
      </dgm:spPr>
    </dgm:pt>
    <dgm:pt modelId="{E70A8C0E-6E8F-4BB8-B47D-E10065AC9EAD}" type="pres">
      <dgm:prSet presAssocID="{EC3727A6-D38A-48CC-A85D-0EE2CB5C4781}" presName="sibTrans" presStyleCnt="0"/>
      <dgm:spPr/>
    </dgm:pt>
    <dgm:pt modelId="{5E4EFC62-5F5F-4EFD-8FA4-CF3EF2C42A07}" type="pres">
      <dgm:prSet presAssocID="{A1AB5D74-9B73-416B-8956-7296ACD71217}" presName="composite" presStyleCnt="0"/>
      <dgm:spPr/>
    </dgm:pt>
    <dgm:pt modelId="{67363C72-C714-4A81-BABD-BF1F54FD8CD9}" type="pres">
      <dgm:prSet presAssocID="{A1AB5D74-9B73-416B-8956-7296ACD71217}" presName="rect1" presStyleLbl="trAlignAcc1" presStyleIdx="2" presStyleCnt="8">
        <dgm:presLayoutVars>
          <dgm:bulletEnabled val="1"/>
        </dgm:presLayoutVars>
      </dgm:prSet>
      <dgm:spPr/>
    </dgm:pt>
    <dgm:pt modelId="{DE3E722B-3525-47C2-9BBE-27D5B580C47A}" type="pres">
      <dgm:prSet presAssocID="{A1AB5D74-9B73-416B-8956-7296ACD71217}" presName="rect2" presStyleLbl="fgImgPlace1" presStyleIdx="2" presStyleCnt="8"/>
      <dgm:spPr>
        <a:blipFill>
          <a:blip xmlns:r="http://schemas.openxmlformats.org/officeDocument/2006/relationships" r:embed="rId3"/>
          <a:srcRect/>
          <a:stretch>
            <a:fillRect/>
          </a:stretch>
        </a:blipFill>
      </dgm:spPr>
    </dgm:pt>
    <dgm:pt modelId="{19E212C6-B51B-412F-835C-161F4C6912FC}" type="pres">
      <dgm:prSet presAssocID="{AE5E9851-4AFE-4515-8083-4969632E585F}" presName="sibTrans" presStyleCnt="0"/>
      <dgm:spPr/>
    </dgm:pt>
    <dgm:pt modelId="{824801ED-E01E-40F9-B2BD-6E6383BEA941}" type="pres">
      <dgm:prSet presAssocID="{FBC9C298-7723-4DB9-A7E6-25B4257327C6}" presName="composite" presStyleCnt="0"/>
      <dgm:spPr/>
    </dgm:pt>
    <dgm:pt modelId="{4025D754-C8A5-4907-851B-6805999D4E6F}" type="pres">
      <dgm:prSet presAssocID="{FBC9C298-7723-4DB9-A7E6-25B4257327C6}" presName="rect1" presStyleLbl="trAlignAcc1" presStyleIdx="3" presStyleCnt="8" custLinFactNeighborX="-823">
        <dgm:presLayoutVars>
          <dgm:bulletEnabled val="1"/>
        </dgm:presLayoutVars>
      </dgm:prSet>
      <dgm:spPr/>
    </dgm:pt>
    <dgm:pt modelId="{CC2AE3BE-B86A-4C7A-826B-30C35F70A0D2}" type="pres">
      <dgm:prSet presAssocID="{FBC9C298-7723-4DB9-A7E6-25B4257327C6}" presName="rect2" presStyleLbl="fgImgPlace1" presStyleIdx="3" presStyleCnt="8"/>
      <dgm:spPr>
        <a:blipFill>
          <a:blip xmlns:r="http://schemas.openxmlformats.org/officeDocument/2006/relationships" r:embed="rId4"/>
          <a:srcRect/>
          <a:stretch>
            <a:fillRect t="-4000" b="-4000"/>
          </a:stretch>
        </a:blipFill>
      </dgm:spPr>
    </dgm:pt>
    <dgm:pt modelId="{AD03DA87-22F0-48B6-A5AB-2C62CA99BA8E}" type="pres">
      <dgm:prSet presAssocID="{9A3ACCBD-8D32-43A0-B7DD-2FE5BBDE731C}" presName="sibTrans" presStyleCnt="0"/>
      <dgm:spPr/>
    </dgm:pt>
    <dgm:pt modelId="{355E50DB-1930-483F-B632-45AD3247DA63}" type="pres">
      <dgm:prSet presAssocID="{FF86F761-84E2-44AD-867B-105D15E3CC97}" presName="composite" presStyleCnt="0"/>
      <dgm:spPr/>
    </dgm:pt>
    <dgm:pt modelId="{A413582D-157A-4A28-81A4-1AAB434F5A4C}" type="pres">
      <dgm:prSet presAssocID="{FF86F761-84E2-44AD-867B-105D15E3CC97}" presName="rect1" presStyleLbl="trAlignAcc1" presStyleIdx="4" presStyleCnt="8">
        <dgm:presLayoutVars>
          <dgm:bulletEnabled val="1"/>
        </dgm:presLayoutVars>
      </dgm:prSet>
      <dgm:spPr/>
    </dgm:pt>
    <dgm:pt modelId="{4FE825E9-62F1-46C2-A423-DC6425A126CA}" type="pres">
      <dgm:prSet presAssocID="{FF86F761-84E2-44AD-867B-105D15E3CC97}" presName="rect2" presStyleLbl="fgImgPlace1" presStyleIdx="4" presStyleCnt="8"/>
      <dgm:spPr>
        <a:blipFill>
          <a:blip xmlns:r="http://schemas.openxmlformats.org/officeDocument/2006/relationships" r:embed="rId5"/>
          <a:srcRect/>
          <a:stretch>
            <a:fillRect l="-2000" r="-2000"/>
          </a:stretch>
        </a:blipFill>
      </dgm:spPr>
    </dgm:pt>
    <dgm:pt modelId="{134BC75A-D433-4E34-844B-433FC934CFF2}" type="pres">
      <dgm:prSet presAssocID="{1F4F2D26-0F19-46A4-9F38-240E7495CA3B}" presName="sibTrans" presStyleCnt="0"/>
      <dgm:spPr/>
    </dgm:pt>
    <dgm:pt modelId="{085C531E-8F0B-4740-96B9-AD4293270CEE}" type="pres">
      <dgm:prSet presAssocID="{F787E062-88AF-41FA-914D-EDD9F2A71F98}" presName="composite" presStyleCnt="0"/>
      <dgm:spPr/>
    </dgm:pt>
    <dgm:pt modelId="{BB133957-55F1-4184-9002-155ED87BFF0D}" type="pres">
      <dgm:prSet presAssocID="{F787E062-88AF-41FA-914D-EDD9F2A71F98}" presName="rect1" presStyleLbl="trAlignAcc1" presStyleIdx="5" presStyleCnt="8">
        <dgm:presLayoutVars>
          <dgm:bulletEnabled val="1"/>
        </dgm:presLayoutVars>
      </dgm:prSet>
      <dgm:spPr/>
    </dgm:pt>
    <dgm:pt modelId="{7ACC051E-CB19-4D89-87A9-363FCCD7DF6B}" type="pres">
      <dgm:prSet presAssocID="{F787E062-88AF-41FA-914D-EDD9F2A71F98}" presName="rect2" presStyleLbl="fgImgPlace1" presStyleIdx="5" presStyleCnt="8"/>
      <dgm:spPr>
        <a:blipFill>
          <a:blip xmlns:r="http://schemas.openxmlformats.org/officeDocument/2006/relationships" r:embed="rId6"/>
          <a:srcRect/>
          <a:stretch>
            <a:fillRect l="-4000" r="-4000"/>
          </a:stretch>
        </a:blipFill>
      </dgm:spPr>
    </dgm:pt>
    <dgm:pt modelId="{B46CFE66-D3F5-42FD-BE18-7FF189BD7EA8}" type="pres">
      <dgm:prSet presAssocID="{EEC1B1E7-A6BA-45DB-BAE8-B749A1E1FA56}" presName="sibTrans" presStyleCnt="0"/>
      <dgm:spPr/>
    </dgm:pt>
    <dgm:pt modelId="{049CAB44-13DE-4504-9880-F19F829EF225}" type="pres">
      <dgm:prSet presAssocID="{D390D20B-B4E8-4F32-8191-7E7AAF4DA365}" presName="composite" presStyleCnt="0"/>
      <dgm:spPr/>
    </dgm:pt>
    <dgm:pt modelId="{2B1A101A-7A78-40C7-9332-728D6ACC9AFF}" type="pres">
      <dgm:prSet presAssocID="{D390D20B-B4E8-4F32-8191-7E7AAF4DA365}" presName="rect1" presStyleLbl="trAlignAcc1" presStyleIdx="6" presStyleCnt="8">
        <dgm:presLayoutVars>
          <dgm:bulletEnabled val="1"/>
        </dgm:presLayoutVars>
      </dgm:prSet>
      <dgm:spPr/>
    </dgm:pt>
    <dgm:pt modelId="{8362B0E0-A977-4993-8EDB-AA285CC1C824}" type="pres">
      <dgm:prSet presAssocID="{D390D20B-B4E8-4F32-8191-7E7AAF4DA365}" presName="rect2" presStyleLbl="fgImgPlace1" presStyleIdx="6" presStyleCnt="8"/>
      <dgm:spPr>
        <a:blipFill>
          <a:blip xmlns:r="http://schemas.openxmlformats.org/officeDocument/2006/relationships" r:embed="rId7"/>
          <a:srcRect/>
          <a:stretch>
            <a:fillRect l="-21000" r="-21000"/>
          </a:stretch>
        </a:blipFill>
      </dgm:spPr>
    </dgm:pt>
    <dgm:pt modelId="{879069AE-20D9-4CA1-8A0F-CE11459D0BF1}" type="pres">
      <dgm:prSet presAssocID="{62E9AE76-21AA-4683-8B97-F3D2B07F5408}" presName="sibTrans" presStyleCnt="0"/>
      <dgm:spPr/>
    </dgm:pt>
    <dgm:pt modelId="{823C427B-FF11-4E32-B2D6-3EB73060F403}" type="pres">
      <dgm:prSet presAssocID="{6698905B-CB4D-407D-AEFC-B8EC1D34B022}" presName="composite" presStyleCnt="0"/>
      <dgm:spPr/>
    </dgm:pt>
    <dgm:pt modelId="{E7813470-3E3A-45CC-A59A-F95B0213983A}" type="pres">
      <dgm:prSet presAssocID="{6698905B-CB4D-407D-AEFC-B8EC1D34B022}" presName="rect1" presStyleLbl="trAlignAcc1" presStyleIdx="7" presStyleCnt="8">
        <dgm:presLayoutVars>
          <dgm:bulletEnabled val="1"/>
        </dgm:presLayoutVars>
      </dgm:prSet>
      <dgm:spPr/>
    </dgm:pt>
    <dgm:pt modelId="{98F11F95-9235-4611-A33C-5F2D192B2F10}" type="pres">
      <dgm:prSet presAssocID="{6698905B-CB4D-407D-AEFC-B8EC1D34B022}" presName="rect2" presStyleLbl="fgImgPlace1" presStyleIdx="7" presStyleCnt="8"/>
      <dgm:spPr>
        <a:blipFill>
          <a:blip xmlns:r="http://schemas.openxmlformats.org/officeDocument/2006/relationships" r:embed="rId8"/>
          <a:srcRect/>
          <a:stretch>
            <a:fillRect l="-25000" r="-25000"/>
          </a:stretch>
        </a:blipFill>
      </dgm:spPr>
    </dgm:pt>
  </dgm:ptLst>
  <dgm:cxnLst>
    <dgm:cxn modelId="{4F32BC03-EA91-4799-B2BE-1593707C83D9}" type="presOf" srcId="{FF86F761-84E2-44AD-867B-105D15E3CC97}" destId="{A413582D-157A-4A28-81A4-1AAB434F5A4C}" srcOrd="0" destOrd="0" presId="urn:microsoft.com/office/officeart/2008/layout/PictureStrips"/>
    <dgm:cxn modelId="{00C05804-E1BE-468F-928D-B6FF54F5C916}" type="presOf" srcId="{D292F624-3248-4A81-BA2A-5BFF839E0DE0}" destId="{47942C33-396D-4E75-9C9E-88EDD081CB0C}" srcOrd="0" destOrd="0" presId="urn:microsoft.com/office/officeart/2008/layout/PictureStrips"/>
    <dgm:cxn modelId="{36E23207-1C72-4E59-8337-5736FF58C12C}" srcId="{CE5C9E75-3810-4FBF-9018-481AB03F2559}" destId="{6698905B-CB4D-407D-AEFC-B8EC1D34B022}" srcOrd="7" destOrd="0" parTransId="{A6A73E97-219B-4F78-AB09-D1FDE6313768}" sibTransId="{E69AB5DA-A8AD-437D-BB1E-D908AE0C3659}"/>
    <dgm:cxn modelId="{E410743B-975C-4CFD-BA36-DDC0BAA97362}" srcId="{CE5C9E75-3810-4FBF-9018-481AB03F2559}" destId="{FF86F761-84E2-44AD-867B-105D15E3CC97}" srcOrd="4" destOrd="0" parTransId="{2C9D6648-5389-4AF3-9261-9C1875B8F2BE}" sibTransId="{1F4F2D26-0F19-46A4-9F38-240E7495CA3B}"/>
    <dgm:cxn modelId="{C807C784-3EC2-463A-8314-BB5DC1254FDB}" type="presOf" srcId="{CE5C9E75-3810-4FBF-9018-481AB03F2559}" destId="{0E120230-2DC4-4BAB-84B3-78DF819156D2}" srcOrd="0" destOrd="0" presId="urn:microsoft.com/office/officeart/2008/layout/PictureStrips"/>
    <dgm:cxn modelId="{2520109E-5CD3-4DED-A848-82611779D9B9}" type="presOf" srcId="{F787E062-88AF-41FA-914D-EDD9F2A71F98}" destId="{BB133957-55F1-4184-9002-155ED87BFF0D}" srcOrd="0" destOrd="0" presId="urn:microsoft.com/office/officeart/2008/layout/PictureStrips"/>
    <dgm:cxn modelId="{5292DFA1-3510-408F-9EB7-C7CC57980A09}" type="presOf" srcId="{6698905B-CB4D-407D-AEFC-B8EC1D34B022}" destId="{E7813470-3E3A-45CC-A59A-F95B0213983A}" srcOrd="0" destOrd="0" presId="urn:microsoft.com/office/officeart/2008/layout/PictureStrips"/>
    <dgm:cxn modelId="{99B534A7-C67F-4D4A-9281-BE6A3F333C97}" srcId="{CE5C9E75-3810-4FBF-9018-481AB03F2559}" destId="{A1AB5D74-9B73-416B-8956-7296ACD71217}" srcOrd="2" destOrd="0" parTransId="{71A994B6-6237-4B29-8368-67245D98E51D}" sibTransId="{AE5E9851-4AFE-4515-8083-4969632E585F}"/>
    <dgm:cxn modelId="{BDC2C1A9-512E-4644-8AD7-66FDB0B47123}" srcId="{CE5C9E75-3810-4FBF-9018-481AB03F2559}" destId="{8E0C03F4-7C50-43B6-BD30-9E7854096B25}" srcOrd="1" destOrd="0" parTransId="{91CE5F06-AF65-47F0-8EA5-60413780ACB0}" sibTransId="{EC3727A6-D38A-48CC-A85D-0EE2CB5C4781}"/>
    <dgm:cxn modelId="{ADAF74B4-22BC-4938-B729-FECAB2819714}" srcId="{CE5C9E75-3810-4FBF-9018-481AB03F2559}" destId="{D390D20B-B4E8-4F32-8191-7E7AAF4DA365}" srcOrd="6" destOrd="0" parTransId="{E44406B5-84ED-46C0-8ABC-09E51CF05332}" sibTransId="{62E9AE76-21AA-4683-8B97-F3D2B07F5408}"/>
    <dgm:cxn modelId="{53BE31B6-7BF8-44D7-BC0A-053E3FFD262C}" type="presOf" srcId="{8E0C03F4-7C50-43B6-BD30-9E7854096B25}" destId="{6A3A0206-CD38-4355-9E2E-6E1946386658}" srcOrd="0" destOrd="0" presId="urn:microsoft.com/office/officeart/2008/layout/PictureStrips"/>
    <dgm:cxn modelId="{9CE3B4BA-74DE-499F-9C68-B38CA13C6E46}" srcId="{CE5C9E75-3810-4FBF-9018-481AB03F2559}" destId="{FBC9C298-7723-4DB9-A7E6-25B4257327C6}" srcOrd="3" destOrd="0" parTransId="{370FF463-A764-42F7-9A93-431D6F53577E}" sibTransId="{9A3ACCBD-8D32-43A0-B7DD-2FE5BBDE731C}"/>
    <dgm:cxn modelId="{DB40D9C9-10AC-4AF2-BAC3-3B8D102DAECE}" srcId="{CE5C9E75-3810-4FBF-9018-481AB03F2559}" destId="{D292F624-3248-4A81-BA2A-5BFF839E0DE0}" srcOrd="0" destOrd="0" parTransId="{F08382BC-92C0-467F-B893-6EEB1A54812B}" sibTransId="{83A460E1-CC15-4AFE-B3F5-334E8361A086}"/>
    <dgm:cxn modelId="{258503D7-81AB-4E0D-9CA1-1BBAB81A11E4}" type="presOf" srcId="{A1AB5D74-9B73-416B-8956-7296ACD71217}" destId="{67363C72-C714-4A81-BABD-BF1F54FD8CD9}" srcOrd="0" destOrd="0" presId="urn:microsoft.com/office/officeart/2008/layout/PictureStrips"/>
    <dgm:cxn modelId="{E98C55EB-E274-4337-937A-7FF08B2FCA82}" type="presOf" srcId="{FBC9C298-7723-4DB9-A7E6-25B4257327C6}" destId="{4025D754-C8A5-4907-851B-6805999D4E6F}" srcOrd="0" destOrd="0" presId="urn:microsoft.com/office/officeart/2008/layout/PictureStrips"/>
    <dgm:cxn modelId="{28F918F1-E94C-40C4-8A01-4B780A6CFD33}" type="presOf" srcId="{D390D20B-B4E8-4F32-8191-7E7AAF4DA365}" destId="{2B1A101A-7A78-40C7-9332-728D6ACC9AFF}" srcOrd="0" destOrd="0" presId="urn:microsoft.com/office/officeart/2008/layout/PictureStrips"/>
    <dgm:cxn modelId="{97F1D0F5-D0A7-4485-9866-A9AB71232307}" srcId="{CE5C9E75-3810-4FBF-9018-481AB03F2559}" destId="{F787E062-88AF-41FA-914D-EDD9F2A71F98}" srcOrd="5" destOrd="0" parTransId="{D2CDB589-F6A3-42F7-9A51-F9654553D616}" sibTransId="{EEC1B1E7-A6BA-45DB-BAE8-B749A1E1FA56}"/>
    <dgm:cxn modelId="{9BEF79C5-0A44-46D8-9001-2632575E1F91}" type="presParOf" srcId="{0E120230-2DC4-4BAB-84B3-78DF819156D2}" destId="{66CD5ED2-186F-4C5A-81B2-F1A441E6F817}" srcOrd="0" destOrd="0" presId="urn:microsoft.com/office/officeart/2008/layout/PictureStrips"/>
    <dgm:cxn modelId="{A482887F-F2F5-4E3D-B1B1-A553F601642A}" type="presParOf" srcId="{66CD5ED2-186F-4C5A-81B2-F1A441E6F817}" destId="{47942C33-396D-4E75-9C9E-88EDD081CB0C}" srcOrd="0" destOrd="0" presId="urn:microsoft.com/office/officeart/2008/layout/PictureStrips"/>
    <dgm:cxn modelId="{3109FBBF-34AA-4084-8F2E-E4442C529699}" type="presParOf" srcId="{66CD5ED2-186F-4C5A-81B2-F1A441E6F817}" destId="{1E36CACF-456E-4484-8923-338E64D15189}" srcOrd="1" destOrd="0" presId="urn:microsoft.com/office/officeart/2008/layout/PictureStrips"/>
    <dgm:cxn modelId="{C5339E19-FAE2-4F88-B8E2-85B34CC016BA}" type="presParOf" srcId="{0E120230-2DC4-4BAB-84B3-78DF819156D2}" destId="{6D45DF21-91F3-48A2-BA99-B5AC548E63A1}" srcOrd="1" destOrd="0" presId="urn:microsoft.com/office/officeart/2008/layout/PictureStrips"/>
    <dgm:cxn modelId="{071C0F48-4C58-477F-BB68-C5456E7C5DCA}" type="presParOf" srcId="{0E120230-2DC4-4BAB-84B3-78DF819156D2}" destId="{6F58D343-6EC8-4408-B955-9814BFA26064}" srcOrd="2" destOrd="0" presId="urn:microsoft.com/office/officeart/2008/layout/PictureStrips"/>
    <dgm:cxn modelId="{B178D7D4-A0D1-4766-909C-B6DDB095527A}" type="presParOf" srcId="{6F58D343-6EC8-4408-B955-9814BFA26064}" destId="{6A3A0206-CD38-4355-9E2E-6E1946386658}" srcOrd="0" destOrd="0" presId="urn:microsoft.com/office/officeart/2008/layout/PictureStrips"/>
    <dgm:cxn modelId="{71A99444-0C5C-4789-8F94-47AFCC1844F0}" type="presParOf" srcId="{6F58D343-6EC8-4408-B955-9814BFA26064}" destId="{4BBC4925-965E-4804-A7F2-83FD75165287}" srcOrd="1" destOrd="0" presId="urn:microsoft.com/office/officeart/2008/layout/PictureStrips"/>
    <dgm:cxn modelId="{8BA1C434-E478-432E-9915-186F33A88A8E}" type="presParOf" srcId="{0E120230-2DC4-4BAB-84B3-78DF819156D2}" destId="{E70A8C0E-6E8F-4BB8-B47D-E10065AC9EAD}" srcOrd="3" destOrd="0" presId="urn:microsoft.com/office/officeart/2008/layout/PictureStrips"/>
    <dgm:cxn modelId="{F0C55341-1CDC-4EBF-9E3A-0B0B25513881}" type="presParOf" srcId="{0E120230-2DC4-4BAB-84B3-78DF819156D2}" destId="{5E4EFC62-5F5F-4EFD-8FA4-CF3EF2C42A07}" srcOrd="4" destOrd="0" presId="urn:microsoft.com/office/officeart/2008/layout/PictureStrips"/>
    <dgm:cxn modelId="{057A9B66-9BC5-485F-AEFB-C613A81FBD4B}" type="presParOf" srcId="{5E4EFC62-5F5F-4EFD-8FA4-CF3EF2C42A07}" destId="{67363C72-C714-4A81-BABD-BF1F54FD8CD9}" srcOrd="0" destOrd="0" presId="urn:microsoft.com/office/officeart/2008/layout/PictureStrips"/>
    <dgm:cxn modelId="{26354E39-2E2D-4155-964F-A429B5D8A051}" type="presParOf" srcId="{5E4EFC62-5F5F-4EFD-8FA4-CF3EF2C42A07}" destId="{DE3E722B-3525-47C2-9BBE-27D5B580C47A}" srcOrd="1" destOrd="0" presId="urn:microsoft.com/office/officeart/2008/layout/PictureStrips"/>
    <dgm:cxn modelId="{0F0A3A93-F365-4E4C-8EED-B3170B0BDDE4}" type="presParOf" srcId="{0E120230-2DC4-4BAB-84B3-78DF819156D2}" destId="{19E212C6-B51B-412F-835C-161F4C6912FC}" srcOrd="5" destOrd="0" presId="urn:microsoft.com/office/officeart/2008/layout/PictureStrips"/>
    <dgm:cxn modelId="{4E367402-FA5A-4E87-8AAC-D822DB5FDE02}" type="presParOf" srcId="{0E120230-2DC4-4BAB-84B3-78DF819156D2}" destId="{824801ED-E01E-40F9-B2BD-6E6383BEA941}" srcOrd="6" destOrd="0" presId="urn:microsoft.com/office/officeart/2008/layout/PictureStrips"/>
    <dgm:cxn modelId="{70E9D1B3-5C39-42AB-8ACC-EE7D49794F18}" type="presParOf" srcId="{824801ED-E01E-40F9-B2BD-6E6383BEA941}" destId="{4025D754-C8A5-4907-851B-6805999D4E6F}" srcOrd="0" destOrd="0" presId="urn:microsoft.com/office/officeart/2008/layout/PictureStrips"/>
    <dgm:cxn modelId="{28866D58-3A6D-4914-BD34-5D8617C8A048}" type="presParOf" srcId="{824801ED-E01E-40F9-B2BD-6E6383BEA941}" destId="{CC2AE3BE-B86A-4C7A-826B-30C35F70A0D2}" srcOrd="1" destOrd="0" presId="urn:microsoft.com/office/officeart/2008/layout/PictureStrips"/>
    <dgm:cxn modelId="{1224D6DB-B61F-449E-A847-79F51B0487AC}" type="presParOf" srcId="{0E120230-2DC4-4BAB-84B3-78DF819156D2}" destId="{AD03DA87-22F0-48B6-A5AB-2C62CA99BA8E}" srcOrd="7" destOrd="0" presId="urn:microsoft.com/office/officeart/2008/layout/PictureStrips"/>
    <dgm:cxn modelId="{E1176BE8-331B-4DF3-AD0D-8B9A743AB6EB}" type="presParOf" srcId="{0E120230-2DC4-4BAB-84B3-78DF819156D2}" destId="{355E50DB-1930-483F-B632-45AD3247DA63}" srcOrd="8" destOrd="0" presId="urn:microsoft.com/office/officeart/2008/layout/PictureStrips"/>
    <dgm:cxn modelId="{3C941F02-FF57-4762-BFF3-580526FA9D48}" type="presParOf" srcId="{355E50DB-1930-483F-B632-45AD3247DA63}" destId="{A413582D-157A-4A28-81A4-1AAB434F5A4C}" srcOrd="0" destOrd="0" presId="urn:microsoft.com/office/officeart/2008/layout/PictureStrips"/>
    <dgm:cxn modelId="{2425219B-0CD6-4E75-8CC3-78C292FB1014}" type="presParOf" srcId="{355E50DB-1930-483F-B632-45AD3247DA63}" destId="{4FE825E9-62F1-46C2-A423-DC6425A126CA}" srcOrd="1" destOrd="0" presId="urn:microsoft.com/office/officeart/2008/layout/PictureStrips"/>
    <dgm:cxn modelId="{0D14249B-3DCF-478E-9A6A-706B36958F0F}" type="presParOf" srcId="{0E120230-2DC4-4BAB-84B3-78DF819156D2}" destId="{134BC75A-D433-4E34-844B-433FC934CFF2}" srcOrd="9" destOrd="0" presId="urn:microsoft.com/office/officeart/2008/layout/PictureStrips"/>
    <dgm:cxn modelId="{55F02F5D-2B7F-413A-AA01-7654F4B41CFC}" type="presParOf" srcId="{0E120230-2DC4-4BAB-84B3-78DF819156D2}" destId="{085C531E-8F0B-4740-96B9-AD4293270CEE}" srcOrd="10" destOrd="0" presId="urn:microsoft.com/office/officeart/2008/layout/PictureStrips"/>
    <dgm:cxn modelId="{4FBC936E-2C76-462A-A686-2403D02BB7BB}" type="presParOf" srcId="{085C531E-8F0B-4740-96B9-AD4293270CEE}" destId="{BB133957-55F1-4184-9002-155ED87BFF0D}" srcOrd="0" destOrd="0" presId="urn:microsoft.com/office/officeart/2008/layout/PictureStrips"/>
    <dgm:cxn modelId="{427E4483-6348-4168-803C-1924D17AA499}" type="presParOf" srcId="{085C531E-8F0B-4740-96B9-AD4293270CEE}" destId="{7ACC051E-CB19-4D89-87A9-363FCCD7DF6B}" srcOrd="1" destOrd="0" presId="urn:microsoft.com/office/officeart/2008/layout/PictureStrips"/>
    <dgm:cxn modelId="{13C4CF93-463B-41F9-8C76-8442CD1F97D0}" type="presParOf" srcId="{0E120230-2DC4-4BAB-84B3-78DF819156D2}" destId="{B46CFE66-D3F5-42FD-BE18-7FF189BD7EA8}" srcOrd="11" destOrd="0" presId="urn:microsoft.com/office/officeart/2008/layout/PictureStrips"/>
    <dgm:cxn modelId="{904F48AD-496E-4AA2-9ECC-E6A0A7B788A3}" type="presParOf" srcId="{0E120230-2DC4-4BAB-84B3-78DF819156D2}" destId="{049CAB44-13DE-4504-9880-F19F829EF225}" srcOrd="12" destOrd="0" presId="urn:microsoft.com/office/officeart/2008/layout/PictureStrips"/>
    <dgm:cxn modelId="{66B38F99-3197-4BD1-8A0A-D6CBE4921079}" type="presParOf" srcId="{049CAB44-13DE-4504-9880-F19F829EF225}" destId="{2B1A101A-7A78-40C7-9332-728D6ACC9AFF}" srcOrd="0" destOrd="0" presId="urn:microsoft.com/office/officeart/2008/layout/PictureStrips"/>
    <dgm:cxn modelId="{23C99D8B-E5A5-4336-92EB-1DC380414895}" type="presParOf" srcId="{049CAB44-13DE-4504-9880-F19F829EF225}" destId="{8362B0E0-A977-4993-8EDB-AA285CC1C824}" srcOrd="1" destOrd="0" presId="urn:microsoft.com/office/officeart/2008/layout/PictureStrips"/>
    <dgm:cxn modelId="{70E60A6F-8D0E-4CDA-B72B-8AFB018A7BCB}" type="presParOf" srcId="{0E120230-2DC4-4BAB-84B3-78DF819156D2}" destId="{879069AE-20D9-4CA1-8A0F-CE11459D0BF1}" srcOrd="13" destOrd="0" presId="urn:microsoft.com/office/officeart/2008/layout/PictureStrips"/>
    <dgm:cxn modelId="{3AE01D02-9D3A-48EB-BD99-214FCE119FA7}" type="presParOf" srcId="{0E120230-2DC4-4BAB-84B3-78DF819156D2}" destId="{823C427B-FF11-4E32-B2D6-3EB73060F403}" srcOrd="14" destOrd="0" presId="urn:microsoft.com/office/officeart/2008/layout/PictureStrips"/>
    <dgm:cxn modelId="{34B4738B-ECD4-47D1-963A-54A21213690E}" type="presParOf" srcId="{823C427B-FF11-4E32-B2D6-3EB73060F403}" destId="{E7813470-3E3A-45CC-A59A-F95B0213983A}" srcOrd="0" destOrd="0" presId="urn:microsoft.com/office/officeart/2008/layout/PictureStrips"/>
    <dgm:cxn modelId="{5B686059-D11E-40E9-B34E-F354CAC2426A}" type="presParOf" srcId="{823C427B-FF11-4E32-B2D6-3EB73060F403}" destId="{98F11F95-9235-4611-A33C-5F2D192B2F10}" srcOrd="1" destOrd="0" presId="urn:microsoft.com/office/officeart/2008/layout/PictureStrip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404F787C-EB89-4698-BECF-8F2F06371369}" type="doc">
      <dgm:prSet loTypeId="urn:microsoft.com/office/officeart/2005/8/layout/cycle3" loCatId="cycle" qsTypeId="urn:microsoft.com/office/officeart/2005/8/quickstyle/simple1" qsCatId="simple" csTypeId="urn:microsoft.com/office/officeart/2005/8/colors/accent1_2" csCatId="accent1" phldr="1"/>
      <dgm:spPr/>
      <dgm:t>
        <a:bodyPr/>
        <a:lstStyle/>
        <a:p>
          <a:endParaRPr lang="fr-FR"/>
        </a:p>
      </dgm:t>
    </dgm:pt>
    <dgm:pt modelId="{31A85FCE-AAB3-49B1-A10D-F5F81EBE35AF}">
      <dgm:prSet phldrT="[Texte]"/>
      <dgm:spPr/>
      <dgm:t>
        <a:bodyPr/>
        <a:lstStyle/>
        <a:p>
          <a:pPr>
            <a:buNone/>
          </a:pPr>
          <a:r>
            <a:rPr lang="fr-FR" b="1" dirty="0"/>
            <a:t>Collecte depuis l’UI</a:t>
          </a:r>
          <a:endParaRPr lang="fr-FR" dirty="0"/>
        </a:p>
      </dgm:t>
    </dgm:pt>
    <dgm:pt modelId="{81353281-8528-46D6-BB6B-56C7939EC8FA}" type="parTrans" cxnId="{189CEFA3-74D7-4753-BC5C-05733B4B199E}">
      <dgm:prSet/>
      <dgm:spPr/>
      <dgm:t>
        <a:bodyPr/>
        <a:lstStyle/>
        <a:p>
          <a:endParaRPr lang="fr-FR"/>
        </a:p>
      </dgm:t>
    </dgm:pt>
    <dgm:pt modelId="{81C83BD1-0146-4B42-A6F0-B91B05F3B0FA}" type="sibTrans" cxnId="{189CEFA3-74D7-4753-BC5C-05733B4B199E}">
      <dgm:prSet/>
      <dgm:spPr/>
      <dgm:t>
        <a:bodyPr/>
        <a:lstStyle/>
        <a:p>
          <a:endParaRPr lang="fr-FR"/>
        </a:p>
      </dgm:t>
    </dgm:pt>
    <dgm:pt modelId="{201B8104-C948-4041-8B33-4257167CEF91}">
      <dgm:prSet phldrT="[Texte]"/>
      <dgm:spPr/>
      <dgm:t>
        <a:bodyPr/>
        <a:lstStyle/>
        <a:p>
          <a:pPr>
            <a:buNone/>
          </a:pPr>
          <a:r>
            <a:rPr lang="fr-FR" b="1" dirty="0"/>
            <a:t>Validation et stockage</a:t>
          </a:r>
          <a:endParaRPr lang="fr-FR" dirty="0"/>
        </a:p>
      </dgm:t>
    </dgm:pt>
    <dgm:pt modelId="{7551FF00-4B8B-4B42-B4EF-AC732437E5F3}" type="parTrans" cxnId="{2A09FE60-838C-47A8-9A6C-106FFD8772AE}">
      <dgm:prSet/>
      <dgm:spPr/>
      <dgm:t>
        <a:bodyPr/>
        <a:lstStyle/>
        <a:p>
          <a:endParaRPr lang="fr-FR"/>
        </a:p>
      </dgm:t>
    </dgm:pt>
    <dgm:pt modelId="{2E9604C6-4EA5-4CFD-BAA1-E139ECF5664B}" type="sibTrans" cxnId="{2A09FE60-838C-47A8-9A6C-106FFD8772AE}">
      <dgm:prSet/>
      <dgm:spPr/>
      <dgm:t>
        <a:bodyPr/>
        <a:lstStyle/>
        <a:p>
          <a:endParaRPr lang="fr-FR"/>
        </a:p>
      </dgm:t>
    </dgm:pt>
    <dgm:pt modelId="{B3B7B5E0-EF2C-4C4D-BB6C-8EBE55980ABA}">
      <dgm:prSet phldrT="[Texte]"/>
      <dgm:spPr/>
      <dgm:t>
        <a:bodyPr/>
        <a:lstStyle/>
        <a:p>
          <a:pPr>
            <a:buNone/>
          </a:pPr>
          <a:r>
            <a:rPr lang="fr-FR" b="1" dirty="0"/>
            <a:t>Intégration</a:t>
          </a:r>
          <a:endParaRPr lang="fr-FR" dirty="0"/>
        </a:p>
      </dgm:t>
    </dgm:pt>
    <dgm:pt modelId="{9F06BFF0-89AD-48E4-85FA-7F317D6EB54F}" type="parTrans" cxnId="{4891ECD7-DB07-4CC7-B697-6D5E2C68912D}">
      <dgm:prSet/>
      <dgm:spPr/>
      <dgm:t>
        <a:bodyPr/>
        <a:lstStyle/>
        <a:p>
          <a:endParaRPr lang="fr-FR"/>
        </a:p>
      </dgm:t>
    </dgm:pt>
    <dgm:pt modelId="{931B04E7-3075-4FD6-B70F-C0AB24577104}" type="sibTrans" cxnId="{4891ECD7-DB07-4CC7-B697-6D5E2C68912D}">
      <dgm:prSet/>
      <dgm:spPr/>
      <dgm:t>
        <a:bodyPr/>
        <a:lstStyle/>
        <a:p>
          <a:endParaRPr lang="fr-FR"/>
        </a:p>
      </dgm:t>
    </dgm:pt>
    <dgm:pt modelId="{E5474B49-EA4D-428E-9F7B-CD53F74B0731}">
      <dgm:prSet phldrT="[Texte]"/>
      <dgm:spPr/>
      <dgm:t>
        <a:bodyPr/>
        <a:lstStyle/>
        <a:p>
          <a:pPr>
            <a:buNone/>
          </a:pPr>
          <a:r>
            <a:rPr lang="fr-FR" b="1" dirty="0"/>
            <a:t>Garde-fou avant promotion</a:t>
          </a:r>
          <a:endParaRPr lang="fr-FR" dirty="0"/>
        </a:p>
      </dgm:t>
    </dgm:pt>
    <dgm:pt modelId="{A360A681-21D0-4801-B3C5-84E48E76EC91}" type="parTrans" cxnId="{7E127E2A-C640-4E6F-A37C-7F5A9BF1EAFC}">
      <dgm:prSet/>
      <dgm:spPr/>
      <dgm:t>
        <a:bodyPr/>
        <a:lstStyle/>
        <a:p>
          <a:endParaRPr lang="fr-FR"/>
        </a:p>
      </dgm:t>
    </dgm:pt>
    <dgm:pt modelId="{A1415FA1-49A2-4F05-8C44-B79E4640AFC9}" type="sibTrans" cxnId="{7E127E2A-C640-4E6F-A37C-7F5A9BF1EAFC}">
      <dgm:prSet/>
      <dgm:spPr/>
      <dgm:t>
        <a:bodyPr/>
        <a:lstStyle/>
        <a:p>
          <a:endParaRPr lang="fr-FR"/>
        </a:p>
      </dgm:t>
    </dgm:pt>
    <dgm:pt modelId="{61291C1D-BFDE-49FE-8E94-296AE4C8D8DD}">
      <dgm:prSet phldrT="[Texte]"/>
      <dgm:spPr/>
      <dgm:t>
        <a:bodyPr/>
        <a:lstStyle/>
        <a:p>
          <a:pPr>
            <a:buNone/>
          </a:pPr>
          <a:r>
            <a:rPr lang="fr-FR" b="1" dirty="0"/>
            <a:t>Traçabilité</a:t>
          </a:r>
          <a:endParaRPr lang="fr-FR" dirty="0"/>
        </a:p>
      </dgm:t>
    </dgm:pt>
    <dgm:pt modelId="{829E428E-C383-4D2A-AA83-52871C1F9A51}" type="parTrans" cxnId="{91CBC4B0-C9B1-4DA0-8B28-90CDE5BB3DA5}">
      <dgm:prSet/>
      <dgm:spPr/>
      <dgm:t>
        <a:bodyPr/>
        <a:lstStyle/>
        <a:p>
          <a:endParaRPr lang="fr-FR"/>
        </a:p>
      </dgm:t>
    </dgm:pt>
    <dgm:pt modelId="{525BB34D-4950-45EA-A80D-2E9D24070B66}" type="sibTrans" cxnId="{91CBC4B0-C9B1-4DA0-8B28-90CDE5BB3DA5}">
      <dgm:prSet/>
      <dgm:spPr/>
      <dgm:t>
        <a:bodyPr/>
        <a:lstStyle/>
        <a:p>
          <a:endParaRPr lang="fr-FR"/>
        </a:p>
      </dgm:t>
    </dgm:pt>
    <dgm:pt modelId="{8D8B73C1-9E6E-4830-A009-E781B3EE1234}" type="pres">
      <dgm:prSet presAssocID="{404F787C-EB89-4698-BECF-8F2F06371369}" presName="Name0" presStyleCnt="0">
        <dgm:presLayoutVars>
          <dgm:dir/>
          <dgm:resizeHandles val="exact"/>
        </dgm:presLayoutVars>
      </dgm:prSet>
      <dgm:spPr/>
    </dgm:pt>
    <dgm:pt modelId="{5C5FC224-0227-488A-A524-4A2CFB113D16}" type="pres">
      <dgm:prSet presAssocID="{404F787C-EB89-4698-BECF-8F2F06371369}" presName="cycle" presStyleCnt="0"/>
      <dgm:spPr/>
    </dgm:pt>
    <dgm:pt modelId="{128F42B5-E8EC-45E4-9084-B5DDF13F7A22}" type="pres">
      <dgm:prSet presAssocID="{31A85FCE-AAB3-49B1-A10D-F5F81EBE35AF}" presName="nodeFirstNode" presStyleLbl="node1" presStyleIdx="0" presStyleCnt="5">
        <dgm:presLayoutVars>
          <dgm:bulletEnabled val="1"/>
        </dgm:presLayoutVars>
      </dgm:prSet>
      <dgm:spPr/>
    </dgm:pt>
    <dgm:pt modelId="{B0461E65-D5E1-4C2A-A10B-3F52354B414B}" type="pres">
      <dgm:prSet presAssocID="{81C83BD1-0146-4B42-A6F0-B91B05F3B0FA}" presName="sibTransFirstNode" presStyleLbl="bgShp" presStyleIdx="0" presStyleCnt="1"/>
      <dgm:spPr/>
    </dgm:pt>
    <dgm:pt modelId="{137EBA31-82E0-4205-BC1B-1FD2BAE0E078}" type="pres">
      <dgm:prSet presAssocID="{201B8104-C948-4041-8B33-4257167CEF91}" presName="nodeFollowingNodes" presStyleLbl="node1" presStyleIdx="1" presStyleCnt="5">
        <dgm:presLayoutVars>
          <dgm:bulletEnabled val="1"/>
        </dgm:presLayoutVars>
      </dgm:prSet>
      <dgm:spPr/>
    </dgm:pt>
    <dgm:pt modelId="{5A8E3E20-4219-4991-A256-26C473FCAE52}" type="pres">
      <dgm:prSet presAssocID="{B3B7B5E0-EF2C-4C4D-BB6C-8EBE55980ABA}" presName="nodeFollowingNodes" presStyleLbl="node1" presStyleIdx="2" presStyleCnt="5">
        <dgm:presLayoutVars>
          <dgm:bulletEnabled val="1"/>
        </dgm:presLayoutVars>
      </dgm:prSet>
      <dgm:spPr/>
    </dgm:pt>
    <dgm:pt modelId="{01BBA2BD-A3C2-4BCD-94B0-B97157ACC91C}" type="pres">
      <dgm:prSet presAssocID="{E5474B49-EA4D-428E-9F7B-CD53F74B0731}" presName="nodeFollowingNodes" presStyleLbl="node1" presStyleIdx="3" presStyleCnt="5">
        <dgm:presLayoutVars>
          <dgm:bulletEnabled val="1"/>
        </dgm:presLayoutVars>
      </dgm:prSet>
      <dgm:spPr/>
    </dgm:pt>
    <dgm:pt modelId="{9859E611-61AF-4AE3-9D7A-5A4BCF327E5D}" type="pres">
      <dgm:prSet presAssocID="{61291C1D-BFDE-49FE-8E94-296AE4C8D8DD}" presName="nodeFollowingNodes" presStyleLbl="node1" presStyleIdx="4" presStyleCnt="5">
        <dgm:presLayoutVars>
          <dgm:bulletEnabled val="1"/>
        </dgm:presLayoutVars>
      </dgm:prSet>
      <dgm:spPr/>
    </dgm:pt>
  </dgm:ptLst>
  <dgm:cxnLst>
    <dgm:cxn modelId="{E660C909-AA27-477A-896F-F2074AB39BC4}" type="presOf" srcId="{B3B7B5E0-EF2C-4C4D-BB6C-8EBE55980ABA}" destId="{5A8E3E20-4219-4991-A256-26C473FCAE52}" srcOrd="0" destOrd="0" presId="urn:microsoft.com/office/officeart/2005/8/layout/cycle3"/>
    <dgm:cxn modelId="{7E127E2A-C640-4E6F-A37C-7F5A9BF1EAFC}" srcId="{404F787C-EB89-4698-BECF-8F2F06371369}" destId="{E5474B49-EA4D-428E-9F7B-CD53F74B0731}" srcOrd="3" destOrd="0" parTransId="{A360A681-21D0-4801-B3C5-84E48E76EC91}" sibTransId="{A1415FA1-49A2-4F05-8C44-B79E4640AFC9}"/>
    <dgm:cxn modelId="{3F8B5031-C9A5-40D8-8354-2329DAFF6046}" type="presOf" srcId="{81C83BD1-0146-4B42-A6F0-B91B05F3B0FA}" destId="{B0461E65-D5E1-4C2A-A10B-3F52354B414B}" srcOrd="0" destOrd="0" presId="urn:microsoft.com/office/officeart/2005/8/layout/cycle3"/>
    <dgm:cxn modelId="{2A09FE60-838C-47A8-9A6C-106FFD8772AE}" srcId="{404F787C-EB89-4698-BECF-8F2F06371369}" destId="{201B8104-C948-4041-8B33-4257167CEF91}" srcOrd="1" destOrd="0" parTransId="{7551FF00-4B8B-4B42-B4EF-AC732437E5F3}" sibTransId="{2E9604C6-4EA5-4CFD-BAA1-E139ECF5664B}"/>
    <dgm:cxn modelId="{1CD3574B-1DAB-4C7D-B147-EFC014F5C07C}" type="presOf" srcId="{404F787C-EB89-4698-BECF-8F2F06371369}" destId="{8D8B73C1-9E6E-4830-A009-E781B3EE1234}" srcOrd="0" destOrd="0" presId="urn:microsoft.com/office/officeart/2005/8/layout/cycle3"/>
    <dgm:cxn modelId="{C0EE3078-06B2-4732-96C3-11C6829AEACE}" type="presOf" srcId="{E5474B49-EA4D-428E-9F7B-CD53F74B0731}" destId="{01BBA2BD-A3C2-4BCD-94B0-B97157ACC91C}" srcOrd="0" destOrd="0" presId="urn:microsoft.com/office/officeart/2005/8/layout/cycle3"/>
    <dgm:cxn modelId="{189CEFA3-74D7-4753-BC5C-05733B4B199E}" srcId="{404F787C-EB89-4698-BECF-8F2F06371369}" destId="{31A85FCE-AAB3-49B1-A10D-F5F81EBE35AF}" srcOrd="0" destOrd="0" parTransId="{81353281-8528-46D6-BB6B-56C7939EC8FA}" sibTransId="{81C83BD1-0146-4B42-A6F0-B91B05F3B0FA}"/>
    <dgm:cxn modelId="{91CBC4B0-C9B1-4DA0-8B28-90CDE5BB3DA5}" srcId="{404F787C-EB89-4698-BECF-8F2F06371369}" destId="{61291C1D-BFDE-49FE-8E94-296AE4C8D8DD}" srcOrd="4" destOrd="0" parTransId="{829E428E-C383-4D2A-AA83-52871C1F9A51}" sibTransId="{525BB34D-4950-45EA-A80D-2E9D24070B66}"/>
    <dgm:cxn modelId="{6A999DC9-E6F5-4BDF-9EAB-9B03AF1AD27D}" type="presOf" srcId="{201B8104-C948-4041-8B33-4257167CEF91}" destId="{137EBA31-82E0-4205-BC1B-1FD2BAE0E078}" srcOrd="0" destOrd="0" presId="urn:microsoft.com/office/officeart/2005/8/layout/cycle3"/>
    <dgm:cxn modelId="{4891ECD7-DB07-4CC7-B697-6D5E2C68912D}" srcId="{404F787C-EB89-4698-BECF-8F2F06371369}" destId="{B3B7B5E0-EF2C-4C4D-BB6C-8EBE55980ABA}" srcOrd="2" destOrd="0" parTransId="{9F06BFF0-89AD-48E4-85FA-7F317D6EB54F}" sibTransId="{931B04E7-3075-4FD6-B70F-C0AB24577104}"/>
    <dgm:cxn modelId="{723299DF-DCED-4787-8432-784AE8257919}" type="presOf" srcId="{61291C1D-BFDE-49FE-8E94-296AE4C8D8DD}" destId="{9859E611-61AF-4AE3-9D7A-5A4BCF327E5D}" srcOrd="0" destOrd="0" presId="urn:microsoft.com/office/officeart/2005/8/layout/cycle3"/>
    <dgm:cxn modelId="{293630EA-DEE8-4184-B32B-E9FA5E5F4D13}" type="presOf" srcId="{31A85FCE-AAB3-49B1-A10D-F5F81EBE35AF}" destId="{128F42B5-E8EC-45E4-9084-B5DDF13F7A22}" srcOrd="0" destOrd="0" presId="urn:microsoft.com/office/officeart/2005/8/layout/cycle3"/>
    <dgm:cxn modelId="{F9F9B823-2C4E-4055-958D-B8A80F71A853}" type="presParOf" srcId="{8D8B73C1-9E6E-4830-A009-E781B3EE1234}" destId="{5C5FC224-0227-488A-A524-4A2CFB113D16}" srcOrd="0" destOrd="0" presId="urn:microsoft.com/office/officeart/2005/8/layout/cycle3"/>
    <dgm:cxn modelId="{4EAC77A7-85AE-498B-BA65-F08A0B108DBE}" type="presParOf" srcId="{5C5FC224-0227-488A-A524-4A2CFB113D16}" destId="{128F42B5-E8EC-45E4-9084-B5DDF13F7A22}" srcOrd="0" destOrd="0" presId="urn:microsoft.com/office/officeart/2005/8/layout/cycle3"/>
    <dgm:cxn modelId="{2E406DEE-C172-4F76-9863-10C10E0CCF48}" type="presParOf" srcId="{5C5FC224-0227-488A-A524-4A2CFB113D16}" destId="{B0461E65-D5E1-4C2A-A10B-3F52354B414B}" srcOrd="1" destOrd="0" presId="urn:microsoft.com/office/officeart/2005/8/layout/cycle3"/>
    <dgm:cxn modelId="{56A47CA0-797C-495C-9EDD-9A3B0C558D10}" type="presParOf" srcId="{5C5FC224-0227-488A-A524-4A2CFB113D16}" destId="{137EBA31-82E0-4205-BC1B-1FD2BAE0E078}" srcOrd="2" destOrd="0" presId="urn:microsoft.com/office/officeart/2005/8/layout/cycle3"/>
    <dgm:cxn modelId="{33D92F13-6895-4020-B29D-C9E97B7BC4C5}" type="presParOf" srcId="{5C5FC224-0227-488A-A524-4A2CFB113D16}" destId="{5A8E3E20-4219-4991-A256-26C473FCAE52}" srcOrd="3" destOrd="0" presId="urn:microsoft.com/office/officeart/2005/8/layout/cycle3"/>
    <dgm:cxn modelId="{E080ED8A-3E27-4D06-84A2-E2F64270C4F7}" type="presParOf" srcId="{5C5FC224-0227-488A-A524-4A2CFB113D16}" destId="{01BBA2BD-A3C2-4BCD-94B0-B97157ACC91C}" srcOrd="4" destOrd="0" presId="urn:microsoft.com/office/officeart/2005/8/layout/cycle3"/>
    <dgm:cxn modelId="{12347192-CA7D-4BB7-9CDB-F2C015D79934}" type="presParOf" srcId="{5C5FC224-0227-488A-A524-4A2CFB113D16}" destId="{9859E611-61AF-4AE3-9D7A-5A4BCF327E5D}" srcOrd="5" destOrd="0" presId="urn:microsoft.com/office/officeart/2005/8/layout/cycle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10757CE0-CC89-4045-A15C-34A956F2D57F}"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fr-FR"/>
        </a:p>
      </dgm:t>
    </dgm:pt>
    <dgm:pt modelId="{685F7345-4373-4071-9286-4BCC2F3C8367}">
      <dgm:prSet phldrT="[Texte]"/>
      <dgm:spPr/>
      <dgm:t>
        <a:bodyPr/>
        <a:lstStyle/>
        <a:p>
          <a:pPr>
            <a:buNone/>
          </a:pPr>
          <a:r>
            <a:rPr lang="fr-FR" b="1" dirty="0"/>
            <a:t>Calendaire</a:t>
          </a:r>
          <a:endParaRPr lang="fr-FR" dirty="0"/>
        </a:p>
      </dgm:t>
    </dgm:pt>
    <dgm:pt modelId="{16C652C8-A47A-4735-BD6E-B04D9551BC24}" type="parTrans" cxnId="{1A109373-8F00-4732-85BD-AFE0146C0D10}">
      <dgm:prSet/>
      <dgm:spPr/>
      <dgm:t>
        <a:bodyPr/>
        <a:lstStyle/>
        <a:p>
          <a:endParaRPr lang="fr-FR"/>
        </a:p>
      </dgm:t>
    </dgm:pt>
    <dgm:pt modelId="{71E6C8F1-FEA3-4AC9-AB6A-3564DA692DCD}" type="sibTrans" cxnId="{1A109373-8F00-4732-85BD-AFE0146C0D10}">
      <dgm:prSet/>
      <dgm:spPr/>
      <dgm:t>
        <a:bodyPr/>
        <a:lstStyle/>
        <a:p>
          <a:endParaRPr lang="fr-FR"/>
        </a:p>
      </dgm:t>
    </dgm:pt>
    <dgm:pt modelId="{1A72F18C-5A23-4E23-A064-44F88AF0D210}">
      <dgm:prSet phldrT="[Texte]"/>
      <dgm:spPr/>
      <dgm:t>
        <a:bodyPr/>
        <a:lstStyle/>
        <a:p>
          <a:pPr>
            <a:buNone/>
          </a:pPr>
          <a:r>
            <a:rPr lang="fr-FR" b="1" dirty="0"/>
            <a:t>Volume de nouvelles données</a:t>
          </a:r>
          <a:endParaRPr lang="fr-FR" dirty="0"/>
        </a:p>
      </dgm:t>
    </dgm:pt>
    <dgm:pt modelId="{1FF8ECC5-1B84-4492-8BF7-5A30AE01D829}" type="parTrans" cxnId="{77014C82-6A1E-4A84-902D-3C4BCBE22639}">
      <dgm:prSet/>
      <dgm:spPr/>
      <dgm:t>
        <a:bodyPr/>
        <a:lstStyle/>
        <a:p>
          <a:endParaRPr lang="fr-FR"/>
        </a:p>
      </dgm:t>
    </dgm:pt>
    <dgm:pt modelId="{C7F7B9B6-F185-4132-A000-32B2B60CBB13}" type="sibTrans" cxnId="{77014C82-6A1E-4A84-902D-3C4BCBE22639}">
      <dgm:prSet/>
      <dgm:spPr/>
      <dgm:t>
        <a:bodyPr/>
        <a:lstStyle/>
        <a:p>
          <a:endParaRPr lang="fr-FR"/>
        </a:p>
      </dgm:t>
    </dgm:pt>
    <dgm:pt modelId="{9DECC8E2-5B76-4C68-801A-8343BB58DED2}">
      <dgm:prSet phldrT="[Texte]"/>
      <dgm:spPr/>
      <dgm:t>
        <a:bodyPr/>
        <a:lstStyle/>
        <a:p>
          <a:pPr>
            <a:buNone/>
          </a:pPr>
          <a:r>
            <a:rPr lang="fr-FR" b="1" dirty="0"/>
            <a:t>Performance</a:t>
          </a:r>
          <a:endParaRPr lang="fr-FR" dirty="0"/>
        </a:p>
      </dgm:t>
    </dgm:pt>
    <dgm:pt modelId="{7E6A038B-BCE2-4826-8AEE-4A26AC1391DE}" type="parTrans" cxnId="{9EB018F7-420E-41F5-8B39-DB44C9B10D10}">
      <dgm:prSet/>
      <dgm:spPr/>
      <dgm:t>
        <a:bodyPr/>
        <a:lstStyle/>
        <a:p>
          <a:endParaRPr lang="fr-FR"/>
        </a:p>
      </dgm:t>
    </dgm:pt>
    <dgm:pt modelId="{34D4AF86-6F57-4B10-AE37-63CAEF9EE1BE}" type="sibTrans" cxnId="{9EB018F7-420E-41F5-8B39-DB44C9B10D10}">
      <dgm:prSet/>
      <dgm:spPr/>
      <dgm:t>
        <a:bodyPr/>
        <a:lstStyle/>
        <a:p>
          <a:endParaRPr lang="fr-FR"/>
        </a:p>
      </dgm:t>
    </dgm:pt>
    <dgm:pt modelId="{D18CCFAE-7E31-4F34-8DA1-849D01D8C2B4}" type="pres">
      <dgm:prSet presAssocID="{10757CE0-CC89-4045-A15C-34A956F2D57F}" presName="linear" presStyleCnt="0">
        <dgm:presLayoutVars>
          <dgm:dir/>
          <dgm:animLvl val="lvl"/>
          <dgm:resizeHandles val="exact"/>
        </dgm:presLayoutVars>
      </dgm:prSet>
      <dgm:spPr/>
    </dgm:pt>
    <dgm:pt modelId="{5F35D905-961C-472E-A073-AF73016BAA20}" type="pres">
      <dgm:prSet presAssocID="{685F7345-4373-4071-9286-4BCC2F3C8367}" presName="parentLin" presStyleCnt="0"/>
      <dgm:spPr/>
    </dgm:pt>
    <dgm:pt modelId="{3E1DA14B-36B4-4C7D-BE53-56BCCAD8970F}" type="pres">
      <dgm:prSet presAssocID="{685F7345-4373-4071-9286-4BCC2F3C8367}" presName="parentLeftMargin" presStyleLbl="node1" presStyleIdx="0" presStyleCnt="3"/>
      <dgm:spPr/>
    </dgm:pt>
    <dgm:pt modelId="{D30D06CD-E25D-44A6-BCD7-E011B5E0DC68}" type="pres">
      <dgm:prSet presAssocID="{685F7345-4373-4071-9286-4BCC2F3C8367}" presName="parentText" presStyleLbl="node1" presStyleIdx="0" presStyleCnt="3">
        <dgm:presLayoutVars>
          <dgm:chMax val="0"/>
          <dgm:bulletEnabled val="1"/>
        </dgm:presLayoutVars>
      </dgm:prSet>
      <dgm:spPr/>
    </dgm:pt>
    <dgm:pt modelId="{36B453A3-F27A-4097-AEE6-39D6E82AFBCB}" type="pres">
      <dgm:prSet presAssocID="{685F7345-4373-4071-9286-4BCC2F3C8367}" presName="negativeSpace" presStyleCnt="0"/>
      <dgm:spPr/>
    </dgm:pt>
    <dgm:pt modelId="{F41EF8D8-9C6E-441A-80D0-EBE226A694D9}" type="pres">
      <dgm:prSet presAssocID="{685F7345-4373-4071-9286-4BCC2F3C8367}" presName="childText" presStyleLbl="conFgAcc1" presStyleIdx="0" presStyleCnt="3">
        <dgm:presLayoutVars>
          <dgm:bulletEnabled val="1"/>
        </dgm:presLayoutVars>
      </dgm:prSet>
      <dgm:spPr/>
    </dgm:pt>
    <dgm:pt modelId="{8A64A230-02DA-47F4-8635-0A332ADAB4EC}" type="pres">
      <dgm:prSet presAssocID="{71E6C8F1-FEA3-4AC9-AB6A-3564DA692DCD}" presName="spaceBetweenRectangles" presStyleCnt="0"/>
      <dgm:spPr/>
    </dgm:pt>
    <dgm:pt modelId="{1C80A034-29AF-4481-A8C3-5A31F5800118}" type="pres">
      <dgm:prSet presAssocID="{1A72F18C-5A23-4E23-A064-44F88AF0D210}" presName="parentLin" presStyleCnt="0"/>
      <dgm:spPr/>
    </dgm:pt>
    <dgm:pt modelId="{B74F8DB5-DEB2-48A4-A255-D7E26E58C1ED}" type="pres">
      <dgm:prSet presAssocID="{1A72F18C-5A23-4E23-A064-44F88AF0D210}" presName="parentLeftMargin" presStyleLbl="node1" presStyleIdx="0" presStyleCnt="3"/>
      <dgm:spPr/>
    </dgm:pt>
    <dgm:pt modelId="{41452833-3D0F-47EB-8D5D-A17CC584BCAF}" type="pres">
      <dgm:prSet presAssocID="{1A72F18C-5A23-4E23-A064-44F88AF0D210}" presName="parentText" presStyleLbl="node1" presStyleIdx="1" presStyleCnt="3">
        <dgm:presLayoutVars>
          <dgm:chMax val="0"/>
          <dgm:bulletEnabled val="1"/>
        </dgm:presLayoutVars>
      </dgm:prSet>
      <dgm:spPr/>
    </dgm:pt>
    <dgm:pt modelId="{7472C0AE-AA8F-4BEB-8713-6A1F2D1F6A56}" type="pres">
      <dgm:prSet presAssocID="{1A72F18C-5A23-4E23-A064-44F88AF0D210}" presName="negativeSpace" presStyleCnt="0"/>
      <dgm:spPr/>
    </dgm:pt>
    <dgm:pt modelId="{975FE91E-C3B4-486C-B292-013654729D20}" type="pres">
      <dgm:prSet presAssocID="{1A72F18C-5A23-4E23-A064-44F88AF0D210}" presName="childText" presStyleLbl="conFgAcc1" presStyleIdx="1" presStyleCnt="3">
        <dgm:presLayoutVars>
          <dgm:bulletEnabled val="1"/>
        </dgm:presLayoutVars>
      </dgm:prSet>
      <dgm:spPr/>
    </dgm:pt>
    <dgm:pt modelId="{3BD32B3C-F6C7-4AF9-8A44-62F8F6D64CD0}" type="pres">
      <dgm:prSet presAssocID="{C7F7B9B6-F185-4132-A000-32B2B60CBB13}" presName="spaceBetweenRectangles" presStyleCnt="0"/>
      <dgm:spPr/>
    </dgm:pt>
    <dgm:pt modelId="{F44D8291-63FD-4357-A99E-309E53BDD52D}" type="pres">
      <dgm:prSet presAssocID="{9DECC8E2-5B76-4C68-801A-8343BB58DED2}" presName="parentLin" presStyleCnt="0"/>
      <dgm:spPr/>
    </dgm:pt>
    <dgm:pt modelId="{4698C163-A272-415D-8775-374F27749260}" type="pres">
      <dgm:prSet presAssocID="{9DECC8E2-5B76-4C68-801A-8343BB58DED2}" presName="parentLeftMargin" presStyleLbl="node1" presStyleIdx="1" presStyleCnt="3"/>
      <dgm:spPr/>
    </dgm:pt>
    <dgm:pt modelId="{E279B4AA-D625-447F-8B15-CF70B9A4F212}" type="pres">
      <dgm:prSet presAssocID="{9DECC8E2-5B76-4C68-801A-8343BB58DED2}" presName="parentText" presStyleLbl="node1" presStyleIdx="2" presStyleCnt="3" custLinFactNeighborX="-26455" custLinFactNeighborY="13877">
        <dgm:presLayoutVars>
          <dgm:chMax val="0"/>
          <dgm:bulletEnabled val="1"/>
        </dgm:presLayoutVars>
      </dgm:prSet>
      <dgm:spPr/>
    </dgm:pt>
    <dgm:pt modelId="{250058C1-0D18-4557-AFAA-A1C453DDAE06}" type="pres">
      <dgm:prSet presAssocID="{9DECC8E2-5B76-4C68-801A-8343BB58DED2}" presName="negativeSpace" presStyleCnt="0"/>
      <dgm:spPr/>
    </dgm:pt>
    <dgm:pt modelId="{EF263078-95B7-44DB-8E03-56B0E657C707}" type="pres">
      <dgm:prSet presAssocID="{9DECC8E2-5B76-4C68-801A-8343BB58DED2}" presName="childText" presStyleLbl="conFgAcc1" presStyleIdx="2" presStyleCnt="3">
        <dgm:presLayoutVars>
          <dgm:bulletEnabled val="1"/>
        </dgm:presLayoutVars>
      </dgm:prSet>
      <dgm:spPr/>
    </dgm:pt>
  </dgm:ptLst>
  <dgm:cxnLst>
    <dgm:cxn modelId="{EEA4AC03-FB4E-499E-9A4E-94200CCBEAFA}" type="presOf" srcId="{685F7345-4373-4071-9286-4BCC2F3C8367}" destId="{3E1DA14B-36B4-4C7D-BE53-56BCCAD8970F}" srcOrd="0" destOrd="0" presId="urn:microsoft.com/office/officeart/2005/8/layout/list1"/>
    <dgm:cxn modelId="{F424D228-8FE5-41D7-AE8A-86F0223A84E7}" type="presOf" srcId="{9DECC8E2-5B76-4C68-801A-8343BB58DED2}" destId="{E279B4AA-D625-447F-8B15-CF70B9A4F212}" srcOrd="1" destOrd="0" presId="urn:microsoft.com/office/officeart/2005/8/layout/list1"/>
    <dgm:cxn modelId="{D30D5F30-5916-4BF0-937D-5780073CB044}" type="presOf" srcId="{1A72F18C-5A23-4E23-A064-44F88AF0D210}" destId="{B74F8DB5-DEB2-48A4-A255-D7E26E58C1ED}" srcOrd="0" destOrd="0" presId="urn:microsoft.com/office/officeart/2005/8/layout/list1"/>
    <dgm:cxn modelId="{8F71BD5C-BBB1-4B7A-90C3-5CE2DB6DB177}" type="presOf" srcId="{10757CE0-CC89-4045-A15C-34A956F2D57F}" destId="{D18CCFAE-7E31-4F34-8DA1-849D01D8C2B4}" srcOrd="0" destOrd="0" presId="urn:microsoft.com/office/officeart/2005/8/layout/list1"/>
    <dgm:cxn modelId="{1A109373-8F00-4732-85BD-AFE0146C0D10}" srcId="{10757CE0-CC89-4045-A15C-34A956F2D57F}" destId="{685F7345-4373-4071-9286-4BCC2F3C8367}" srcOrd="0" destOrd="0" parTransId="{16C652C8-A47A-4735-BD6E-B04D9551BC24}" sibTransId="{71E6C8F1-FEA3-4AC9-AB6A-3564DA692DCD}"/>
    <dgm:cxn modelId="{77014C82-6A1E-4A84-902D-3C4BCBE22639}" srcId="{10757CE0-CC89-4045-A15C-34A956F2D57F}" destId="{1A72F18C-5A23-4E23-A064-44F88AF0D210}" srcOrd="1" destOrd="0" parTransId="{1FF8ECC5-1B84-4492-8BF7-5A30AE01D829}" sibTransId="{C7F7B9B6-F185-4132-A000-32B2B60CBB13}"/>
    <dgm:cxn modelId="{A63E6885-D3F4-4D29-BA74-2640F653810A}" type="presOf" srcId="{685F7345-4373-4071-9286-4BCC2F3C8367}" destId="{D30D06CD-E25D-44A6-BCD7-E011B5E0DC68}" srcOrd="1" destOrd="0" presId="urn:microsoft.com/office/officeart/2005/8/layout/list1"/>
    <dgm:cxn modelId="{FAD0D28F-D605-4EEC-AF6A-6DCCFE68B7DF}" type="presOf" srcId="{1A72F18C-5A23-4E23-A064-44F88AF0D210}" destId="{41452833-3D0F-47EB-8D5D-A17CC584BCAF}" srcOrd="1" destOrd="0" presId="urn:microsoft.com/office/officeart/2005/8/layout/list1"/>
    <dgm:cxn modelId="{D1336B9F-FDF7-4EE1-95D6-F2EB5FA2CE87}" type="presOf" srcId="{9DECC8E2-5B76-4C68-801A-8343BB58DED2}" destId="{4698C163-A272-415D-8775-374F27749260}" srcOrd="0" destOrd="0" presId="urn:microsoft.com/office/officeart/2005/8/layout/list1"/>
    <dgm:cxn modelId="{9EB018F7-420E-41F5-8B39-DB44C9B10D10}" srcId="{10757CE0-CC89-4045-A15C-34A956F2D57F}" destId="{9DECC8E2-5B76-4C68-801A-8343BB58DED2}" srcOrd="2" destOrd="0" parTransId="{7E6A038B-BCE2-4826-8AEE-4A26AC1391DE}" sibTransId="{34D4AF86-6F57-4B10-AE37-63CAEF9EE1BE}"/>
    <dgm:cxn modelId="{0B059FF7-5F70-42E8-904D-6E145AD12966}" type="presParOf" srcId="{D18CCFAE-7E31-4F34-8DA1-849D01D8C2B4}" destId="{5F35D905-961C-472E-A073-AF73016BAA20}" srcOrd="0" destOrd="0" presId="urn:microsoft.com/office/officeart/2005/8/layout/list1"/>
    <dgm:cxn modelId="{4F133633-E095-4E29-A469-5DF248CCF6DB}" type="presParOf" srcId="{5F35D905-961C-472E-A073-AF73016BAA20}" destId="{3E1DA14B-36B4-4C7D-BE53-56BCCAD8970F}" srcOrd="0" destOrd="0" presId="urn:microsoft.com/office/officeart/2005/8/layout/list1"/>
    <dgm:cxn modelId="{32176500-5B2E-4567-B0C7-B7E698A756BF}" type="presParOf" srcId="{5F35D905-961C-472E-A073-AF73016BAA20}" destId="{D30D06CD-E25D-44A6-BCD7-E011B5E0DC68}" srcOrd="1" destOrd="0" presId="urn:microsoft.com/office/officeart/2005/8/layout/list1"/>
    <dgm:cxn modelId="{80A3EAFC-DA4A-4683-AD9B-D53A4C7DC88C}" type="presParOf" srcId="{D18CCFAE-7E31-4F34-8DA1-849D01D8C2B4}" destId="{36B453A3-F27A-4097-AEE6-39D6E82AFBCB}" srcOrd="1" destOrd="0" presId="urn:microsoft.com/office/officeart/2005/8/layout/list1"/>
    <dgm:cxn modelId="{9DBC8641-1202-491C-8EF1-9FC754105BAF}" type="presParOf" srcId="{D18CCFAE-7E31-4F34-8DA1-849D01D8C2B4}" destId="{F41EF8D8-9C6E-441A-80D0-EBE226A694D9}" srcOrd="2" destOrd="0" presId="urn:microsoft.com/office/officeart/2005/8/layout/list1"/>
    <dgm:cxn modelId="{95BB6577-0C54-49B6-BDF2-0FDF10DE4E4A}" type="presParOf" srcId="{D18CCFAE-7E31-4F34-8DA1-849D01D8C2B4}" destId="{8A64A230-02DA-47F4-8635-0A332ADAB4EC}" srcOrd="3" destOrd="0" presId="urn:microsoft.com/office/officeart/2005/8/layout/list1"/>
    <dgm:cxn modelId="{4FC656E8-3E55-44D7-9329-A2DE62374CC6}" type="presParOf" srcId="{D18CCFAE-7E31-4F34-8DA1-849D01D8C2B4}" destId="{1C80A034-29AF-4481-A8C3-5A31F5800118}" srcOrd="4" destOrd="0" presId="urn:microsoft.com/office/officeart/2005/8/layout/list1"/>
    <dgm:cxn modelId="{FA7BE24A-B657-4C22-A7AF-A10519734EA4}" type="presParOf" srcId="{1C80A034-29AF-4481-A8C3-5A31F5800118}" destId="{B74F8DB5-DEB2-48A4-A255-D7E26E58C1ED}" srcOrd="0" destOrd="0" presId="urn:microsoft.com/office/officeart/2005/8/layout/list1"/>
    <dgm:cxn modelId="{78485E16-CFA9-4232-9116-557FD9313642}" type="presParOf" srcId="{1C80A034-29AF-4481-A8C3-5A31F5800118}" destId="{41452833-3D0F-47EB-8D5D-A17CC584BCAF}" srcOrd="1" destOrd="0" presId="urn:microsoft.com/office/officeart/2005/8/layout/list1"/>
    <dgm:cxn modelId="{82600B46-BEB7-4E18-BC75-6383B0A00564}" type="presParOf" srcId="{D18CCFAE-7E31-4F34-8DA1-849D01D8C2B4}" destId="{7472C0AE-AA8F-4BEB-8713-6A1F2D1F6A56}" srcOrd="5" destOrd="0" presId="urn:microsoft.com/office/officeart/2005/8/layout/list1"/>
    <dgm:cxn modelId="{2D38CF03-04A7-471F-8601-343499C0423C}" type="presParOf" srcId="{D18CCFAE-7E31-4F34-8DA1-849D01D8C2B4}" destId="{975FE91E-C3B4-486C-B292-013654729D20}" srcOrd="6" destOrd="0" presId="urn:microsoft.com/office/officeart/2005/8/layout/list1"/>
    <dgm:cxn modelId="{C3A93232-3D31-48B3-AEAF-688F07FCEFBB}" type="presParOf" srcId="{D18CCFAE-7E31-4F34-8DA1-849D01D8C2B4}" destId="{3BD32B3C-F6C7-4AF9-8A44-62F8F6D64CD0}" srcOrd="7" destOrd="0" presId="urn:microsoft.com/office/officeart/2005/8/layout/list1"/>
    <dgm:cxn modelId="{1D87FF25-FB1C-49E1-889A-5056B2CAB526}" type="presParOf" srcId="{D18CCFAE-7E31-4F34-8DA1-849D01D8C2B4}" destId="{F44D8291-63FD-4357-A99E-309E53BDD52D}" srcOrd="8" destOrd="0" presId="urn:microsoft.com/office/officeart/2005/8/layout/list1"/>
    <dgm:cxn modelId="{68C454D3-BE5D-4CDB-A091-8FD8D999D07E}" type="presParOf" srcId="{F44D8291-63FD-4357-A99E-309E53BDD52D}" destId="{4698C163-A272-415D-8775-374F27749260}" srcOrd="0" destOrd="0" presId="urn:microsoft.com/office/officeart/2005/8/layout/list1"/>
    <dgm:cxn modelId="{364006D3-0325-4366-8DE6-DD7B7EADA9CC}" type="presParOf" srcId="{F44D8291-63FD-4357-A99E-309E53BDD52D}" destId="{E279B4AA-D625-447F-8B15-CF70B9A4F212}" srcOrd="1" destOrd="0" presId="urn:microsoft.com/office/officeart/2005/8/layout/list1"/>
    <dgm:cxn modelId="{96F10211-9E8C-40AC-80D0-612A70550A04}" type="presParOf" srcId="{D18CCFAE-7E31-4F34-8DA1-849D01D8C2B4}" destId="{250058C1-0D18-4557-AFAA-A1C453DDAE06}" srcOrd="9" destOrd="0" presId="urn:microsoft.com/office/officeart/2005/8/layout/list1"/>
    <dgm:cxn modelId="{EE96DC18-0010-410C-A71D-8B5F31AC70BF}" type="presParOf" srcId="{D18CCFAE-7E31-4F34-8DA1-849D01D8C2B4}" destId="{EF263078-95B7-44DB-8E03-56B0E657C707}" srcOrd="10" destOrd="0" presId="urn:microsoft.com/office/officeart/2005/8/layout/list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1D391DD-9DD8-43CB-AF65-DDEFCBCA3BC3}">
      <dsp:nvSpPr>
        <dsp:cNvPr id="0" name=""/>
        <dsp:cNvSpPr/>
      </dsp:nvSpPr>
      <dsp:spPr>
        <a:xfrm>
          <a:off x="0" y="0"/>
          <a:ext cx="11855327" cy="96066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it-IT" sz="2200" kern="1200" dirty="0">
              <a:solidFill>
                <a:schemeClr val="bg1"/>
              </a:solidFill>
            </a:rPr>
            <a:t>Scénario 1 — Approche multimodale complète </a:t>
          </a:r>
          <a:endParaRPr lang="fr-FR" sz="2200" kern="1200" dirty="0">
            <a:solidFill>
              <a:schemeClr val="bg1"/>
            </a:solidFill>
          </a:endParaRPr>
        </a:p>
        <a:p>
          <a:pPr marL="171450" lvl="1" indent="-171450" algn="l" defTabSz="755650">
            <a:lnSpc>
              <a:spcPct val="90000"/>
            </a:lnSpc>
            <a:spcBef>
              <a:spcPct val="0"/>
            </a:spcBef>
            <a:spcAft>
              <a:spcPct val="15000"/>
            </a:spcAft>
            <a:buChar char="•"/>
          </a:pPr>
          <a:r>
            <a:rPr lang="fr-FR" sz="1700" b="0" kern="1200" dirty="0">
              <a:solidFill>
                <a:schemeClr val="bg1"/>
              </a:solidFill>
              <a:effectLst/>
              <a:latin typeface="Biennale" panose="00000500000000000000" pitchFamily="2" charset="0"/>
              <a:ea typeface="+mn-ea"/>
              <a:cs typeface="+mn-cs"/>
            </a:rPr>
            <a:t>Toutes les variables (tabulaires + texte vectorisé)</a:t>
          </a:r>
          <a:endParaRPr lang="fr-FR" sz="1700" kern="1200" dirty="0">
            <a:solidFill>
              <a:schemeClr val="bg1"/>
            </a:solidFill>
          </a:endParaRPr>
        </a:p>
      </dsp:txBody>
      <dsp:txXfrm>
        <a:off x="2467131" y="0"/>
        <a:ext cx="9388195" cy="960663"/>
      </dsp:txXfrm>
    </dsp:sp>
    <dsp:sp modelId="{8C68F421-4DFA-4D11-8991-F653CDC92243}">
      <dsp:nvSpPr>
        <dsp:cNvPr id="0" name=""/>
        <dsp:cNvSpPr/>
      </dsp:nvSpPr>
      <dsp:spPr>
        <a:xfrm>
          <a:off x="96066" y="96066"/>
          <a:ext cx="2371065" cy="768530"/>
        </a:xfrm>
        <a:prstGeom prst="roundRect">
          <a:avLst>
            <a:gd name="adj" fmla="val 10000"/>
          </a:avLst>
        </a:prstGeom>
        <a:blipFill>
          <a:blip xmlns:r="http://schemas.openxmlformats.org/officeDocument/2006/relationships" r:embed="rId1"/>
          <a:srcRect/>
          <a:stretch>
            <a:fillRect l="-4000" r="-4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A8C7EC2-A31F-4761-9802-5612C354581F}">
      <dsp:nvSpPr>
        <dsp:cNvPr id="0" name=""/>
        <dsp:cNvSpPr/>
      </dsp:nvSpPr>
      <dsp:spPr>
        <a:xfrm>
          <a:off x="0" y="1056729"/>
          <a:ext cx="11855327" cy="96066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fr-FR" sz="2200" b="0" kern="1200" dirty="0">
              <a:solidFill>
                <a:schemeClr val="bg1"/>
              </a:solidFill>
              <a:effectLst/>
              <a:latin typeface="Biennale" panose="00000500000000000000" pitchFamily="2" charset="0"/>
              <a:ea typeface="+mn-ea"/>
              <a:cs typeface="+mn-cs"/>
            </a:rPr>
            <a:t>Scénario 2 — Sans variables sensibles (Approche Éthique)</a:t>
          </a:r>
          <a:endParaRPr lang="fr-FR" sz="2200" kern="1200" dirty="0">
            <a:solidFill>
              <a:schemeClr val="bg1"/>
            </a:solidFill>
          </a:endParaRPr>
        </a:p>
        <a:p>
          <a:pPr marL="171450" lvl="1" indent="-171450" algn="l" defTabSz="755650">
            <a:lnSpc>
              <a:spcPct val="90000"/>
            </a:lnSpc>
            <a:spcBef>
              <a:spcPct val="0"/>
            </a:spcBef>
            <a:spcAft>
              <a:spcPct val="15000"/>
            </a:spcAft>
            <a:buChar char="•"/>
          </a:pPr>
          <a:r>
            <a:rPr lang="fr-FR" sz="1700" b="0" kern="1200" dirty="0">
              <a:solidFill>
                <a:schemeClr val="bg1"/>
              </a:solidFill>
              <a:effectLst/>
              <a:latin typeface="Biennale" panose="00000500000000000000" pitchFamily="2" charset="0"/>
              <a:ea typeface="+mn-ea"/>
              <a:cs typeface="+mn-cs"/>
            </a:rPr>
            <a:t>Variables non sensibles uniquement (avec justification CNIL/RGPD)</a:t>
          </a:r>
          <a:endParaRPr lang="fr-FR" sz="1700" kern="1200" dirty="0">
            <a:solidFill>
              <a:schemeClr val="bg1"/>
            </a:solidFill>
          </a:endParaRPr>
        </a:p>
      </dsp:txBody>
      <dsp:txXfrm>
        <a:off x="2467131" y="1056729"/>
        <a:ext cx="9388195" cy="960663"/>
      </dsp:txXfrm>
    </dsp:sp>
    <dsp:sp modelId="{6330527F-0341-4D0D-A4C3-370F898935C7}">
      <dsp:nvSpPr>
        <dsp:cNvPr id="0" name=""/>
        <dsp:cNvSpPr/>
      </dsp:nvSpPr>
      <dsp:spPr>
        <a:xfrm>
          <a:off x="96066" y="1152796"/>
          <a:ext cx="2371065" cy="768530"/>
        </a:xfrm>
        <a:prstGeom prst="roundRect">
          <a:avLst>
            <a:gd name="adj" fmla="val 10000"/>
          </a:avLst>
        </a:prstGeom>
        <a:blipFill>
          <a:blip xmlns:r="http://schemas.openxmlformats.org/officeDocument/2006/relationships" r:embed="rId2"/>
          <a:srcRect/>
          <a:stretch>
            <a:fillRect t="-3000" b="-3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D94085C-99AA-4BA4-90B6-1C20B2F62335}">
      <dsp:nvSpPr>
        <dsp:cNvPr id="0" name=""/>
        <dsp:cNvSpPr/>
      </dsp:nvSpPr>
      <dsp:spPr>
        <a:xfrm>
          <a:off x="0" y="2113459"/>
          <a:ext cx="11855327" cy="96066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fr-FR" sz="2200" b="0" kern="1200" dirty="0">
              <a:solidFill>
                <a:schemeClr val="bg1"/>
              </a:solidFill>
              <a:effectLst/>
              <a:latin typeface="Biennale" panose="00000500000000000000" pitchFamily="2" charset="0"/>
              <a:ea typeface="+mn-ea"/>
              <a:cs typeface="+mn-cs"/>
            </a:rPr>
            <a:t>Scénario 3 — Diagnostic par le texte seul (NLP pure)</a:t>
          </a:r>
          <a:endParaRPr lang="fr-FR" sz="2200" kern="1200" dirty="0">
            <a:solidFill>
              <a:schemeClr val="bg1"/>
            </a:solidFill>
          </a:endParaRPr>
        </a:p>
        <a:p>
          <a:pPr marL="171450" lvl="1" indent="-171450" algn="l" defTabSz="755650">
            <a:lnSpc>
              <a:spcPct val="90000"/>
            </a:lnSpc>
            <a:spcBef>
              <a:spcPct val="0"/>
            </a:spcBef>
            <a:spcAft>
              <a:spcPct val="15000"/>
            </a:spcAft>
            <a:buChar char="•"/>
          </a:pPr>
          <a:r>
            <a:rPr lang="fr-FR" sz="1700" b="0" kern="1200" dirty="0" err="1">
              <a:solidFill>
                <a:schemeClr val="bg1"/>
              </a:solidFill>
              <a:effectLst/>
              <a:latin typeface="Biennale" panose="00000500000000000000" pitchFamily="2" charset="0"/>
              <a:ea typeface="+mn-ea"/>
              <a:cs typeface="+mn-cs"/>
            </a:rPr>
            <a:t>synthese_entretien</a:t>
          </a:r>
          <a:r>
            <a:rPr lang="fr-FR" sz="1700" b="0" kern="1200" dirty="0">
              <a:solidFill>
                <a:schemeClr val="bg1"/>
              </a:solidFill>
              <a:effectLst/>
              <a:latin typeface="Biennale" panose="00000500000000000000" pitchFamily="2" charset="0"/>
              <a:ea typeface="+mn-ea"/>
              <a:cs typeface="+mn-cs"/>
            </a:rPr>
            <a:t> uniquement </a:t>
          </a:r>
          <a:endParaRPr lang="fr-FR" sz="1700" kern="1200" dirty="0">
            <a:solidFill>
              <a:schemeClr val="bg1"/>
            </a:solidFill>
          </a:endParaRPr>
        </a:p>
      </dsp:txBody>
      <dsp:txXfrm>
        <a:off x="2467131" y="2113459"/>
        <a:ext cx="9388195" cy="960663"/>
      </dsp:txXfrm>
    </dsp:sp>
    <dsp:sp modelId="{AA6194B8-8242-4EA3-8AD1-0C0F26F655C0}">
      <dsp:nvSpPr>
        <dsp:cNvPr id="0" name=""/>
        <dsp:cNvSpPr/>
      </dsp:nvSpPr>
      <dsp:spPr>
        <a:xfrm>
          <a:off x="96066" y="2209526"/>
          <a:ext cx="2371065" cy="768530"/>
        </a:xfrm>
        <a:prstGeom prst="roundRect">
          <a:avLst>
            <a:gd name="adj" fmla="val 10000"/>
          </a:avLst>
        </a:prstGeom>
        <a:blipFill>
          <a:blip xmlns:r="http://schemas.openxmlformats.org/officeDocument/2006/relationships" r:embed="rId3"/>
          <a:srcRect/>
          <a:stretch>
            <a:fillRect t="-3000" b="-3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5EF31EB-B19E-42DF-A11B-0F891842930D}">
      <dsp:nvSpPr>
        <dsp:cNvPr id="0" name=""/>
        <dsp:cNvSpPr/>
      </dsp:nvSpPr>
      <dsp:spPr>
        <a:xfrm>
          <a:off x="0" y="3170189"/>
          <a:ext cx="11855327" cy="96066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fr-FR" sz="2200" b="0" kern="1200" dirty="0">
              <a:solidFill>
                <a:schemeClr val="bg1"/>
              </a:solidFill>
              <a:effectLst/>
              <a:latin typeface="Biennale" panose="00000500000000000000" pitchFamily="2" charset="0"/>
              <a:ea typeface="+mn-ea"/>
              <a:cs typeface="+mn-cs"/>
            </a:rPr>
            <a:t>Scénario 4 — Données contextuelles pures (Tabulaire seul)</a:t>
          </a:r>
          <a:endParaRPr lang="fr-FR" sz="2200" kern="1200" dirty="0">
            <a:solidFill>
              <a:schemeClr val="bg1"/>
            </a:solidFill>
          </a:endParaRPr>
        </a:p>
        <a:p>
          <a:pPr marL="171450" lvl="1" indent="-171450" algn="l" defTabSz="755650">
            <a:lnSpc>
              <a:spcPct val="90000"/>
            </a:lnSpc>
            <a:spcBef>
              <a:spcPct val="0"/>
            </a:spcBef>
            <a:spcAft>
              <a:spcPct val="15000"/>
            </a:spcAft>
            <a:buChar char="•"/>
          </a:pPr>
          <a:r>
            <a:rPr lang="fr-FR" sz="1700" b="0" kern="1200" dirty="0">
              <a:solidFill>
                <a:schemeClr val="bg1"/>
              </a:solidFill>
              <a:effectLst/>
              <a:latin typeface="Biennale" panose="00000500000000000000" pitchFamily="2" charset="0"/>
              <a:ea typeface="+mn-ea"/>
              <a:cs typeface="+mn-cs"/>
            </a:rPr>
            <a:t>Variables tabulaires uniquement (sans texte) </a:t>
          </a:r>
          <a:endParaRPr lang="fr-FR" sz="1700" kern="1200" dirty="0">
            <a:solidFill>
              <a:schemeClr val="bg1"/>
            </a:solidFill>
          </a:endParaRPr>
        </a:p>
      </dsp:txBody>
      <dsp:txXfrm>
        <a:off x="2467131" y="3170189"/>
        <a:ext cx="9388195" cy="960663"/>
      </dsp:txXfrm>
    </dsp:sp>
    <dsp:sp modelId="{69FCD3C8-B725-4A98-A45C-B28194D36137}">
      <dsp:nvSpPr>
        <dsp:cNvPr id="0" name=""/>
        <dsp:cNvSpPr/>
      </dsp:nvSpPr>
      <dsp:spPr>
        <a:xfrm>
          <a:off x="96066" y="3266256"/>
          <a:ext cx="2371065" cy="768530"/>
        </a:xfrm>
        <a:prstGeom prst="roundRect">
          <a:avLst>
            <a:gd name="adj" fmla="val 10000"/>
          </a:avLst>
        </a:prstGeom>
        <a:blipFill>
          <a:blip xmlns:r="http://schemas.openxmlformats.org/officeDocument/2006/relationships" r:embed="rId4"/>
          <a:srcRect/>
          <a:stretch>
            <a:fillRect t="-7000" b="-7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396F598-86EB-4F43-94B2-57064A74AB7C}">
      <dsp:nvSpPr>
        <dsp:cNvPr id="0" name=""/>
        <dsp:cNvSpPr/>
      </dsp:nvSpPr>
      <dsp:spPr>
        <a:xfrm>
          <a:off x="0" y="4226919"/>
          <a:ext cx="11855327" cy="96066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it-IT" sz="2200" kern="1200" dirty="0">
              <a:solidFill>
                <a:schemeClr val="bg1"/>
              </a:solidFill>
            </a:rPr>
            <a:t>Scénario 1 — Approche </a:t>
          </a:r>
          <a:r>
            <a:rPr lang="fr-FR" sz="2200" kern="1200" dirty="0">
              <a:solidFill>
                <a:schemeClr val="bg1"/>
              </a:solidFill>
            </a:rPr>
            <a:t>hybride (ajouté dans un second temps)</a:t>
          </a:r>
        </a:p>
        <a:p>
          <a:pPr marL="171450" lvl="1" indent="-171450" algn="l" defTabSz="755650">
            <a:lnSpc>
              <a:spcPct val="90000"/>
            </a:lnSpc>
            <a:spcBef>
              <a:spcPct val="0"/>
            </a:spcBef>
            <a:spcAft>
              <a:spcPct val="15000"/>
            </a:spcAft>
            <a:buChar char="•"/>
          </a:pPr>
          <a:r>
            <a:rPr lang="fr-FR" sz="1700" b="0" kern="1200" dirty="0">
              <a:solidFill>
                <a:schemeClr val="bg1"/>
              </a:solidFill>
              <a:effectLst/>
              <a:latin typeface="Biennale" panose="00000500000000000000" pitchFamily="2" charset="0"/>
              <a:ea typeface="+mn-ea"/>
              <a:cs typeface="+mn-cs"/>
            </a:rPr>
            <a:t>Toutes les variables à l’exception de `</a:t>
          </a:r>
          <a:r>
            <a:rPr lang="fr-FR" sz="1700" b="0" kern="1200" dirty="0" err="1">
              <a:solidFill>
                <a:schemeClr val="bg1"/>
              </a:solidFill>
              <a:effectLst/>
              <a:latin typeface="Biennale" panose="00000500000000000000" pitchFamily="2" charset="0"/>
              <a:ea typeface="+mn-ea"/>
              <a:cs typeface="+mn-cs"/>
            </a:rPr>
            <a:t>nationalite_hors_ue</a:t>
          </a:r>
          <a:r>
            <a:rPr lang="fr-FR" sz="1700" b="0" kern="1200" dirty="0">
              <a:solidFill>
                <a:schemeClr val="bg1"/>
              </a:solidFill>
              <a:effectLst/>
              <a:latin typeface="Biennale" panose="00000500000000000000" pitchFamily="2" charset="0"/>
              <a:ea typeface="+mn-ea"/>
              <a:cs typeface="+mn-cs"/>
            </a:rPr>
            <a:t>`</a:t>
          </a:r>
          <a:endParaRPr lang="fr-FR" sz="1700" kern="1200" dirty="0">
            <a:solidFill>
              <a:schemeClr val="bg1"/>
            </a:solidFill>
          </a:endParaRPr>
        </a:p>
      </dsp:txBody>
      <dsp:txXfrm>
        <a:off x="2467131" y="4226919"/>
        <a:ext cx="9388195" cy="960663"/>
      </dsp:txXfrm>
    </dsp:sp>
    <dsp:sp modelId="{9F407BC6-0C44-4AAA-B2DC-D4A33FF19168}">
      <dsp:nvSpPr>
        <dsp:cNvPr id="0" name=""/>
        <dsp:cNvSpPr/>
      </dsp:nvSpPr>
      <dsp:spPr>
        <a:xfrm>
          <a:off x="96066" y="4322986"/>
          <a:ext cx="2371065" cy="768530"/>
        </a:xfrm>
        <a:prstGeom prst="roundRect">
          <a:avLst>
            <a:gd name="adj" fmla="val 10000"/>
          </a:avLst>
        </a:prstGeom>
        <a:blipFill>
          <a:blip xmlns:r="http://schemas.openxmlformats.org/officeDocument/2006/relationships" r:embed="rId5"/>
          <a:srcRect/>
          <a:stretch>
            <a:fillRect t="-12000" b="-12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C0BECD-7BB0-4EAE-9054-6BE62628CE7B}">
      <dsp:nvSpPr>
        <dsp:cNvPr id="0" name=""/>
        <dsp:cNvSpPr/>
      </dsp:nvSpPr>
      <dsp:spPr>
        <a:xfrm>
          <a:off x="0" y="0"/>
          <a:ext cx="11712304" cy="122040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fr-FR" sz="1700" kern="1200" dirty="0">
              <a:solidFill>
                <a:schemeClr val="bg1"/>
              </a:solidFill>
            </a:rPr>
            <a:t>ML classique </a:t>
          </a:r>
          <a:r>
            <a:rPr lang="fr-FR" sz="1700" kern="1200" dirty="0"/>
            <a:t>(</a:t>
          </a:r>
          <a:r>
            <a:rPr lang="fr-FR" sz="1700" kern="1200" dirty="0" err="1"/>
            <a:t>sklearn</a:t>
          </a:r>
          <a:r>
            <a:rPr lang="fr-FR" sz="1700" kern="1200" dirty="0"/>
            <a:t>, </a:t>
          </a:r>
          <a:r>
            <a:rPr lang="fr-FR" sz="1700" kern="1200" dirty="0" err="1"/>
            <a:t>XGBoost</a:t>
          </a:r>
          <a:r>
            <a:rPr lang="fr-FR" sz="1700" kern="1200" dirty="0"/>
            <a:t>)</a:t>
          </a:r>
        </a:p>
        <a:p>
          <a:pPr marL="114300" lvl="1" indent="-114300" algn="l" defTabSz="577850">
            <a:lnSpc>
              <a:spcPct val="90000"/>
            </a:lnSpc>
            <a:spcBef>
              <a:spcPct val="0"/>
            </a:spcBef>
            <a:spcAft>
              <a:spcPct val="15000"/>
            </a:spcAft>
            <a:buChar char="•"/>
          </a:pPr>
          <a:r>
            <a:rPr lang="fr-FR" sz="1300" kern="1200" dirty="0"/>
            <a:t>Mieux adapté</a:t>
          </a:r>
        </a:p>
        <a:p>
          <a:pPr marL="114300" lvl="1" indent="-114300" algn="l" defTabSz="577850">
            <a:lnSpc>
              <a:spcPct val="90000"/>
            </a:lnSpc>
            <a:spcBef>
              <a:spcPct val="0"/>
            </a:spcBef>
            <a:spcAft>
              <a:spcPct val="15000"/>
            </a:spcAft>
            <a:buChar char="•"/>
          </a:pPr>
          <a:r>
            <a:rPr lang="fr-FR" sz="1300" kern="1200" dirty="0"/>
            <a:t>Faible coût</a:t>
          </a:r>
        </a:p>
        <a:p>
          <a:pPr marL="114300" lvl="1" indent="-114300" algn="l" defTabSz="577850">
            <a:lnSpc>
              <a:spcPct val="90000"/>
            </a:lnSpc>
            <a:spcBef>
              <a:spcPct val="0"/>
            </a:spcBef>
            <a:spcAft>
              <a:spcPct val="15000"/>
            </a:spcAft>
            <a:buChar char="•"/>
          </a:pPr>
          <a:r>
            <a:rPr lang="fr-FR" sz="1300" kern="1200" dirty="0"/>
            <a:t>Forte explicabilité</a:t>
          </a:r>
        </a:p>
      </dsp:txBody>
      <dsp:txXfrm>
        <a:off x="2464500" y="0"/>
        <a:ext cx="9247803" cy="1220401"/>
      </dsp:txXfrm>
    </dsp:sp>
    <dsp:sp modelId="{FE884BB6-3BB4-4383-AAEA-1E2B70C9BFDD}">
      <dsp:nvSpPr>
        <dsp:cNvPr id="0" name=""/>
        <dsp:cNvSpPr/>
      </dsp:nvSpPr>
      <dsp:spPr>
        <a:xfrm>
          <a:off x="122040" y="122040"/>
          <a:ext cx="2342460" cy="976320"/>
        </a:xfrm>
        <a:prstGeom prst="roundRect">
          <a:avLst>
            <a:gd name="adj" fmla="val 10000"/>
          </a:avLst>
        </a:prstGeom>
        <a:blipFill>
          <a:blip xmlns:r="http://schemas.openxmlformats.org/officeDocument/2006/relationships" r:embed="rId1"/>
          <a:srcRect/>
          <a:stretch>
            <a:fillRect t="-14000" b="-14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FB9D9B-F891-44A0-B3FD-46C17F502D2D}">
      <dsp:nvSpPr>
        <dsp:cNvPr id="0" name=""/>
        <dsp:cNvSpPr/>
      </dsp:nvSpPr>
      <dsp:spPr>
        <a:xfrm>
          <a:off x="0" y="0"/>
          <a:ext cx="5797159" cy="182222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fr-FR" sz="2100" b="0" kern="1200" dirty="0" err="1">
              <a:solidFill>
                <a:schemeClr val="bg1"/>
              </a:solidFill>
              <a:effectLst/>
              <a:latin typeface="Biennale" panose="00000500000000000000" pitchFamily="2" charset="0"/>
              <a:ea typeface="+mn-ea"/>
              <a:cs typeface="+mn-cs"/>
            </a:rPr>
            <a:t>LogisticRegression</a:t>
          </a:r>
          <a:endParaRPr lang="fr-FR" sz="2100" kern="1200" dirty="0">
            <a:solidFill>
              <a:schemeClr val="bg1"/>
            </a:solidFill>
          </a:endParaRPr>
        </a:p>
        <a:p>
          <a:pPr marL="171450" lvl="1" indent="-171450" algn="l" defTabSz="711200">
            <a:lnSpc>
              <a:spcPct val="90000"/>
            </a:lnSpc>
            <a:spcBef>
              <a:spcPct val="0"/>
            </a:spcBef>
            <a:spcAft>
              <a:spcPct val="15000"/>
            </a:spcAft>
            <a:buChar char="•"/>
          </a:pPr>
          <a:r>
            <a:rPr lang="fr-FR" sz="1600" kern="1200" dirty="0">
              <a:solidFill>
                <a:schemeClr val="bg1"/>
              </a:solidFill>
            </a:rPr>
            <a:t>Baseline robuste, rapide et stable</a:t>
          </a:r>
        </a:p>
        <a:p>
          <a:pPr marL="171450" lvl="1" indent="-171450" algn="l" defTabSz="711200">
            <a:lnSpc>
              <a:spcPct val="90000"/>
            </a:lnSpc>
            <a:spcBef>
              <a:spcPct val="0"/>
            </a:spcBef>
            <a:spcAft>
              <a:spcPct val="15000"/>
            </a:spcAft>
            <a:buChar char="•"/>
          </a:pPr>
          <a:r>
            <a:rPr lang="fr-FR" sz="1600" kern="1200" dirty="0">
              <a:solidFill>
                <a:schemeClr val="bg1"/>
              </a:solidFill>
            </a:rPr>
            <a:t>Coût entrainement : </a:t>
          </a:r>
          <a:r>
            <a:rPr lang="fr-FR" sz="1600" b="0" kern="1200" dirty="0">
              <a:solidFill>
                <a:schemeClr val="bg1"/>
              </a:solidFill>
              <a:effectLst/>
              <a:latin typeface="Biennale" panose="00000500000000000000" pitchFamily="2" charset="0"/>
              <a:ea typeface="+mn-ea"/>
              <a:cs typeface="+mn-cs"/>
            </a:rPr>
            <a:t>faible</a:t>
          </a:r>
          <a:endParaRPr lang="fr-FR" sz="1600" kern="1200" dirty="0">
            <a:solidFill>
              <a:schemeClr val="bg1"/>
            </a:solidFill>
          </a:endParaRPr>
        </a:p>
        <a:p>
          <a:pPr marL="171450" lvl="1" indent="-171450" algn="l" defTabSz="711200">
            <a:lnSpc>
              <a:spcPct val="90000"/>
            </a:lnSpc>
            <a:spcBef>
              <a:spcPct val="0"/>
            </a:spcBef>
            <a:spcAft>
              <a:spcPct val="15000"/>
            </a:spcAft>
            <a:buChar char="•"/>
          </a:pPr>
          <a:r>
            <a:rPr lang="fr-FR" sz="1600" kern="1200" dirty="0">
              <a:solidFill>
                <a:schemeClr val="bg1"/>
              </a:solidFill>
            </a:rPr>
            <a:t>Coût inférence : </a:t>
          </a:r>
          <a:r>
            <a:rPr lang="fr-FR" sz="1600" b="0" kern="1200" dirty="0">
              <a:solidFill>
                <a:schemeClr val="bg1"/>
              </a:solidFill>
              <a:effectLst/>
              <a:latin typeface="Biennale" panose="00000500000000000000" pitchFamily="2" charset="0"/>
              <a:ea typeface="+mn-ea"/>
              <a:cs typeface="+mn-cs"/>
            </a:rPr>
            <a:t>faible</a:t>
          </a:r>
          <a:endParaRPr lang="fr-FR" sz="1600" kern="1200" dirty="0">
            <a:solidFill>
              <a:schemeClr val="bg1"/>
            </a:solidFill>
          </a:endParaRPr>
        </a:p>
        <a:p>
          <a:pPr marL="171450" lvl="1" indent="-171450" algn="l" defTabSz="711200">
            <a:lnSpc>
              <a:spcPct val="90000"/>
            </a:lnSpc>
            <a:spcBef>
              <a:spcPct val="0"/>
            </a:spcBef>
            <a:spcAft>
              <a:spcPct val="15000"/>
            </a:spcAft>
            <a:buChar char="•"/>
          </a:pPr>
          <a:r>
            <a:rPr lang="fr-FR" sz="1600" kern="1200" dirty="0">
              <a:solidFill>
                <a:schemeClr val="bg1"/>
              </a:solidFill>
            </a:rPr>
            <a:t>Explicabilité : </a:t>
          </a:r>
          <a:r>
            <a:rPr lang="fr-FR" sz="1600" b="0" kern="1200" dirty="0">
              <a:solidFill>
                <a:schemeClr val="bg1"/>
              </a:solidFill>
              <a:effectLst/>
              <a:latin typeface="Biennale" panose="00000500000000000000" pitchFamily="2" charset="0"/>
              <a:ea typeface="+mn-ea"/>
              <a:cs typeface="+mn-cs"/>
            </a:rPr>
            <a:t>élevée</a:t>
          </a:r>
          <a:endParaRPr lang="fr-FR" sz="1600" kern="1200" dirty="0">
            <a:solidFill>
              <a:schemeClr val="bg1"/>
            </a:solidFill>
          </a:endParaRPr>
        </a:p>
      </dsp:txBody>
      <dsp:txXfrm>
        <a:off x="1341653" y="0"/>
        <a:ext cx="4455505" cy="1822220"/>
      </dsp:txXfrm>
    </dsp:sp>
    <dsp:sp modelId="{D69FE342-AE73-4489-8829-1DB4B3302555}">
      <dsp:nvSpPr>
        <dsp:cNvPr id="0" name=""/>
        <dsp:cNvSpPr/>
      </dsp:nvSpPr>
      <dsp:spPr>
        <a:xfrm>
          <a:off x="182222" y="182222"/>
          <a:ext cx="1159431" cy="1457776"/>
        </a:xfrm>
        <a:prstGeom prst="roundRect">
          <a:avLst>
            <a:gd name="adj" fmla="val 10000"/>
          </a:avLst>
        </a:prstGeom>
        <a:blipFill>
          <a:blip xmlns:r="http://schemas.openxmlformats.org/officeDocument/2006/relationships" r:embed="rId1"/>
          <a:srcRect/>
          <a:stretch>
            <a:fillRect l="-11000" r="-11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7B84DDC-2D57-4C8D-8FBA-FFD4A91D0415}">
      <dsp:nvSpPr>
        <dsp:cNvPr id="0" name=""/>
        <dsp:cNvSpPr/>
      </dsp:nvSpPr>
      <dsp:spPr>
        <a:xfrm>
          <a:off x="0" y="2004442"/>
          <a:ext cx="5797159" cy="182222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fr-FR" sz="2100" b="0" kern="1200" dirty="0" err="1">
              <a:solidFill>
                <a:schemeClr val="bg1"/>
              </a:solidFill>
              <a:effectLst/>
              <a:latin typeface="Biennale" panose="00000500000000000000" pitchFamily="2" charset="0"/>
              <a:ea typeface="+mn-ea"/>
              <a:cs typeface="+mn-cs"/>
            </a:rPr>
            <a:t>XGBoost</a:t>
          </a:r>
          <a:r>
            <a:rPr lang="fr-FR" sz="2100" b="0" kern="1200" dirty="0">
              <a:solidFill>
                <a:schemeClr val="bg1"/>
              </a:solidFill>
              <a:effectLst/>
              <a:latin typeface="Biennale" panose="00000500000000000000" pitchFamily="2" charset="0"/>
              <a:ea typeface="+mn-ea"/>
              <a:cs typeface="+mn-cs"/>
            </a:rPr>
            <a:t> Classifier </a:t>
          </a:r>
          <a:endParaRPr lang="fr-FR" sz="2100" kern="1200" dirty="0">
            <a:solidFill>
              <a:schemeClr val="bg1"/>
            </a:solidFill>
          </a:endParaRPr>
        </a:p>
        <a:p>
          <a:pPr marL="171450" lvl="1" indent="-171450" algn="l" defTabSz="711200">
            <a:lnSpc>
              <a:spcPct val="90000"/>
            </a:lnSpc>
            <a:spcBef>
              <a:spcPct val="0"/>
            </a:spcBef>
            <a:spcAft>
              <a:spcPct val="15000"/>
            </a:spcAft>
            <a:buChar char="•"/>
          </a:pPr>
          <a:r>
            <a:rPr lang="fr-FR" sz="1600" b="0" kern="1200" dirty="0">
              <a:solidFill>
                <a:schemeClr val="bg1"/>
              </a:solidFill>
              <a:effectLst/>
              <a:latin typeface="Biennale" panose="00000500000000000000" pitchFamily="2" charset="0"/>
              <a:ea typeface="+mn-ea"/>
              <a:cs typeface="+mn-cs"/>
            </a:rPr>
            <a:t>Très bon compromis attendu sur tabulaire </a:t>
          </a:r>
          <a:endParaRPr lang="fr-FR" sz="1600" kern="1200" dirty="0">
            <a:solidFill>
              <a:schemeClr val="bg1"/>
            </a:solidFill>
          </a:endParaRPr>
        </a:p>
        <a:p>
          <a:pPr marL="171450" lvl="1" indent="-171450" algn="l" defTabSz="711200">
            <a:lnSpc>
              <a:spcPct val="90000"/>
            </a:lnSpc>
            <a:spcBef>
              <a:spcPct val="0"/>
            </a:spcBef>
            <a:spcAft>
              <a:spcPct val="15000"/>
            </a:spcAft>
            <a:buChar char="•"/>
          </a:pPr>
          <a:r>
            <a:rPr lang="fr-FR" sz="1600" kern="1200" dirty="0">
              <a:solidFill>
                <a:schemeClr val="bg1"/>
              </a:solidFill>
            </a:rPr>
            <a:t>Coût entrainement : </a:t>
          </a:r>
          <a:r>
            <a:rPr lang="fr-FR" sz="1600" b="0" kern="1200" dirty="0">
              <a:solidFill>
                <a:schemeClr val="bg1"/>
              </a:solidFill>
              <a:effectLst/>
              <a:latin typeface="Biennale" panose="00000500000000000000" pitchFamily="2" charset="0"/>
              <a:ea typeface="+mn-ea"/>
              <a:cs typeface="+mn-cs"/>
            </a:rPr>
            <a:t>moyen à élevé </a:t>
          </a:r>
          <a:endParaRPr lang="fr-FR" sz="1600" kern="1200" dirty="0">
            <a:solidFill>
              <a:schemeClr val="bg1"/>
            </a:solidFill>
          </a:endParaRPr>
        </a:p>
        <a:p>
          <a:pPr marL="171450" lvl="1" indent="-171450" algn="l" defTabSz="711200">
            <a:lnSpc>
              <a:spcPct val="90000"/>
            </a:lnSpc>
            <a:spcBef>
              <a:spcPct val="0"/>
            </a:spcBef>
            <a:spcAft>
              <a:spcPct val="15000"/>
            </a:spcAft>
            <a:buChar char="•"/>
          </a:pPr>
          <a:r>
            <a:rPr lang="fr-FR" sz="1600" kern="1200" dirty="0">
              <a:solidFill>
                <a:schemeClr val="bg1"/>
              </a:solidFill>
            </a:rPr>
            <a:t>Coût inférence : </a:t>
          </a:r>
          <a:r>
            <a:rPr lang="fr-FR" sz="1600" b="0" kern="1200" dirty="0">
              <a:solidFill>
                <a:schemeClr val="bg1"/>
              </a:solidFill>
              <a:effectLst/>
              <a:latin typeface="Biennale" panose="00000500000000000000" pitchFamily="2" charset="0"/>
              <a:ea typeface="+mn-ea"/>
              <a:cs typeface="+mn-cs"/>
            </a:rPr>
            <a:t>moyen</a:t>
          </a:r>
          <a:endParaRPr lang="fr-FR" sz="1600" kern="1200" dirty="0">
            <a:solidFill>
              <a:schemeClr val="bg1"/>
            </a:solidFill>
          </a:endParaRPr>
        </a:p>
        <a:p>
          <a:pPr marL="171450" lvl="1" indent="-171450" algn="l" defTabSz="711200">
            <a:lnSpc>
              <a:spcPct val="90000"/>
            </a:lnSpc>
            <a:spcBef>
              <a:spcPct val="0"/>
            </a:spcBef>
            <a:spcAft>
              <a:spcPct val="15000"/>
            </a:spcAft>
            <a:buChar char="•"/>
          </a:pPr>
          <a:r>
            <a:rPr lang="fr-FR" sz="1600" kern="1200" dirty="0">
              <a:solidFill>
                <a:schemeClr val="bg1"/>
              </a:solidFill>
            </a:rPr>
            <a:t>Explicabilité : </a:t>
          </a:r>
          <a:r>
            <a:rPr lang="fr-FR" sz="1600" b="0" kern="1200" dirty="0">
              <a:solidFill>
                <a:schemeClr val="bg1"/>
              </a:solidFill>
              <a:effectLst/>
              <a:latin typeface="Biennale" panose="00000500000000000000" pitchFamily="2" charset="0"/>
              <a:ea typeface="+mn-ea"/>
              <a:cs typeface="+mn-cs"/>
            </a:rPr>
            <a:t>moyenne</a:t>
          </a:r>
          <a:endParaRPr lang="fr-FR" sz="1600" kern="1200" dirty="0">
            <a:solidFill>
              <a:schemeClr val="bg1"/>
            </a:solidFill>
          </a:endParaRPr>
        </a:p>
      </dsp:txBody>
      <dsp:txXfrm>
        <a:off x="1341653" y="2004442"/>
        <a:ext cx="4455505" cy="1822220"/>
      </dsp:txXfrm>
    </dsp:sp>
    <dsp:sp modelId="{F3EE645B-FD9E-4910-9069-15FA165E8D42}">
      <dsp:nvSpPr>
        <dsp:cNvPr id="0" name=""/>
        <dsp:cNvSpPr/>
      </dsp:nvSpPr>
      <dsp:spPr>
        <a:xfrm>
          <a:off x="182222" y="2186664"/>
          <a:ext cx="1159431" cy="1457776"/>
        </a:xfrm>
        <a:prstGeom prst="roundRect">
          <a:avLst>
            <a:gd name="adj" fmla="val 10000"/>
          </a:avLst>
        </a:prstGeom>
        <a:blipFill>
          <a:blip xmlns:r="http://schemas.openxmlformats.org/officeDocument/2006/relationships" r:embed="rId2"/>
          <a:srcRect/>
          <a:stretch>
            <a:fillRect l="-5000" r="-5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E9EAF7C-E38E-4BEF-BE43-83193BE03CF0}">
      <dsp:nvSpPr>
        <dsp:cNvPr id="0" name=""/>
        <dsp:cNvSpPr/>
      </dsp:nvSpPr>
      <dsp:spPr>
        <a:xfrm>
          <a:off x="0" y="0"/>
          <a:ext cx="5797159" cy="182222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fr-FR" sz="1800" b="0" kern="1200" dirty="0" err="1">
              <a:solidFill>
                <a:schemeClr val="bg1"/>
              </a:solidFill>
              <a:effectLst/>
              <a:latin typeface="Biennale" panose="00000500000000000000" pitchFamily="2" charset="0"/>
              <a:ea typeface="+mn-ea"/>
              <a:cs typeface="+mn-cs"/>
            </a:rPr>
            <a:t>LightGBM</a:t>
          </a:r>
          <a:r>
            <a:rPr lang="fr-FR" sz="1800" b="0" kern="1200" dirty="0">
              <a:solidFill>
                <a:schemeClr val="bg1"/>
              </a:solidFill>
              <a:effectLst/>
              <a:latin typeface="Biennale" panose="00000500000000000000" pitchFamily="2" charset="0"/>
              <a:ea typeface="+mn-ea"/>
              <a:cs typeface="+mn-cs"/>
            </a:rPr>
            <a:t> Classifier </a:t>
          </a:r>
          <a:endParaRPr lang="fr-FR" sz="1800" kern="1200" dirty="0">
            <a:solidFill>
              <a:schemeClr val="bg1"/>
            </a:solidFill>
          </a:endParaRPr>
        </a:p>
        <a:p>
          <a:pPr marL="114300" lvl="1" indent="-114300" algn="l" defTabSz="622300">
            <a:lnSpc>
              <a:spcPct val="90000"/>
            </a:lnSpc>
            <a:spcBef>
              <a:spcPct val="0"/>
            </a:spcBef>
            <a:spcAft>
              <a:spcPct val="15000"/>
            </a:spcAft>
            <a:buChar char="•"/>
          </a:pPr>
          <a:r>
            <a:rPr lang="fr-FR" sz="1400" b="0" kern="1200" dirty="0">
              <a:solidFill>
                <a:schemeClr val="bg1"/>
              </a:solidFill>
              <a:effectLst/>
              <a:latin typeface="Biennale" panose="00000500000000000000" pitchFamily="2" charset="0"/>
              <a:ea typeface="+mn-ea"/>
              <a:cs typeface="+mn-cs"/>
            </a:rPr>
            <a:t>Adaptée aux </a:t>
          </a:r>
          <a:r>
            <a:rPr lang="fr-FR" sz="1400" b="0" kern="1200" dirty="0" err="1">
              <a:solidFill>
                <a:schemeClr val="bg1"/>
              </a:solidFill>
              <a:effectLst/>
              <a:latin typeface="Biennale" panose="00000500000000000000" pitchFamily="2" charset="0"/>
              <a:ea typeface="+mn-ea"/>
              <a:cs typeface="+mn-cs"/>
            </a:rPr>
            <a:t>features</a:t>
          </a:r>
          <a:r>
            <a:rPr lang="fr-FR" sz="1400" b="0" kern="1200" dirty="0">
              <a:solidFill>
                <a:schemeClr val="bg1"/>
              </a:solidFill>
              <a:effectLst/>
              <a:latin typeface="Biennale" panose="00000500000000000000" pitchFamily="2" charset="0"/>
              <a:ea typeface="+mn-ea"/>
              <a:cs typeface="+mn-cs"/>
            </a:rPr>
            <a:t> encodées en grande dimension </a:t>
          </a:r>
          <a:endParaRPr lang="fr-FR" sz="1400" kern="1200" dirty="0">
            <a:solidFill>
              <a:schemeClr val="bg1"/>
            </a:solidFill>
          </a:endParaRPr>
        </a:p>
        <a:p>
          <a:pPr marL="114300" lvl="1" indent="-114300" algn="l" defTabSz="622300">
            <a:lnSpc>
              <a:spcPct val="90000"/>
            </a:lnSpc>
            <a:spcBef>
              <a:spcPct val="0"/>
            </a:spcBef>
            <a:spcAft>
              <a:spcPct val="15000"/>
            </a:spcAft>
            <a:buChar char="•"/>
          </a:pPr>
          <a:r>
            <a:rPr lang="fr-FR" sz="1400" kern="1200" dirty="0">
              <a:solidFill>
                <a:schemeClr val="bg1"/>
              </a:solidFill>
            </a:rPr>
            <a:t>Coût entrainement : </a:t>
          </a:r>
          <a:r>
            <a:rPr lang="fr-FR" sz="1400" b="0" kern="1200" dirty="0">
              <a:solidFill>
                <a:schemeClr val="bg1"/>
              </a:solidFill>
              <a:effectLst/>
              <a:latin typeface="Biennale" panose="00000500000000000000" pitchFamily="2" charset="0"/>
              <a:ea typeface="+mn-ea"/>
              <a:cs typeface="+mn-cs"/>
            </a:rPr>
            <a:t>moyen</a:t>
          </a:r>
          <a:endParaRPr lang="fr-FR" sz="1400" kern="1200" dirty="0">
            <a:solidFill>
              <a:schemeClr val="bg1"/>
            </a:solidFill>
          </a:endParaRPr>
        </a:p>
        <a:p>
          <a:pPr marL="114300" lvl="1" indent="-114300" algn="l" defTabSz="622300">
            <a:lnSpc>
              <a:spcPct val="90000"/>
            </a:lnSpc>
            <a:spcBef>
              <a:spcPct val="0"/>
            </a:spcBef>
            <a:spcAft>
              <a:spcPct val="15000"/>
            </a:spcAft>
            <a:buChar char="•"/>
          </a:pPr>
          <a:r>
            <a:rPr lang="fr-FR" sz="1400" kern="1200" dirty="0">
              <a:solidFill>
                <a:schemeClr val="bg1"/>
              </a:solidFill>
            </a:rPr>
            <a:t>Coût inférence : </a:t>
          </a:r>
          <a:r>
            <a:rPr lang="fr-FR" sz="1400" b="0" kern="1200" dirty="0">
              <a:solidFill>
                <a:schemeClr val="bg1"/>
              </a:solidFill>
              <a:effectLst/>
              <a:latin typeface="Biennale" panose="00000500000000000000" pitchFamily="2" charset="0"/>
              <a:ea typeface="+mn-ea"/>
              <a:cs typeface="+mn-cs"/>
            </a:rPr>
            <a:t>faible à moyen</a:t>
          </a:r>
          <a:endParaRPr lang="fr-FR" sz="1400" kern="1200" dirty="0">
            <a:solidFill>
              <a:schemeClr val="bg1"/>
            </a:solidFill>
          </a:endParaRPr>
        </a:p>
        <a:p>
          <a:pPr marL="114300" lvl="1" indent="-114300" algn="l" defTabSz="622300">
            <a:lnSpc>
              <a:spcPct val="90000"/>
            </a:lnSpc>
            <a:spcBef>
              <a:spcPct val="0"/>
            </a:spcBef>
            <a:spcAft>
              <a:spcPct val="15000"/>
            </a:spcAft>
            <a:buChar char="•"/>
          </a:pPr>
          <a:r>
            <a:rPr lang="fr-FR" sz="1400" kern="1200" dirty="0">
              <a:solidFill>
                <a:schemeClr val="bg1"/>
              </a:solidFill>
            </a:rPr>
            <a:t>Explicabilité : </a:t>
          </a:r>
          <a:r>
            <a:rPr lang="fr-FR" sz="1400" b="0" kern="1200" dirty="0">
              <a:solidFill>
                <a:schemeClr val="bg1"/>
              </a:solidFill>
              <a:effectLst/>
              <a:latin typeface="Biennale" panose="00000500000000000000" pitchFamily="2" charset="0"/>
              <a:ea typeface="+mn-ea"/>
              <a:cs typeface="+mn-cs"/>
            </a:rPr>
            <a:t>moyenne</a:t>
          </a:r>
          <a:endParaRPr lang="fr-FR" sz="1400" kern="1200" dirty="0">
            <a:solidFill>
              <a:schemeClr val="bg1"/>
            </a:solidFill>
          </a:endParaRPr>
        </a:p>
      </dsp:txBody>
      <dsp:txXfrm>
        <a:off x="1341653" y="0"/>
        <a:ext cx="4455505" cy="1822220"/>
      </dsp:txXfrm>
    </dsp:sp>
    <dsp:sp modelId="{116AE970-284C-4027-A63C-DA84E3ABF86E}">
      <dsp:nvSpPr>
        <dsp:cNvPr id="0" name=""/>
        <dsp:cNvSpPr/>
      </dsp:nvSpPr>
      <dsp:spPr>
        <a:xfrm>
          <a:off x="182222" y="182222"/>
          <a:ext cx="1159431" cy="1457776"/>
        </a:xfrm>
        <a:prstGeom prst="roundRect">
          <a:avLst>
            <a:gd name="adj" fmla="val 10000"/>
          </a:avLst>
        </a:prstGeom>
        <a:blipFill>
          <a:blip xmlns:r="http://schemas.openxmlformats.org/officeDocument/2006/relationships" r:embed="rId1"/>
          <a:srcRect/>
          <a:stretch>
            <a:fillRect l="-10000" r="-10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C49A448-2EB8-4825-850C-25F84A83A2EA}">
      <dsp:nvSpPr>
        <dsp:cNvPr id="0" name=""/>
        <dsp:cNvSpPr/>
      </dsp:nvSpPr>
      <dsp:spPr>
        <a:xfrm>
          <a:off x="0" y="2004442"/>
          <a:ext cx="5797159" cy="182222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fr-FR" sz="1800" b="0" kern="1200" dirty="0" err="1">
              <a:solidFill>
                <a:schemeClr val="bg1"/>
              </a:solidFill>
              <a:effectLst/>
              <a:latin typeface="Biennale" panose="00000500000000000000" pitchFamily="2" charset="0"/>
              <a:ea typeface="+mn-ea"/>
              <a:cs typeface="+mn-cs"/>
            </a:rPr>
            <a:t>RandomForestClassifier</a:t>
          </a:r>
          <a:endParaRPr lang="fr-FR" sz="1800" kern="1200" dirty="0">
            <a:solidFill>
              <a:schemeClr val="bg1"/>
            </a:solidFill>
          </a:endParaRPr>
        </a:p>
        <a:p>
          <a:pPr marL="114300" lvl="1" indent="-114300" algn="l" defTabSz="622300">
            <a:lnSpc>
              <a:spcPct val="90000"/>
            </a:lnSpc>
            <a:spcBef>
              <a:spcPct val="0"/>
            </a:spcBef>
            <a:spcAft>
              <a:spcPct val="15000"/>
            </a:spcAft>
            <a:buChar char="•"/>
          </a:pPr>
          <a:r>
            <a:rPr lang="fr-FR" sz="1400" b="0" kern="1200" dirty="0">
              <a:solidFill>
                <a:schemeClr val="bg1"/>
              </a:solidFill>
              <a:effectLst/>
              <a:latin typeface="Biennale" panose="00000500000000000000" pitchFamily="2" charset="0"/>
              <a:ea typeface="+mn-ea"/>
              <a:cs typeface="+mn-cs"/>
            </a:rPr>
            <a:t>Bon point de comparaison face aux méthodes de </a:t>
          </a:r>
          <a:r>
            <a:rPr lang="fr-FR" sz="1400" b="0" kern="1200" dirty="0" err="1">
              <a:solidFill>
                <a:schemeClr val="bg1"/>
              </a:solidFill>
              <a:effectLst/>
              <a:latin typeface="Biennale" panose="00000500000000000000" pitchFamily="2" charset="0"/>
              <a:ea typeface="+mn-ea"/>
              <a:cs typeface="+mn-cs"/>
            </a:rPr>
            <a:t>boosting</a:t>
          </a:r>
          <a:r>
            <a:rPr lang="fr-FR" sz="1400" b="0" kern="1200" dirty="0">
              <a:solidFill>
                <a:schemeClr val="bg1"/>
              </a:solidFill>
              <a:effectLst/>
              <a:latin typeface="Biennale" panose="00000500000000000000" pitchFamily="2" charset="0"/>
              <a:ea typeface="+mn-ea"/>
              <a:cs typeface="+mn-cs"/>
            </a:rPr>
            <a:t> </a:t>
          </a:r>
          <a:endParaRPr lang="fr-FR" sz="1400" kern="1200" dirty="0">
            <a:solidFill>
              <a:schemeClr val="bg1"/>
            </a:solidFill>
          </a:endParaRPr>
        </a:p>
        <a:p>
          <a:pPr marL="114300" lvl="1" indent="-114300" algn="l" defTabSz="622300">
            <a:lnSpc>
              <a:spcPct val="90000"/>
            </a:lnSpc>
            <a:spcBef>
              <a:spcPct val="0"/>
            </a:spcBef>
            <a:spcAft>
              <a:spcPct val="15000"/>
            </a:spcAft>
            <a:buChar char="•"/>
          </a:pPr>
          <a:r>
            <a:rPr lang="fr-FR" sz="1400" kern="1200" dirty="0">
              <a:solidFill>
                <a:schemeClr val="bg1"/>
              </a:solidFill>
            </a:rPr>
            <a:t>Coût entrainement : </a:t>
          </a:r>
          <a:r>
            <a:rPr lang="fr-FR" sz="1400" b="0" kern="1200" dirty="0">
              <a:solidFill>
                <a:schemeClr val="bg1"/>
              </a:solidFill>
              <a:effectLst/>
              <a:latin typeface="Biennale" panose="00000500000000000000" pitchFamily="2" charset="0"/>
              <a:ea typeface="+mn-ea"/>
              <a:cs typeface="+mn-cs"/>
            </a:rPr>
            <a:t>moyen</a:t>
          </a:r>
          <a:endParaRPr lang="fr-FR" sz="1400" kern="1200" dirty="0">
            <a:solidFill>
              <a:schemeClr val="bg1"/>
            </a:solidFill>
          </a:endParaRPr>
        </a:p>
        <a:p>
          <a:pPr marL="114300" lvl="1" indent="-114300" algn="l" defTabSz="622300">
            <a:lnSpc>
              <a:spcPct val="90000"/>
            </a:lnSpc>
            <a:spcBef>
              <a:spcPct val="0"/>
            </a:spcBef>
            <a:spcAft>
              <a:spcPct val="15000"/>
            </a:spcAft>
            <a:buChar char="•"/>
          </a:pPr>
          <a:r>
            <a:rPr lang="fr-FR" sz="1400" kern="1200" dirty="0">
              <a:solidFill>
                <a:schemeClr val="bg1"/>
              </a:solidFill>
            </a:rPr>
            <a:t>Coût inférence : </a:t>
          </a:r>
          <a:r>
            <a:rPr lang="fr-FR" sz="1400" b="0" kern="1200" dirty="0">
              <a:solidFill>
                <a:schemeClr val="bg1"/>
              </a:solidFill>
              <a:effectLst/>
              <a:latin typeface="Biennale" panose="00000500000000000000" pitchFamily="2" charset="0"/>
              <a:ea typeface="+mn-ea"/>
              <a:cs typeface="+mn-cs"/>
            </a:rPr>
            <a:t>faible</a:t>
          </a:r>
          <a:endParaRPr lang="fr-FR" sz="1400" kern="1200" dirty="0">
            <a:solidFill>
              <a:schemeClr val="bg1"/>
            </a:solidFill>
          </a:endParaRPr>
        </a:p>
        <a:p>
          <a:pPr marL="114300" lvl="1" indent="-114300" algn="l" defTabSz="622300">
            <a:lnSpc>
              <a:spcPct val="90000"/>
            </a:lnSpc>
            <a:spcBef>
              <a:spcPct val="0"/>
            </a:spcBef>
            <a:spcAft>
              <a:spcPct val="15000"/>
            </a:spcAft>
            <a:buChar char="•"/>
          </a:pPr>
          <a:r>
            <a:rPr lang="fr-FR" sz="1400" kern="1200" dirty="0">
              <a:solidFill>
                <a:schemeClr val="bg1"/>
              </a:solidFill>
            </a:rPr>
            <a:t>Explicabilité : </a:t>
          </a:r>
          <a:r>
            <a:rPr lang="fr-FR" sz="1400" b="0" kern="1200" dirty="0">
              <a:solidFill>
                <a:schemeClr val="bg1"/>
              </a:solidFill>
              <a:effectLst/>
              <a:latin typeface="Biennale" panose="00000500000000000000" pitchFamily="2" charset="0"/>
              <a:ea typeface="+mn-ea"/>
              <a:cs typeface="+mn-cs"/>
            </a:rPr>
            <a:t>moyenne</a:t>
          </a:r>
          <a:endParaRPr lang="fr-FR" sz="1400" kern="1200" dirty="0">
            <a:solidFill>
              <a:schemeClr val="bg1"/>
            </a:solidFill>
          </a:endParaRPr>
        </a:p>
      </dsp:txBody>
      <dsp:txXfrm>
        <a:off x="1341653" y="2004442"/>
        <a:ext cx="4455505" cy="1822220"/>
      </dsp:txXfrm>
    </dsp:sp>
    <dsp:sp modelId="{42116A97-75A6-40E6-91C9-9575F97D242C}">
      <dsp:nvSpPr>
        <dsp:cNvPr id="0" name=""/>
        <dsp:cNvSpPr/>
      </dsp:nvSpPr>
      <dsp:spPr>
        <a:xfrm>
          <a:off x="182222" y="2186664"/>
          <a:ext cx="1159431" cy="1457776"/>
        </a:xfrm>
        <a:prstGeom prst="roundRect">
          <a:avLst>
            <a:gd name="adj" fmla="val 10000"/>
          </a:avLst>
        </a:prstGeom>
        <a:blipFill>
          <a:blip xmlns:r="http://schemas.openxmlformats.org/officeDocument/2006/relationships" r:embed="rId2"/>
          <a:srcRect/>
          <a:stretch>
            <a:fillRect l="-31000" r="-31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16766D-9973-47F2-A2C1-3A5DA9C829F3}">
      <dsp:nvSpPr>
        <dsp:cNvPr id="0" name=""/>
        <dsp:cNvSpPr/>
      </dsp:nvSpPr>
      <dsp:spPr>
        <a:xfrm rot="16200000">
          <a:off x="296265" y="-296265"/>
          <a:ext cx="1818012" cy="2410542"/>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120904" rIns="120904" bIns="120904" numCol="1" spcCol="1270" anchor="ctr" anchorCtr="0">
          <a:noAutofit/>
        </a:bodyPr>
        <a:lstStyle/>
        <a:p>
          <a:pPr marL="0" lvl="0" indent="0" algn="ctr" defTabSz="755650">
            <a:lnSpc>
              <a:spcPct val="90000"/>
            </a:lnSpc>
            <a:spcBef>
              <a:spcPct val="0"/>
            </a:spcBef>
            <a:spcAft>
              <a:spcPct val="35000"/>
            </a:spcAft>
            <a:buNone/>
          </a:pPr>
          <a:r>
            <a:rPr lang="fr-FR" sz="1700" kern="1200" dirty="0"/>
            <a:t>Artefact </a:t>
          </a:r>
          <a:r>
            <a:rPr lang="fr-FR" sz="1700" kern="1200" dirty="0" err="1"/>
            <a:t>joblib</a:t>
          </a:r>
          <a:r>
            <a:rPr lang="fr-FR" sz="1700" kern="1200" dirty="0"/>
            <a:t> versionné</a:t>
          </a:r>
        </a:p>
      </dsp:txBody>
      <dsp:txXfrm rot="5400000">
        <a:off x="0" y="0"/>
        <a:ext cx="2410542" cy="1363509"/>
      </dsp:txXfrm>
    </dsp:sp>
    <dsp:sp modelId="{BE6D73EC-38A9-4D4A-B678-D4397F7141A4}">
      <dsp:nvSpPr>
        <dsp:cNvPr id="0" name=""/>
        <dsp:cNvSpPr/>
      </dsp:nvSpPr>
      <dsp:spPr>
        <a:xfrm>
          <a:off x="2410542" y="0"/>
          <a:ext cx="2410542" cy="1818012"/>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120904" rIns="120904" bIns="120904" numCol="1" spcCol="1270" anchor="ctr" anchorCtr="0">
          <a:noAutofit/>
        </a:bodyPr>
        <a:lstStyle/>
        <a:p>
          <a:pPr marL="0" lvl="0" indent="0" algn="ctr" defTabSz="755650">
            <a:lnSpc>
              <a:spcPct val="90000"/>
            </a:lnSpc>
            <a:spcBef>
              <a:spcPct val="0"/>
            </a:spcBef>
            <a:spcAft>
              <a:spcPct val="35000"/>
            </a:spcAft>
            <a:buNone/>
          </a:pPr>
          <a:r>
            <a:rPr lang="fr-FR" sz="1700" kern="1200" dirty="0"/>
            <a:t>Métadonnées : </a:t>
          </a:r>
          <a:r>
            <a:rPr lang="fr-FR" sz="1700" kern="1200" dirty="0" err="1"/>
            <a:t>dataset</a:t>
          </a:r>
          <a:r>
            <a:rPr lang="fr-FR" sz="1700" kern="1200" dirty="0"/>
            <a:t>, versions, hyperparamètres, métrique</a:t>
          </a:r>
        </a:p>
      </dsp:txBody>
      <dsp:txXfrm>
        <a:off x="2410542" y="0"/>
        <a:ext cx="2410542" cy="1363509"/>
      </dsp:txXfrm>
    </dsp:sp>
    <dsp:sp modelId="{88B2C80C-AE0A-4ED4-90B3-568C2C7B375B}">
      <dsp:nvSpPr>
        <dsp:cNvPr id="0" name=""/>
        <dsp:cNvSpPr/>
      </dsp:nvSpPr>
      <dsp:spPr>
        <a:xfrm rot="10800000">
          <a:off x="0" y="1818012"/>
          <a:ext cx="2410542" cy="1818012"/>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120904" rIns="120904" bIns="120904" numCol="1" spcCol="1270" anchor="ctr" anchorCtr="0">
          <a:noAutofit/>
        </a:bodyPr>
        <a:lstStyle/>
        <a:p>
          <a:pPr marL="0" lvl="0" indent="0" algn="ctr" defTabSz="755650">
            <a:lnSpc>
              <a:spcPct val="90000"/>
            </a:lnSpc>
            <a:spcBef>
              <a:spcPct val="0"/>
            </a:spcBef>
            <a:spcAft>
              <a:spcPct val="35000"/>
            </a:spcAft>
            <a:buNone/>
          </a:pPr>
          <a:r>
            <a:rPr lang="fr-FR" sz="1700" kern="1200" dirty="0" err="1"/>
            <a:t>Model_manifest.json</a:t>
          </a:r>
          <a:r>
            <a:rPr lang="fr-FR" sz="1700" kern="1200" dirty="0"/>
            <a:t> : modèle actif + SHA-256</a:t>
          </a:r>
        </a:p>
      </dsp:txBody>
      <dsp:txXfrm rot="10800000">
        <a:off x="0" y="2272514"/>
        <a:ext cx="2410542" cy="1363509"/>
      </dsp:txXfrm>
    </dsp:sp>
    <dsp:sp modelId="{500E2E5D-E2B2-458C-9E02-5391EE2801B9}">
      <dsp:nvSpPr>
        <dsp:cNvPr id="0" name=""/>
        <dsp:cNvSpPr/>
      </dsp:nvSpPr>
      <dsp:spPr>
        <a:xfrm rot="5400000">
          <a:off x="2706807" y="1521746"/>
          <a:ext cx="1818012" cy="2410542"/>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120904" rIns="120904" bIns="120904" numCol="1" spcCol="1270" anchor="ctr" anchorCtr="0">
          <a:noAutofit/>
        </a:bodyPr>
        <a:lstStyle/>
        <a:p>
          <a:pPr marL="0" lvl="0" indent="0" algn="ctr" defTabSz="755650">
            <a:lnSpc>
              <a:spcPct val="90000"/>
            </a:lnSpc>
            <a:spcBef>
              <a:spcPct val="0"/>
            </a:spcBef>
            <a:spcAft>
              <a:spcPct val="35000"/>
            </a:spcAft>
            <a:buNone/>
          </a:pPr>
          <a:r>
            <a:rPr lang="fr-FR" sz="1700" kern="1200" dirty="0"/>
            <a:t>Baseline f1_macro pour la promotion</a:t>
          </a:r>
        </a:p>
      </dsp:txBody>
      <dsp:txXfrm rot="-5400000">
        <a:off x="2410542" y="2272514"/>
        <a:ext cx="2410542" cy="1363509"/>
      </dsp:txXfrm>
    </dsp:sp>
    <dsp:sp modelId="{A45B9BEE-F8F0-40B5-8A9E-45076427E5EC}">
      <dsp:nvSpPr>
        <dsp:cNvPr id="0" name=""/>
        <dsp:cNvSpPr/>
      </dsp:nvSpPr>
      <dsp:spPr>
        <a:xfrm>
          <a:off x="1687379" y="1363508"/>
          <a:ext cx="1446325" cy="909006"/>
        </a:xfrm>
        <a:prstGeom prst="roundRect">
          <a:avLst/>
        </a:prstGeom>
        <a:solidFill>
          <a:schemeClr val="accent1">
            <a:tint val="6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fr-FR" sz="1700" kern="1200" dirty="0"/>
            <a:t>Traçabilité locale</a:t>
          </a:r>
        </a:p>
      </dsp:txBody>
      <dsp:txXfrm>
        <a:off x="1731753" y="1407882"/>
        <a:ext cx="1357577" cy="8202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A2C6F6-B4EC-430E-B0A6-27A9C435661E}">
      <dsp:nvSpPr>
        <dsp:cNvPr id="0" name=""/>
        <dsp:cNvSpPr/>
      </dsp:nvSpPr>
      <dsp:spPr>
        <a:xfrm rot="16200000">
          <a:off x="433197" y="-433197"/>
          <a:ext cx="1913227" cy="2779622"/>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9352" tIns="149352" rIns="149352" bIns="149352" numCol="1" spcCol="1270" anchor="ctr" anchorCtr="0">
          <a:noAutofit/>
        </a:bodyPr>
        <a:lstStyle/>
        <a:p>
          <a:pPr marL="0" lvl="0" indent="0" algn="ctr" defTabSz="933450">
            <a:lnSpc>
              <a:spcPct val="90000"/>
            </a:lnSpc>
            <a:spcBef>
              <a:spcPct val="0"/>
            </a:spcBef>
            <a:spcAft>
              <a:spcPct val="35000"/>
            </a:spcAft>
            <a:buNone/>
          </a:pPr>
          <a:r>
            <a:rPr lang="fr-FR" sz="2100" kern="1200" dirty="0"/>
            <a:t>Chaque entrainement est un run</a:t>
          </a:r>
        </a:p>
      </dsp:txBody>
      <dsp:txXfrm rot="5400000">
        <a:off x="-1" y="1"/>
        <a:ext cx="2779622" cy="1434920"/>
      </dsp:txXfrm>
    </dsp:sp>
    <dsp:sp modelId="{46E630F8-205E-4CAA-AA6E-F88E7325360E}">
      <dsp:nvSpPr>
        <dsp:cNvPr id="0" name=""/>
        <dsp:cNvSpPr/>
      </dsp:nvSpPr>
      <dsp:spPr>
        <a:xfrm>
          <a:off x="2779622" y="0"/>
          <a:ext cx="2779622" cy="1913227"/>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9352" tIns="149352" rIns="149352" bIns="149352" numCol="1" spcCol="1270" anchor="ctr" anchorCtr="0">
          <a:noAutofit/>
        </a:bodyPr>
        <a:lstStyle/>
        <a:p>
          <a:pPr marL="0" lvl="0" indent="0" algn="ctr" defTabSz="933450">
            <a:lnSpc>
              <a:spcPct val="90000"/>
            </a:lnSpc>
            <a:spcBef>
              <a:spcPct val="0"/>
            </a:spcBef>
            <a:spcAft>
              <a:spcPct val="35000"/>
            </a:spcAft>
            <a:buNone/>
          </a:pPr>
          <a:r>
            <a:rPr lang="fr-FR" sz="2100" kern="1200" dirty="0"/>
            <a:t>Modèle accepté : nouvelle version + alias champion</a:t>
          </a:r>
        </a:p>
      </dsp:txBody>
      <dsp:txXfrm>
        <a:off x="2779622" y="0"/>
        <a:ext cx="2779622" cy="1434920"/>
      </dsp:txXfrm>
    </dsp:sp>
    <dsp:sp modelId="{DD52888D-4124-4D3D-A98E-37521E0D0AD5}">
      <dsp:nvSpPr>
        <dsp:cNvPr id="0" name=""/>
        <dsp:cNvSpPr/>
      </dsp:nvSpPr>
      <dsp:spPr>
        <a:xfrm rot="10800000">
          <a:off x="0" y="1913227"/>
          <a:ext cx="2779622" cy="1913227"/>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9352" tIns="149352" rIns="149352" bIns="149352" numCol="1" spcCol="1270" anchor="ctr" anchorCtr="0">
          <a:noAutofit/>
        </a:bodyPr>
        <a:lstStyle/>
        <a:p>
          <a:pPr marL="0" lvl="0" indent="0" algn="ctr" defTabSz="933450">
            <a:lnSpc>
              <a:spcPct val="90000"/>
            </a:lnSpc>
            <a:spcBef>
              <a:spcPct val="0"/>
            </a:spcBef>
            <a:spcAft>
              <a:spcPct val="35000"/>
            </a:spcAft>
            <a:buNone/>
          </a:pPr>
          <a:r>
            <a:rPr lang="fr-FR" sz="2100" kern="1200" dirty="0"/>
            <a:t>Promotion versionnée et </a:t>
          </a:r>
          <a:r>
            <a:rPr lang="fr-FR" sz="2100" kern="1200" dirty="0" err="1"/>
            <a:t>reversible</a:t>
          </a:r>
          <a:endParaRPr lang="fr-FR" sz="2100" kern="1200" dirty="0"/>
        </a:p>
      </dsp:txBody>
      <dsp:txXfrm rot="10800000">
        <a:off x="0" y="2391534"/>
        <a:ext cx="2779622" cy="1434920"/>
      </dsp:txXfrm>
    </dsp:sp>
    <dsp:sp modelId="{3872804C-6416-4C87-8F61-B0AE7E5F7BB3}">
      <dsp:nvSpPr>
        <dsp:cNvPr id="0" name=""/>
        <dsp:cNvSpPr/>
      </dsp:nvSpPr>
      <dsp:spPr>
        <a:xfrm rot="5400000">
          <a:off x="3212819" y="1480030"/>
          <a:ext cx="1913227" cy="2779622"/>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9352" tIns="149352" rIns="149352" bIns="149352" numCol="1" spcCol="1270" anchor="ctr" anchorCtr="0">
          <a:noAutofit/>
        </a:bodyPr>
        <a:lstStyle/>
        <a:p>
          <a:pPr marL="0" lvl="0" indent="0" algn="ctr" defTabSz="933450">
            <a:lnSpc>
              <a:spcPct val="90000"/>
            </a:lnSpc>
            <a:spcBef>
              <a:spcPct val="0"/>
            </a:spcBef>
            <a:spcAft>
              <a:spcPct val="35000"/>
            </a:spcAft>
            <a:buNone/>
          </a:pPr>
          <a:r>
            <a:rPr lang="fr-FR" sz="2100" kern="1200" dirty="0"/>
            <a:t>Modèle rejeté : tracé mais modèle actif inchangé</a:t>
          </a:r>
        </a:p>
      </dsp:txBody>
      <dsp:txXfrm rot="-5400000">
        <a:off x="2779622" y="2391534"/>
        <a:ext cx="2779622" cy="1434920"/>
      </dsp:txXfrm>
    </dsp:sp>
    <dsp:sp modelId="{D3A82691-AE7E-4D75-9D3F-400B2F154E14}">
      <dsp:nvSpPr>
        <dsp:cNvPr id="0" name=""/>
        <dsp:cNvSpPr/>
      </dsp:nvSpPr>
      <dsp:spPr>
        <a:xfrm>
          <a:off x="1945735" y="1434920"/>
          <a:ext cx="1667773" cy="956613"/>
        </a:xfrm>
        <a:prstGeom prst="roundRect">
          <a:avLst/>
        </a:prstGeom>
        <a:solidFill>
          <a:schemeClr val="accent1">
            <a:tint val="6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fr-FR" sz="2100" kern="1200" dirty="0" err="1"/>
            <a:t>MLflow</a:t>
          </a:r>
          <a:endParaRPr lang="fr-FR" sz="2100" kern="1200" dirty="0"/>
        </a:p>
      </dsp:txBody>
      <dsp:txXfrm>
        <a:off x="1992433" y="1481618"/>
        <a:ext cx="1574377" cy="863217"/>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942C33-396D-4E75-9C9E-88EDD081CB0C}">
      <dsp:nvSpPr>
        <dsp:cNvPr id="0" name=""/>
        <dsp:cNvSpPr/>
      </dsp:nvSpPr>
      <dsp:spPr>
        <a:xfrm>
          <a:off x="150859" y="653798"/>
          <a:ext cx="3584989" cy="112030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8823"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Garde-fou de promotion incomplet</a:t>
          </a:r>
          <a:endParaRPr lang="fr-FR" sz="1800" kern="1200" dirty="0"/>
        </a:p>
      </dsp:txBody>
      <dsp:txXfrm>
        <a:off x="150859" y="653798"/>
        <a:ext cx="3584989" cy="1120309"/>
      </dsp:txXfrm>
    </dsp:sp>
    <dsp:sp modelId="{1E36CACF-456E-4484-8923-338E64D15189}">
      <dsp:nvSpPr>
        <dsp:cNvPr id="0" name=""/>
        <dsp:cNvSpPr/>
      </dsp:nvSpPr>
      <dsp:spPr>
        <a:xfrm>
          <a:off x="1485" y="491976"/>
          <a:ext cx="784216" cy="1176324"/>
        </a:xfrm>
        <a:prstGeom prst="rect">
          <a:avLst/>
        </a:prstGeom>
        <a:blipFill>
          <a:blip xmlns:r="http://schemas.openxmlformats.org/officeDocument/2006/relationships" r:embed="rId1"/>
          <a:srcRect/>
          <a:stretch>
            <a:fillRect l="-7000" r="-7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A3A0206-CD38-4355-9E2E-6E1946386658}">
      <dsp:nvSpPr>
        <dsp:cNvPr id="0" name=""/>
        <dsp:cNvSpPr/>
      </dsp:nvSpPr>
      <dsp:spPr>
        <a:xfrm>
          <a:off x="4049897" y="653798"/>
          <a:ext cx="3584989" cy="112030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8823"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Monitoring opérationnel incomplet</a:t>
          </a:r>
          <a:endParaRPr lang="fr-FR" sz="1800" kern="1200" dirty="0"/>
        </a:p>
      </dsp:txBody>
      <dsp:txXfrm>
        <a:off x="4049897" y="653798"/>
        <a:ext cx="3584989" cy="1120309"/>
      </dsp:txXfrm>
    </dsp:sp>
    <dsp:sp modelId="{4BBC4925-965E-4804-A7F2-83FD75165287}">
      <dsp:nvSpPr>
        <dsp:cNvPr id="0" name=""/>
        <dsp:cNvSpPr/>
      </dsp:nvSpPr>
      <dsp:spPr>
        <a:xfrm>
          <a:off x="3900523" y="491976"/>
          <a:ext cx="784216" cy="1176324"/>
        </a:xfrm>
        <a:prstGeom prst="rect">
          <a:avLst/>
        </a:prstGeom>
        <a:blipFill>
          <a:blip xmlns:r="http://schemas.openxmlformats.org/officeDocument/2006/relationships" r:embed="rId2"/>
          <a:srcRect/>
          <a:stretch>
            <a:fillRect l="-1000" r="-1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7363C72-C714-4A81-BABD-BF1F54FD8CD9}">
      <dsp:nvSpPr>
        <dsp:cNvPr id="0" name=""/>
        <dsp:cNvSpPr/>
      </dsp:nvSpPr>
      <dsp:spPr>
        <a:xfrm>
          <a:off x="7948935" y="653798"/>
          <a:ext cx="3584989" cy="112030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8823"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Persistance </a:t>
          </a:r>
          <a:r>
            <a:rPr lang="fr-FR" sz="1800" b="1" kern="1200" dirty="0" err="1"/>
            <a:t>MLflow</a:t>
          </a:r>
          <a:r>
            <a:rPr lang="fr-FR" sz="1800" b="1" kern="1200" dirty="0"/>
            <a:t> non adaptée à la production</a:t>
          </a:r>
          <a:endParaRPr lang="fr-FR" sz="1800" kern="1200" dirty="0"/>
        </a:p>
      </dsp:txBody>
      <dsp:txXfrm>
        <a:off x="7948935" y="653798"/>
        <a:ext cx="3584989" cy="1120309"/>
      </dsp:txXfrm>
    </dsp:sp>
    <dsp:sp modelId="{DE3E722B-3525-47C2-9BBE-27D5B580C47A}">
      <dsp:nvSpPr>
        <dsp:cNvPr id="0" name=""/>
        <dsp:cNvSpPr/>
      </dsp:nvSpPr>
      <dsp:spPr>
        <a:xfrm>
          <a:off x="7799561" y="491976"/>
          <a:ext cx="784216" cy="1176324"/>
        </a:xfrm>
        <a:prstGeom prst="rect">
          <a:avLst/>
        </a:prstGeom>
        <a:blipFill>
          <a:blip xmlns:r="http://schemas.openxmlformats.org/officeDocument/2006/relationships" r:embed="rId3"/>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025D754-C8A5-4907-851B-6805999D4E6F}">
      <dsp:nvSpPr>
        <dsp:cNvPr id="0" name=""/>
        <dsp:cNvSpPr/>
      </dsp:nvSpPr>
      <dsp:spPr>
        <a:xfrm>
          <a:off x="121355" y="2064143"/>
          <a:ext cx="3584989" cy="112030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8823"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Validation humaine de la promotion absente</a:t>
          </a:r>
          <a:endParaRPr lang="fr-FR" sz="1800" kern="1200" dirty="0"/>
        </a:p>
      </dsp:txBody>
      <dsp:txXfrm>
        <a:off x="121355" y="2064143"/>
        <a:ext cx="3584989" cy="1120309"/>
      </dsp:txXfrm>
    </dsp:sp>
    <dsp:sp modelId="{CC2AE3BE-B86A-4C7A-826B-30C35F70A0D2}">
      <dsp:nvSpPr>
        <dsp:cNvPr id="0" name=""/>
        <dsp:cNvSpPr/>
      </dsp:nvSpPr>
      <dsp:spPr>
        <a:xfrm>
          <a:off x="1485" y="1902320"/>
          <a:ext cx="784216" cy="1176324"/>
        </a:xfrm>
        <a:prstGeom prst="rect">
          <a:avLst/>
        </a:prstGeom>
        <a:blipFill>
          <a:blip xmlns:r="http://schemas.openxmlformats.org/officeDocument/2006/relationships" r:embed="rId4"/>
          <a:srcRect/>
          <a:stretch>
            <a:fillRect t="-4000" b="-4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413582D-157A-4A28-81A4-1AAB434F5A4C}">
      <dsp:nvSpPr>
        <dsp:cNvPr id="0" name=""/>
        <dsp:cNvSpPr/>
      </dsp:nvSpPr>
      <dsp:spPr>
        <a:xfrm>
          <a:off x="4049897" y="2064143"/>
          <a:ext cx="3584989" cy="112030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8823"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Qualité des feedbacks à contrôler</a:t>
          </a:r>
          <a:endParaRPr lang="fr-FR" sz="1800" kern="1200" dirty="0"/>
        </a:p>
      </dsp:txBody>
      <dsp:txXfrm>
        <a:off x="4049897" y="2064143"/>
        <a:ext cx="3584989" cy="1120309"/>
      </dsp:txXfrm>
    </dsp:sp>
    <dsp:sp modelId="{4FE825E9-62F1-46C2-A423-DC6425A126CA}">
      <dsp:nvSpPr>
        <dsp:cNvPr id="0" name=""/>
        <dsp:cNvSpPr/>
      </dsp:nvSpPr>
      <dsp:spPr>
        <a:xfrm>
          <a:off x="3900523" y="1902320"/>
          <a:ext cx="784216" cy="1176324"/>
        </a:xfrm>
        <a:prstGeom prst="rect">
          <a:avLst/>
        </a:prstGeom>
        <a:blipFill>
          <a:blip xmlns:r="http://schemas.openxmlformats.org/officeDocument/2006/relationships" r:embed="rId5"/>
          <a:srcRect/>
          <a:stretch>
            <a:fillRect l="-2000" r="-2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B133957-55F1-4184-9002-155ED87BFF0D}">
      <dsp:nvSpPr>
        <dsp:cNvPr id="0" name=""/>
        <dsp:cNvSpPr/>
      </dsp:nvSpPr>
      <dsp:spPr>
        <a:xfrm>
          <a:off x="7948935" y="2064143"/>
          <a:ext cx="3584989" cy="112030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8823"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Surveillance des dérives non implémentée</a:t>
          </a:r>
          <a:endParaRPr lang="fr-FR" sz="1800" kern="1200" dirty="0"/>
        </a:p>
      </dsp:txBody>
      <dsp:txXfrm>
        <a:off x="7948935" y="2064143"/>
        <a:ext cx="3584989" cy="1120309"/>
      </dsp:txXfrm>
    </dsp:sp>
    <dsp:sp modelId="{7ACC051E-CB19-4D89-87A9-363FCCD7DF6B}">
      <dsp:nvSpPr>
        <dsp:cNvPr id="0" name=""/>
        <dsp:cNvSpPr/>
      </dsp:nvSpPr>
      <dsp:spPr>
        <a:xfrm>
          <a:off x="7799561" y="1902320"/>
          <a:ext cx="784216" cy="1176324"/>
        </a:xfrm>
        <a:prstGeom prst="rect">
          <a:avLst/>
        </a:prstGeom>
        <a:blipFill>
          <a:blip xmlns:r="http://schemas.openxmlformats.org/officeDocument/2006/relationships" r:embed="rId6"/>
          <a:srcRect/>
          <a:stretch>
            <a:fillRect l="-4000" r="-4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2B1A101A-7A78-40C7-9332-728D6ACC9AFF}">
      <dsp:nvSpPr>
        <dsp:cNvPr id="0" name=""/>
        <dsp:cNvSpPr/>
      </dsp:nvSpPr>
      <dsp:spPr>
        <a:xfrm>
          <a:off x="2100378" y="3474487"/>
          <a:ext cx="3584989" cy="112030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8823"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Procédure de rollback non validée</a:t>
          </a:r>
          <a:endParaRPr lang="fr-FR" sz="1800" kern="1200" dirty="0"/>
        </a:p>
      </dsp:txBody>
      <dsp:txXfrm>
        <a:off x="2100378" y="3474487"/>
        <a:ext cx="3584989" cy="1120309"/>
      </dsp:txXfrm>
    </dsp:sp>
    <dsp:sp modelId="{8362B0E0-A977-4993-8EDB-AA285CC1C824}">
      <dsp:nvSpPr>
        <dsp:cNvPr id="0" name=""/>
        <dsp:cNvSpPr/>
      </dsp:nvSpPr>
      <dsp:spPr>
        <a:xfrm>
          <a:off x="1951004" y="3312665"/>
          <a:ext cx="784216" cy="1176324"/>
        </a:xfrm>
        <a:prstGeom prst="rect">
          <a:avLst/>
        </a:prstGeom>
        <a:blipFill>
          <a:blip xmlns:r="http://schemas.openxmlformats.org/officeDocument/2006/relationships" r:embed="rId7"/>
          <a:srcRect/>
          <a:stretch>
            <a:fillRect l="-21000" r="-21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7813470-3E3A-45CC-A59A-F95B0213983A}">
      <dsp:nvSpPr>
        <dsp:cNvPr id="0" name=""/>
        <dsp:cNvSpPr/>
      </dsp:nvSpPr>
      <dsp:spPr>
        <a:xfrm>
          <a:off x="5999416" y="3474487"/>
          <a:ext cx="3584989" cy="112030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8823"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solidFill>
                <a:prstClr val="black">
                  <a:hueOff val="0"/>
                  <a:satOff val="0"/>
                  <a:lumOff val="0"/>
                  <a:alphaOff val="0"/>
                </a:prstClr>
              </a:solidFill>
              <a:latin typeface="Biennale"/>
              <a:ea typeface="+mn-ea"/>
              <a:cs typeface="+mn-cs"/>
            </a:rPr>
            <a:t>Authentification d’accès</a:t>
          </a:r>
        </a:p>
      </dsp:txBody>
      <dsp:txXfrm>
        <a:off x="5999416" y="3474487"/>
        <a:ext cx="3584989" cy="1120309"/>
      </dsp:txXfrm>
    </dsp:sp>
    <dsp:sp modelId="{98F11F95-9235-4611-A33C-5F2D192B2F10}">
      <dsp:nvSpPr>
        <dsp:cNvPr id="0" name=""/>
        <dsp:cNvSpPr/>
      </dsp:nvSpPr>
      <dsp:spPr>
        <a:xfrm>
          <a:off x="5850042" y="3312665"/>
          <a:ext cx="784216" cy="1176324"/>
        </a:xfrm>
        <a:prstGeom prst="rect">
          <a:avLst/>
        </a:prstGeom>
        <a:blipFill>
          <a:blip xmlns:r="http://schemas.openxmlformats.org/officeDocument/2006/relationships" r:embed="rId8"/>
          <a:srcRect/>
          <a:stretch>
            <a:fillRect l="-25000" r="-25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461E65-D5E1-4C2A-A10B-3F52354B414B}">
      <dsp:nvSpPr>
        <dsp:cNvPr id="0" name=""/>
        <dsp:cNvSpPr/>
      </dsp:nvSpPr>
      <dsp:spPr>
        <a:xfrm>
          <a:off x="1227690" y="-30506"/>
          <a:ext cx="5136679" cy="5136679"/>
        </a:xfrm>
        <a:prstGeom prst="circularArrow">
          <a:avLst>
            <a:gd name="adj1" fmla="val 5544"/>
            <a:gd name="adj2" fmla="val 330680"/>
            <a:gd name="adj3" fmla="val 13778954"/>
            <a:gd name="adj4" fmla="val 17384121"/>
            <a:gd name="adj5" fmla="val 5757"/>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28F42B5-E8EC-45E4-9084-B5DDF13F7A22}">
      <dsp:nvSpPr>
        <dsp:cNvPr id="0" name=""/>
        <dsp:cNvSpPr/>
      </dsp:nvSpPr>
      <dsp:spPr>
        <a:xfrm>
          <a:off x="2594942" y="1538"/>
          <a:ext cx="2402175" cy="1201087"/>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fr-FR" sz="2000" b="1" kern="1200" dirty="0"/>
            <a:t>Collecte depuis l’UI</a:t>
          </a:r>
          <a:endParaRPr lang="fr-FR" sz="2000" kern="1200" dirty="0"/>
        </a:p>
      </dsp:txBody>
      <dsp:txXfrm>
        <a:off x="2653574" y="60170"/>
        <a:ext cx="2284911" cy="1083823"/>
      </dsp:txXfrm>
    </dsp:sp>
    <dsp:sp modelId="{137EBA31-82E0-4205-BC1B-1FD2BAE0E078}">
      <dsp:nvSpPr>
        <dsp:cNvPr id="0" name=""/>
        <dsp:cNvSpPr/>
      </dsp:nvSpPr>
      <dsp:spPr>
        <a:xfrm>
          <a:off x="4678214" y="1515124"/>
          <a:ext cx="2402175" cy="1201087"/>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fr-FR" sz="2000" b="1" kern="1200" dirty="0"/>
            <a:t>Validation et stockage</a:t>
          </a:r>
          <a:endParaRPr lang="fr-FR" sz="2000" kern="1200" dirty="0"/>
        </a:p>
      </dsp:txBody>
      <dsp:txXfrm>
        <a:off x="4736846" y="1573756"/>
        <a:ext cx="2284911" cy="1083823"/>
      </dsp:txXfrm>
    </dsp:sp>
    <dsp:sp modelId="{5A8E3E20-4219-4991-A256-26C473FCAE52}">
      <dsp:nvSpPr>
        <dsp:cNvPr id="0" name=""/>
        <dsp:cNvSpPr/>
      </dsp:nvSpPr>
      <dsp:spPr>
        <a:xfrm>
          <a:off x="3882475" y="3964156"/>
          <a:ext cx="2402175" cy="1201087"/>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fr-FR" sz="2000" b="1" kern="1200" dirty="0"/>
            <a:t>Intégration</a:t>
          </a:r>
          <a:endParaRPr lang="fr-FR" sz="2000" kern="1200" dirty="0"/>
        </a:p>
      </dsp:txBody>
      <dsp:txXfrm>
        <a:off x="3941107" y="4022788"/>
        <a:ext cx="2284911" cy="1083823"/>
      </dsp:txXfrm>
    </dsp:sp>
    <dsp:sp modelId="{01BBA2BD-A3C2-4BCD-94B0-B97157ACC91C}">
      <dsp:nvSpPr>
        <dsp:cNvPr id="0" name=""/>
        <dsp:cNvSpPr/>
      </dsp:nvSpPr>
      <dsp:spPr>
        <a:xfrm>
          <a:off x="1307409" y="3964156"/>
          <a:ext cx="2402175" cy="1201087"/>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fr-FR" sz="2000" b="1" kern="1200" dirty="0"/>
            <a:t>Garde-fou avant promotion</a:t>
          </a:r>
          <a:endParaRPr lang="fr-FR" sz="2000" kern="1200" dirty="0"/>
        </a:p>
      </dsp:txBody>
      <dsp:txXfrm>
        <a:off x="1366041" y="4022788"/>
        <a:ext cx="2284911" cy="1083823"/>
      </dsp:txXfrm>
    </dsp:sp>
    <dsp:sp modelId="{9859E611-61AF-4AE3-9D7A-5A4BCF327E5D}">
      <dsp:nvSpPr>
        <dsp:cNvPr id="0" name=""/>
        <dsp:cNvSpPr/>
      </dsp:nvSpPr>
      <dsp:spPr>
        <a:xfrm>
          <a:off x="511670" y="1515124"/>
          <a:ext cx="2402175" cy="1201087"/>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fr-FR" sz="2000" b="1" kern="1200" dirty="0"/>
            <a:t>Traçabilité</a:t>
          </a:r>
          <a:endParaRPr lang="fr-FR" sz="2000" kern="1200" dirty="0"/>
        </a:p>
      </dsp:txBody>
      <dsp:txXfrm>
        <a:off x="570302" y="1573756"/>
        <a:ext cx="2284911" cy="108382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41EF8D8-9C6E-441A-80D0-EBE226A694D9}">
      <dsp:nvSpPr>
        <dsp:cNvPr id="0" name=""/>
        <dsp:cNvSpPr/>
      </dsp:nvSpPr>
      <dsp:spPr>
        <a:xfrm>
          <a:off x="0" y="302368"/>
          <a:ext cx="3557270" cy="2772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30D06CD-E25D-44A6-BCD7-E011B5E0DC68}">
      <dsp:nvSpPr>
        <dsp:cNvPr id="0" name=""/>
        <dsp:cNvSpPr/>
      </dsp:nvSpPr>
      <dsp:spPr>
        <a:xfrm>
          <a:off x="177863" y="140007"/>
          <a:ext cx="2490089" cy="3247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119" tIns="0" rIns="94119" bIns="0" numCol="1" spcCol="1270" anchor="ctr" anchorCtr="0">
          <a:noAutofit/>
        </a:bodyPr>
        <a:lstStyle/>
        <a:p>
          <a:pPr marL="0" lvl="0" indent="0" algn="l" defTabSz="488950">
            <a:lnSpc>
              <a:spcPct val="90000"/>
            </a:lnSpc>
            <a:spcBef>
              <a:spcPct val="0"/>
            </a:spcBef>
            <a:spcAft>
              <a:spcPct val="35000"/>
            </a:spcAft>
            <a:buNone/>
          </a:pPr>
          <a:r>
            <a:rPr lang="fr-FR" sz="1100" b="1" kern="1200" dirty="0"/>
            <a:t>Calendaire</a:t>
          </a:r>
          <a:endParaRPr lang="fr-FR" sz="1100" kern="1200" dirty="0"/>
        </a:p>
      </dsp:txBody>
      <dsp:txXfrm>
        <a:off x="193715" y="155859"/>
        <a:ext cx="2458385" cy="293016"/>
      </dsp:txXfrm>
    </dsp:sp>
    <dsp:sp modelId="{975FE91E-C3B4-486C-B292-013654729D20}">
      <dsp:nvSpPr>
        <dsp:cNvPr id="0" name=""/>
        <dsp:cNvSpPr/>
      </dsp:nvSpPr>
      <dsp:spPr>
        <a:xfrm>
          <a:off x="0" y="801328"/>
          <a:ext cx="3557270" cy="2772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1452833-3D0F-47EB-8D5D-A17CC584BCAF}">
      <dsp:nvSpPr>
        <dsp:cNvPr id="0" name=""/>
        <dsp:cNvSpPr/>
      </dsp:nvSpPr>
      <dsp:spPr>
        <a:xfrm>
          <a:off x="177863" y="638968"/>
          <a:ext cx="2490089" cy="3247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119" tIns="0" rIns="94119" bIns="0" numCol="1" spcCol="1270" anchor="ctr" anchorCtr="0">
          <a:noAutofit/>
        </a:bodyPr>
        <a:lstStyle/>
        <a:p>
          <a:pPr marL="0" lvl="0" indent="0" algn="l" defTabSz="488950">
            <a:lnSpc>
              <a:spcPct val="90000"/>
            </a:lnSpc>
            <a:spcBef>
              <a:spcPct val="0"/>
            </a:spcBef>
            <a:spcAft>
              <a:spcPct val="35000"/>
            </a:spcAft>
            <a:buNone/>
          </a:pPr>
          <a:r>
            <a:rPr lang="fr-FR" sz="1100" b="1" kern="1200" dirty="0"/>
            <a:t>Volume de nouvelles données</a:t>
          </a:r>
          <a:endParaRPr lang="fr-FR" sz="1100" kern="1200" dirty="0"/>
        </a:p>
      </dsp:txBody>
      <dsp:txXfrm>
        <a:off x="193715" y="654820"/>
        <a:ext cx="2458385" cy="293016"/>
      </dsp:txXfrm>
    </dsp:sp>
    <dsp:sp modelId="{EF263078-95B7-44DB-8E03-56B0E657C707}">
      <dsp:nvSpPr>
        <dsp:cNvPr id="0" name=""/>
        <dsp:cNvSpPr/>
      </dsp:nvSpPr>
      <dsp:spPr>
        <a:xfrm>
          <a:off x="0" y="1300288"/>
          <a:ext cx="3557270" cy="2772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279B4AA-D625-447F-8B15-CF70B9A4F212}">
      <dsp:nvSpPr>
        <dsp:cNvPr id="0" name=""/>
        <dsp:cNvSpPr/>
      </dsp:nvSpPr>
      <dsp:spPr>
        <a:xfrm>
          <a:off x="130809" y="1182989"/>
          <a:ext cx="2490089" cy="3247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119" tIns="0" rIns="94119" bIns="0" numCol="1" spcCol="1270" anchor="ctr" anchorCtr="0">
          <a:noAutofit/>
        </a:bodyPr>
        <a:lstStyle/>
        <a:p>
          <a:pPr marL="0" lvl="0" indent="0" algn="l" defTabSz="488950">
            <a:lnSpc>
              <a:spcPct val="90000"/>
            </a:lnSpc>
            <a:spcBef>
              <a:spcPct val="0"/>
            </a:spcBef>
            <a:spcAft>
              <a:spcPct val="35000"/>
            </a:spcAft>
            <a:buNone/>
          </a:pPr>
          <a:r>
            <a:rPr lang="fr-FR" sz="1100" b="1" kern="1200" dirty="0"/>
            <a:t>Performance</a:t>
          </a:r>
          <a:endParaRPr lang="fr-FR" sz="1100" kern="1200" dirty="0"/>
        </a:p>
      </dsp:txBody>
      <dsp:txXfrm>
        <a:off x="146661" y="1198841"/>
        <a:ext cx="2458385" cy="293016"/>
      </dsp:txXfrm>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6.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7.xml><?xml version="1.0" encoding="utf-8"?>
<dgm:layoutDef xmlns:dgm="http://schemas.openxmlformats.org/drawingml/2006/diagram" xmlns:a="http://schemas.openxmlformats.org/drawingml/2006/main" uniqueId="urn:microsoft.com/office/officeart/2008/layout/PictureStrips">
  <dgm:title val=""/>
  <dgm:desc val=""/>
  <dgm:catLst>
    <dgm:cat type="list" pri="12500"/>
    <dgm:cat type="picture" pri="13000"/>
    <dgm:cat type="pictureconvert" pri="13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40" srcId="0" destId="10" srcOrd="0" destOrd="0"/>
        <dgm:cxn modelId="5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40" srcId="0" destId="10" srcOrd="0" destOrd="0"/>
        <dgm:cxn modelId="50" srcId="0" destId="20" srcOrd="1" destOrd="0"/>
        <dgm:cxn modelId="60" srcId="0" destId="30" srcOrd="2" destOrd="0"/>
        <dgm:cxn modelId="70" srcId="0" destId="40" srcOrd="2" destOrd="0"/>
      </dgm:cxnLst>
      <dgm:bg/>
      <dgm:whole/>
    </dgm:dataModel>
  </dgm:clrData>
  <dgm:layoutNode name="Name0">
    <dgm:varLst>
      <dgm:dir/>
      <dgm:resizeHandles val="exact"/>
    </dgm:varLst>
    <dgm:choose name="Name1">
      <dgm:if name="Name2" func="var" arg="dir" op="equ" val="norm">
        <dgm:alg type="snake">
          <dgm:param type="off" val="ctr"/>
        </dgm:alg>
      </dgm:if>
      <dgm:else name="Name3">
        <dgm:alg type="snake">
          <dgm:param type="off" val="ctr"/>
          <dgm:param type="grDir" val="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h" refFor="ch" refForName="composite" op="equ" fact="0.1"/>
      <dgm:constr type="h" for="ch" forName="sibTrans" refType="h" refFor="ch" refForName="composite" op="equ" fact="0.1"/>
      <dgm:constr type="w" for="ch" forName="sibTrans" refType="h" refFor="ch" refForName="sibTrans" op="equ"/>
    </dgm:constrLst>
    <dgm:forEach name="nodesForEach" axis="ch" ptType="node">
      <dgm:layoutNode name="composite">
        <dgm:alg type="composite">
          <dgm:param type="ar" val="3"/>
        </dgm:alg>
        <dgm:shape xmlns:r="http://schemas.openxmlformats.org/officeDocument/2006/relationships" r:blip="">
          <dgm:adjLst/>
        </dgm:shape>
        <dgm:choose name="Name4">
          <dgm:if name="Name5" func="var" arg="dir" op="equ" val="norm">
            <dgm:constrLst>
              <dgm:constr type="l" for="ch" forName="rect1" refType="w" fact="0.04"/>
              <dgm:constr type="t" for="ch" forName="rect1" refType="h" fact="0.13"/>
              <dgm:constr type="w" for="ch" forName="rect1" refType="w" fact="0.96"/>
              <dgm:constr type="h" for="ch" forName="rect1" refType="h" fact="0.9"/>
              <dgm:constr type="l" for="ch" forName="rect2" refType="w" fact="0"/>
              <dgm:constr type="t" for="ch" forName="rect2" refType="h" fact="0"/>
              <dgm:constr type="w" for="ch" forName="rect2" refType="w" fact="0.21"/>
              <dgm:constr type="h" for="ch" forName="rect2" refType="w" fact="0.315"/>
            </dgm:constrLst>
          </dgm:if>
          <dgm:else name="Name6">
            <dgm:constrLst>
              <dgm:constr type="l" for="ch" forName="rect1" refType="w" fact="0"/>
              <dgm:constr type="t" for="ch" forName="rect1" refType="h" fact="0.13"/>
              <dgm:constr type="w" for="ch" forName="rect1" refType="w" fact="0.96"/>
              <dgm:constr type="h" for="ch" forName="rect1" refType="h" fact="0.9"/>
              <dgm:constr type="l" for="ch" forName="rect2" refType="w" fact="0.79"/>
              <dgm:constr type="t" for="ch" forName="rect2" refType="h" fact="0"/>
              <dgm:constr type="w" for="ch" forName="rect2" refType="w" fact="0.21"/>
              <dgm:constr type="h" for="ch" forName="rect2" refType="w" fact="0.315"/>
            </dgm:constrLst>
          </dgm:else>
        </dgm:choose>
        <dgm:layoutNode name="rect1" styleLbl="trAlignAcc1">
          <dgm:varLst>
            <dgm:bulletEnabled val="1"/>
          </dgm:varLst>
          <dgm:alg type="tx">
            <dgm:param type="parTxLTRAlign" val="l"/>
          </dgm:alg>
          <dgm:shape xmlns:r="http://schemas.openxmlformats.org/officeDocument/2006/relationships" type="rect" r:blip="">
            <dgm:adjLst/>
          </dgm:shape>
          <dgm:presOf axis="desOrSelf" ptType="node"/>
          <dgm:choose name="Name7">
            <dgm:if name="Name8" func="var" arg="dir" op="equ" val="norm">
              <dgm:constrLst>
                <dgm:constr type="lMarg" refType="w" fact="0.6"/>
                <dgm:constr type="rMarg" refType="primFontSz" fact="0.3"/>
                <dgm:constr type="tMarg" refType="primFontSz" fact="0.3"/>
                <dgm:constr type="bMarg" refType="primFontSz" fact="0.3"/>
              </dgm:constrLst>
            </dgm:if>
            <dgm:else name="Name9">
              <dgm:constrLst>
                <dgm:constr type="lMarg" refType="primFontSz" fact="0.3"/>
                <dgm:constr type="rMarg" refType="w" fact="0.6"/>
                <dgm:constr type="tMarg" refType="primFontSz" fact="0.3"/>
                <dgm:constr type="bMarg" refType="primFontSz" fact="0.3"/>
              </dgm:constrLst>
            </dgm:else>
          </dgm:choose>
          <dgm:ruleLst>
            <dgm:rule type="primFontSz" val="5" fact="NaN" max="NaN"/>
          </dgm:ruleLst>
        </dgm:layoutNode>
        <dgm:layoutNode name="rect2" styleLbl="fgImgPlace1">
          <dgm:alg type="sp"/>
          <dgm:shape xmlns:r="http://schemas.openxmlformats.org/officeDocument/2006/relationships" type="rect" r:blip="" blipPhldr="1">
            <dgm:adjLst/>
          </dgm:shape>
          <dgm:presOf/>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cycle3">
  <dgm:title val=""/>
  <dgm:desc val=""/>
  <dgm:catLst>
    <dgm:cat type="cycle" pri="5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val="exact"/>
    </dgm:varLst>
    <dgm:choose name="Name1">
      <dgm:if name="Name2" axis="ch" ptType="node" func="cnt" op="equ" val="2">
        <dgm:alg type="composite">
          <dgm:param type="ar" val="0.9"/>
        </dgm:alg>
        <dgm:shape xmlns:r="http://schemas.openxmlformats.org/officeDocument/2006/relationships" r:blip="">
          <dgm:adjLst/>
        </dgm:shape>
        <dgm:presOf/>
        <dgm:constrLst>
          <dgm:constr type="primFontSz" for="ch" ptType="node" op="equ" val="65"/>
          <dgm:constr type="ctrX" for="ch" forName="node1" refType="w" fact="0.5"/>
          <dgm:constr type="t" for="ch" forName="node1"/>
          <dgm:constr type="w" for="ch" forName="node1" refType="w" fact="0.8"/>
          <dgm:constr type="h" for="ch" forName="node1" refType="w" refFor="ch" refForName="node1" fact="0.5"/>
          <dgm:constr type="ctrX" for="ch" forName="sibTrans" refType="w" fact="0.5"/>
          <dgm:constr type="t" for="ch" forName="sibTrans"/>
          <dgm:constr type="w" for="ch" forName="sibTrans" refType="w" fact="0.8"/>
          <dgm:constr type="h" for="ch" forName="sibTrans" refType="w" refFor="ch" refForName="node1" fact="0.5"/>
          <dgm:constr type="userA" for="ch" forName="sibTrans" refType="w" fact="1.07"/>
          <dgm:constr type="ctrX" for="ch" forName="node2" refType="w" fact="0.5"/>
          <dgm:constr type="b" for="ch" forName="node2" refType="h"/>
          <dgm:constr type="w" for="ch" forName="node2" refType="w" fact="0.8"/>
          <dgm:constr type="h" for="ch" forName="node2" refType="w" refFor="ch" refForName="node1" fact="0.5"/>
          <dgm:constr type="l" for="ch" forName="sp1"/>
          <dgm:constr type="t" for="ch" forName="sp1" refType="h" fact="0.5"/>
          <dgm:constr type="w" for="ch" forName="sp1" val="1"/>
          <dgm:constr type="h" for="ch" forName="sp1" val="1"/>
          <dgm:constr type="r" for="ch" forName="sp2" refType="w"/>
          <dgm:constr type="t" for="ch" forName="sp2" refType="h" fact="0.5"/>
          <dgm:constr type="w" for="ch" forName="sp2" val="1"/>
          <dgm:constr type="h" for="ch" forName="sp2" val="1"/>
        </dgm:constrLst>
        <dgm:ruleLst/>
      </dgm:if>
      <dgm:else name="Name3">
        <dgm:alg type="composite"/>
        <dgm:shape xmlns:r="http://schemas.openxmlformats.org/officeDocument/2006/relationships" r:blip="">
          <dgm:adjLst/>
        </dgm:shape>
        <dgm:presOf/>
        <dgm:constrLst>
          <dgm:constr type="primFontSz" for="ch" ptType="node" op="equ" val="65"/>
        </dgm:constrLst>
        <dgm:ruleLst/>
      </dgm:else>
    </dgm:choose>
    <dgm:choose name="Name4">
      <dgm:if name="Name5" axis="ch" ptType="node" func="cnt" op="equ" val="2">
        <dgm:layoutNode name="node1">
          <dgm:varLst>
            <dgm:bulletEnabled val="1"/>
          </dgm:varLst>
          <dgm:alg type="tx"/>
          <dgm:shape xmlns:r="http://schemas.openxmlformats.org/officeDocument/2006/relationships" type="roundRect"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ibTrans" styleLbl="bgShp">
          <dgm:choose name="Name6">
            <dgm:if name="Name7" func="var" arg="dir" op="equ" val="norm">
              <dgm:alg type="conn">
                <dgm:param type="connRout" val="longCurve"/>
                <dgm:param type="begPts" val="midR"/>
                <dgm:param type="endPts" val="midL"/>
                <dgm:param type="dstNode" val="node1"/>
              </dgm:alg>
              <dgm:shape xmlns:r="http://schemas.openxmlformats.org/officeDocument/2006/relationships" type="conn" r:blip="" zOrderOff="-2">
                <dgm:adjLst/>
              </dgm:shape>
              <dgm:presOf axis="ch" ptType="sibTrans"/>
              <dgm:constrLst>
                <dgm:constr type="userA"/>
                <dgm:constr type="diam" refType="userA" fact="-1"/>
                <dgm:constr type="wArH" refType="userA" fact="0.05"/>
                <dgm:constr type="hArH" refType="userA" fact="0.1"/>
                <dgm:constr type="stemThick" refType="userA" fact="0.06"/>
                <dgm:constr type="begPad" refType="connDist" fact="-0.2"/>
                <dgm:constr type="endPad" refType="connDist" fact="0.05"/>
              </dgm:constrLst>
            </dgm:if>
            <dgm:else name="Name8">
              <dgm:alg type="conn">
                <dgm:param type="connRout" val="longCurve"/>
                <dgm:param type="begPts" val="midL"/>
                <dgm:param type="endPts" val="midR"/>
                <dgm:param type="dstNode" val="node1"/>
              </dgm:alg>
              <dgm:shape xmlns:r="http://schemas.openxmlformats.org/officeDocument/2006/relationships" type="conn" r:blip="" zOrderOff="-2">
                <dgm:adjLst/>
              </dgm:shape>
              <dgm:presOf axis="ch" ptType="sibTrans"/>
              <dgm:constrLst>
                <dgm:constr type="userA"/>
                <dgm:constr type="diam" refType="userA"/>
                <dgm:constr type="wArH" refType="userA" fact="0.05"/>
                <dgm:constr type="hArH" refType="userA" fact="0.1"/>
                <dgm:constr type="stemThick" refType="userA" fact="0.06"/>
                <dgm:constr type="begPad" refType="connDist" fact="-0.2"/>
                <dgm:constr type="endPad" refType="connDist" fact="0.05"/>
              </dgm:constrLst>
            </dgm:else>
          </dgm:choose>
          <dgm:ruleLst/>
        </dgm:layoutNode>
        <dgm:layoutNode name="node2">
          <dgm:varLst>
            <dgm:bulletEnabled val="1"/>
          </dgm:varLst>
          <dgm:alg type="tx"/>
          <dgm:shape xmlns:r="http://schemas.openxmlformats.org/officeDocument/2006/relationships" type="roundRect" r:blip="">
            <dgm:adjLst/>
          </dgm:shape>
          <dgm:presOf axis="ch desOrSelf"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p1">
          <dgm:alg type="sp"/>
          <dgm:shape xmlns:r="http://schemas.openxmlformats.org/officeDocument/2006/relationships" r:blip="">
            <dgm:adjLst/>
          </dgm:shape>
          <dgm:presOf/>
          <dgm:constrLst/>
          <dgm:ruleLst/>
        </dgm:layoutNode>
        <dgm:layoutNode name="sp2">
          <dgm:alg type="sp"/>
          <dgm:shape xmlns:r="http://schemas.openxmlformats.org/officeDocument/2006/relationships" r:blip="">
            <dgm:adjLst/>
          </dgm:shape>
          <dgm:presOf/>
          <dgm:constrLst/>
          <dgm:ruleLst/>
        </dgm:layoutNode>
      </dgm:if>
      <dgm:else name="Name9">
        <dgm:layoutNode name="cycle">
          <dgm:choose name="Name10">
            <dgm:if name="Name11" func="var" arg="dir" op="equ" val="norm">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fact="-1"/>
                <dgm:constr type="wArH" for="ch" ptType="sibTrans" refType="diam" op="equ" fact="0.05"/>
                <dgm:constr type="hArH" for="ch" ptType="sibTrans" refType="diam" op="equ" fact="0.1"/>
                <dgm:constr type="stemThick" for="ch" ptType="sibTrans" refType="diam" op="equ" fact="0.065"/>
                <dgm:constr type="primFontSz" for="ch" ptType="node" op="equ"/>
              </dgm:constrLst>
            </dgm:if>
            <dgm:else name="Name12">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dgm:constr type="wArH" for="ch" ptType="sibTrans" refType="diam" op="equ" fact="0.05"/>
                <dgm:constr type="hArH" for="ch" ptType="sibTrans" refType="diam" op="equ" fact="0.1"/>
                <dgm:constr type="stemThick" for="ch" ptType="sibTrans" refType="diam" op="equ" fact="0.065"/>
                <dgm:constr type="primFontSz" for="ch" ptType="node" op="equ"/>
              </dgm:constrLst>
            </dgm:else>
          </dgm:choose>
          <dgm:ruleLst/>
          <dgm:forEach name="nodesFirstNodeForEach" axis="ch" ptType="node" cnt="1">
            <dgm:layoutNode name="nodeFirstNode">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FirstNode" styleLbl="bgShp">
                <dgm:choose name="Name13">
                  <dgm:if name="Name14" func="var" arg="dir" op="equ" val="norm">
                    <dgm:alg type="conn">
                      <dgm:param type="connRout" val="longCurve"/>
                      <dgm:param type="begPts" val="midR"/>
                      <dgm:param type="endPts" val="midL"/>
                      <dgm:param type="dstNode" val="nodeFirstNode"/>
                    </dgm:alg>
                  </dgm:if>
                  <dgm:else name="Name15">
                    <dgm:alg type="conn">
                      <dgm:param type="connRout" val="longCurve"/>
                      <dgm:param type="begPts" val="midL"/>
                      <dgm:param type="endPts" val="midR"/>
                      <dgm:param type="dstNode" val="nodeFirstNode"/>
                    </dgm:alg>
                  </dgm:else>
                </dgm:choose>
                <dgm:shape xmlns:r="http://schemas.openxmlformats.org/officeDocument/2006/relationships" type="conn" r:blip="" zOrderOff="-2">
                  <dgm:adjLst/>
                </dgm:shape>
                <dgm:presOf axis="self"/>
                <dgm:choose name="Name16">
                  <dgm:if name="Name17" axis="par ch" ptType="doc node" func="cnt" op="equ" val="3">
                    <dgm:constrLst>
                      <dgm:constr type="userA"/>
                      <dgm:constr type="diam" refType="userA" fact="1.01"/>
                      <dgm:constr type="begPad" refType="connDist" fact="-0.2"/>
                      <dgm:constr type="endPad" refType="connDist" fact="0.05"/>
                    </dgm:constrLst>
                  </dgm:if>
                  <dgm:if name="Name18" axis="par ch" ptType="doc node" func="cnt" op="equ" val="4">
                    <dgm:constrLst>
                      <dgm:constr type="userA"/>
                      <dgm:constr type="diam" refType="userA" fact="1.26"/>
                      <dgm:constr type="begPad" refType="connDist" fact="-0.2"/>
                      <dgm:constr type="endPad" refType="connDist" fact="0.05"/>
                    </dgm:constrLst>
                  </dgm:if>
                  <dgm:if name="Name19" axis="par ch" ptType="doc node" func="cnt" op="equ" val="5">
                    <dgm:constrLst>
                      <dgm:constr type="userA"/>
                      <dgm:constr type="diam" refType="userA" fact="1.04"/>
                      <dgm:constr type="begPad" refType="connDist" fact="-0.2"/>
                      <dgm:constr type="endPad" refType="connDist" fact="0.05"/>
                    </dgm:constrLst>
                  </dgm:if>
                  <dgm:if name="Name20" axis="par ch" ptType="doc node" func="cnt" op="equ" val="6">
                    <dgm:constrLst>
                      <dgm:constr type="userA"/>
                      <dgm:constr type="diam" refType="userA" fact="1.1"/>
                      <dgm:constr type="begPad" refType="connDist" fact="-0.2"/>
                      <dgm:constr type="endPad" refType="connDist" fact="0.05"/>
                    </dgm:constrLst>
                  </dgm:if>
                  <dgm:else name="Name21">
                    <dgm:constrLst>
                      <dgm:constr type="userA"/>
                      <dgm:constr type="diam" refType="userA" fact="1.04"/>
                      <dgm:constr type="begPad" refType="connDist" fact="-0.2"/>
                      <dgm:constr type="endPad" refType="connDist" fact="0.05"/>
                    </dgm:constrLst>
                  </dgm:else>
                </dgm:choose>
                <dgm:ruleLst/>
              </dgm:layoutNode>
            </dgm:forEach>
          </dgm:forEach>
          <dgm:forEach name="followingNodesForEach" axis="ch" ptType="node" st="2">
            <dgm:layoutNode name="nodeFollowingNodes">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dgm:layoutNode>
      </dgm:else>
    </dgm:choose>
  </dgm:layoutNode>
</dgm:layoutDef>
</file>

<file path=ppt/diagrams/layout9.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F3E4D40-3228-1C24-32C4-502B03868EB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BF2ACEF2-A3DF-6534-FA7A-72EB00E4640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49540CC-CE8C-4A70-BF05-2114CEE721C9}" type="datetimeFigureOut">
              <a:rPr lang="en-US" smtClean="0"/>
              <a:t>10/9/2026</a:t>
            </a:fld>
            <a:endParaRPr lang="en-US" dirty="0"/>
          </a:p>
        </p:txBody>
      </p:sp>
      <p:sp>
        <p:nvSpPr>
          <p:cNvPr id="4" name="Footer Placeholder 3">
            <a:extLst>
              <a:ext uri="{FF2B5EF4-FFF2-40B4-BE49-F238E27FC236}">
                <a16:creationId xmlns:a16="http://schemas.microsoft.com/office/drawing/2014/main" id="{648134E3-450C-99A7-AD31-0AD855962FF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01F3B346-D077-B037-8AF1-1A5943152BE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A198758-294F-43B0-9FDA-82B4C942C448}" type="slidenum">
              <a:rPr lang="en-US" smtClean="0"/>
              <a:t>‹N°›</a:t>
            </a:fld>
            <a:endParaRPr lang="en-US" dirty="0"/>
          </a:p>
        </p:txBody>
      </p:sp>
    </p:spTree>
    <p:extLst>
      <p:ext uri="{BB962C8B-B14F-4D97-AF65-F5344CB8AC3E}">
        <p14:creationId xmlns:p14="http://schemas.microsoft.com/office/powerpoint/2010/main" val="10231382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Biennale" panose="00000500000000000000" pitchFamily="2"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Biennale" panose="00000500000000000000" pitchFamily="2" charset="0"/>
              </a:defRPr>
            </a:lvl1pPr>
          </a:lstStyle>
          <a:p>
            <a:fld id="{2F30A58F-C1CB-4583-BA10-6EBD3D104964}" type="datetimeFigureOut">
              <a:rPr lang="en-US" smtClean="0"/>
              <a:pPr/>
              <a:t>10/9/2026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Biennale" panose="00000500000000000000" pitchFamily="2"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Biennale" panose="00000500000000000000" pitchFamily="2" charset="0"/>
              </a:defRPr>
            </a:lvl1pPr>
          </a:lstStyle>
          <a:p>
            <a:fld id="{8B625186-1159-4D34-813C-4B43A94F9814}" type="slidenum">
              <a:rPr lang="en-US" smtClean="0"/>
              <a:pPr/>
              <a:t>‹N°›</a:t>
            </a:fld>
            <a:endParaRPr lang="en-US" dirty="0"/>
          </a:p>
        </p:txBody>
      </p:sp>
    </p:spTree>
    <p:extLst>
      <p:ext uri="{BB962C8B-B14F-4D97-AF65-F5344CB8AC3E}">
        <p14:creationId xmlns:p14="http://schemas.microsoft.com/office/powerpoint/2010/main" val="612476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Biennale" panose="00000500000000000000" pitchFamily="2" charset="0"/>
        <a:ea typeface="+mn-ea"/>
        <a:cs typeface="+mn-cs"/>
      </a:defRPr>
    </a:lvl1pPr>
    <a:lvl2pPr marL="457200" algn="l" defTabSz="914400" rtl="0" eaLnBrk="1" latinLnBrk="0" hangingPunct="1">
      <a:defRPr sz="1200" kern="1200">
        <a:solidFill>
          <a:schemeClr val="tx1"/>
        </a:solidFill>
        <a:latin typeface="Biennale" panose="00000500000000000000" pitchFamily="2" charset="0"/>
        <a:ea typeface="+mn-ea"/>
        <a:cs typeface="+mn-cs"/>
      </a:defRPr>
    </a:lvl2pPr>
    <a:lvl3pPr marL="914400" algn="l" defTabSz="914400" rtl="0" eaLnBrk="1" latinLnBrk="0" hangingPunct="1">
      <a:defRPr sz="1200" kern="1200">
        <a:solidFill>
          <a:schemeClr val="tx1"/>
        </a:solidFill>
        <a:latin typeface="Biennale" panose="00000500000000000000" pitchFamily="2" charset="0"/>
        <a:ea typeface="+mn-ea"/>
        <a:cs typeface="+mn-cs"/>
      </a:defRPr>
    </a:lvl3pPr>
    <a:lvl4pPr marL="1371600" algn="l" defTabSz="914400" rtl="0" eaLnBrk="1" latinLnBrk="0" hangingPunct="1">
      <a:defRPr sz="1200" kern="1200">
        <a:solidFill>
          <a:schemeClr val="tx1"/>
        </a:solidFill>
        <a:latin typeface="Biennale" panose="00000500000000000000" pitchFamily="2" charset="0"/>
        <a:ea typeface="+mn-ea"/>
        <a:cs typeface="+mn-cs"/>
      </a:defRPr>
    </a:lvl4pPr>
    <a:lvl5pPr marL="1828800" algn="l" defTabSz="914400" rtl="0" eaLnBrk="1" latinLnBrk="0" hangingPunct="1">
      <a:defRPr sz="1200" kern="1200">
        <a:solidFill>
          <a:schemeClr val="tx1"/>
        </a:solidFill>
        <a:latin typeface="Biennale"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1</a:t>
            </a:fld>
            <a:endParaRPr lang="en-US" dirty="0"/>
          </a:p>
        </p:txBody>
      </p:sp>
    </p:spTree>
    <p:extLst>
      <p:ext uri="{BB962C8B-B14F-4D97-AF65-F5344CB8AC3E}">
        <p14:creationId xmlns:p14="http://schemas.microsoft.com/office/powerpoint/2010/main" val="40403019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indent="0">
              <a:buFont typeface="Arial" panose="020B0604020202020204" pitchFamily="34" charset="0"/>
              <a:buNone/>
            </a:pPr>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a:t>
            </a:fld>
            <a:endParaRPr lang="en-US" dirty="0"/>
          </a:p>
        </p:txBody>
      </p:sp>
    </p:spTree>
    <p:extLst>
      <p:ext uri="{BB962C8B-B14F-4D97-AF65-F5344CB8AC3E}">
        <p14:creationId xmlns:p14="http://schemas.microsoft.com/office/powerpoint/2010/main" val="12643363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indent="0">
              <a:buFont typeface="Arial" panose="020B0604020202020204" pitchFamily="34" charset="0"/>
              <a:buNone/>
            </a:pPr>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3</a:t>
            </a:fld>
            <a:endParaRPr lang="en-US" dirty="0"/>
          </a:p>
        </p:txBody>
      </p:sp>
    </p:spTree>
    <p:extLst>
      <p:ext uri="{BB962C8B-B14F-4D97-AF65-F5344CB8AC3E}">
        <p14:creationId xmlns:p14="http://schemas.microsoft.com/office/powerpoint/2010/main" val="33773621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indent="0">
              <a:buFont typeface="Arial" panose="020B0604020202020204" pitchFamily="34" charset="0"/>
              <a:buNone/>
            </a:pPr>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4</a:t>
            </a:fld>
            <a:endParaRPr lang="en-US" dirty="0"/>
          </a:p>
        </p:txBody>
      </p:sp>
    </p:spTree>
    <p:extLst>
      <p:ext uri="{BB962C8B-B14F-4D97-AF65-F5344CB8AC3E}">
        <p14:creationId xmlns:p14="http://schemas.microsoft.com/office/powerpoint/2010/main" val="22105286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effectLst/>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5</a:t>
            </a:fld>
            <a:endParaRPr lang="en-US" dirty="0"/>
          </a:p>
        </p:txBody>
      </p:sp>
    </p:spTree>
    <p:extLst>
      <p:ext uri="{BB962C8B-B14F-4D97-AF65-F5344CB8AC3E}">
        <p14:creationId xmlns:p14="http://schemas.microsoft.com/office/powerpoint/2010/main" val="11326436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6</a:t>
            </a:fld>
            <a:endParaRPr lang="en-US" dirty="0"/>
          </a:p>
        </p:txBody>
      </p:sp>
    </p:spTree>
    <p:extLst>
      <p:ext uri="{BB962C8B-B14F-4D97-AF65-F5344CB8AC3E}">
        <p14:creationId xmlns:p14="http://schemas.microsoft.com/office/powerpoint/2010/main" val="9938838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1200" b="0" i="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7</a:t>
            </a:fld>
            <a:endParaRPr lang="en-US" dirty="0"/>
          </a:p>
        </p:txBody>
      </p:sp>
    </p:spTree>
    <p:extLst>
      <p:ext uri="{BB962C8B-B14F-4D97-AF65-F5344CB8AC3E}">
        <p14:creationId xmlns:p14="http://schemas.microsoft.com/office/powerpoint/2010/main" val="20131600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39AF0-F0FC-CD02-98FD-E4AE3D554A0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5054892-5C0B-B301-D6CA-D42B6A6E3AF6}"/>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257CE937-67A9-4A72-B90E-9BB867C58F8C}"/>
              </a:ext>
            </a:extLst>
          </p:cNvPr>
          <p:cNvSpPr>
            <a:spLocks noGrp="1"/>
          </p:cNvSpPr>
          <p:nvPr>
            <p:ph type="body" idx="1"/>
          </p:nvPr>
        </p:nvSpPr>
        <p:spPr/>
        <p:txBody>
          <a:bodyPr/>
          <a:lstStyle/>
          <a:p>
            <a:endParaRPr lang="fr-FR" sz="1200" b="0" i="0" kern="1200" dirty="0">
              <a:solidFill>
                <a:schemeClr val="tx1"/>
              </a:solidFill>
              <a:effectLst/>
              <a:latin typeface="Biennale" panose="00000500000000000000" pitchFamily="2" charset="0"/>
              <a:ea typeface="+mn-ea"/>
              <a:cs typeface="+mn-cs"/>
            </a:endParaRPr>
          </a:p>
        </p:txBody>
      </p:sp>
      <p:sp>
        <p:nvSpPr>
          <p:cNvPr id="4" name="Espace réservé du numéro de diapositive 3">
            <a:extLst>
              <a:ext uri="{FF2B5EF4-FFF2-40B4-BE49-F238E27FC236}">
                <a16:creationId xmlns:a16="http://schemas.microsoft.com/office/drawing/2014/main" id="{BA328C50-0497-FD54-72A2-FEC798DAF9BA}"/>
              </a:ext>
            </a:extLst>
          </p:cNvPr>
          <p:cNvSpPr>
            <a:spLocks noGrp="1"/>
          </p:cNvSpPr>
          <p:nvPr>
            <p:ph type="sldNum" sz="quarter" idx="5"/>
          </p:nvPr>
        </p:nvSpPr>
        <p:spPr/>
        <p:txBody>
          <a:bodyPr/>
          <a:lstStyle/>
          <a:p>
            <a:fld id="{8B625186-1159-4D34-813C-4B43A94F9814}" type="slidenum">
              <a:rPr lang="en-US" smtClean="0"/>
              <a:pPr/>
              <a:t>8</a:t>
            </a:fld>
            <a:endParaRPr lang="en-US" dirty="0"/>
          </a:p>
        </p:txBody>
      </p:sp>
    </p:spTree>
    <p:extLst>
      <p:ext uri="{BB962C8B-B14F-4D97-AF65-F5344CB8AC3E}">
        <p14:creationId xmlns:p14="http://schemas.microsoft.com/office/powerpoint/2010/main" val="10670895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3165D-FDCF-36B2-16F4-2D000D5CF91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7761375-F10F-226B-AD04-B0507C9B9455}"/>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FF16505-180C-1920-0778-BF15988D531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a:extLst>
              <a:ext uri="{FF2B5EF4-FFF2-40B4-BE49-F238E27FC236}">
                <a16:creationId xmlns:a16="http://schemas.microsoft.com/office/drawing/2014/main" id="{CD75C13B-7297-4012-6BE0-02AB227C492B}"/>
              </a:ext>
            </a:extLst>
          </p:cNvPr>
          <p:cNvSpPr>
            <a:spLocks noGrp="1"/>
          </p:cNvSpPr>
          <p:nvPr>
            <p:ph type="sldNum" sz="quarter" idx="5"/>
          </p:nvPr>
        </p:nvSpPr>
        <p:spPr/>
        <p:txBody>
          <a:bodyPr/>
          <a:lstStyle/>
          <a:p>
            <a:fld id="{8B625186-1159-4D34-813C-4B43A94F9814}" type="slidenum">
              <a:rPr lang="en-US" smtClean="0"/>
              <a:pPr/>
              <a:t>9</a:t>
            </a:fld>
            <a:endParaRPr lang="en-US" dirty="0"/>
          </a:p>
        </p:txBody>
      </p:sp>
    </p:spTree>
    <p:extLst>
      <p:ext uri="{BB962C8B-B14F-4D97-AF65-F5344CB8AC3E}">
        <p14:creationId xmlns:p14="http://schemas.microsoft.com/office/powerpoint/2010/main" val="21536477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10</a:t>
            </a:fld>
            <a:endParaRPr lang="en-US" dirty="0"/>
          </a:p>
        </p:txBody>
      </p:sp>
    </p:spTree>
    <p:extLst>
      <p:ext uri="{BB962C8B-B14F-4D97-AF65-F5344CB8AC3E}">
        <p14:creationId xmlns:p14="http://schemas.microsoft.com/office/powerpoint/2010/main" val="36704933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F3EB0C-E08A-8CCF-A8D4-A8F4ECBD45D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A677AE2-703B-8A58-BBA6-9EC77333A6EE}"/>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A9D6A0D6-558E-5687-7A67-9E5E5DA49DF6}"/>
              </a:ext>
            </a:extLst>
          </p:cNvPr>
          <p:cNvSpPr>
            <a:spLocks noGrp="1"/>
          </p:cNvSpPr>
          <p:nvPr>
            <p:ph type="body" idx="1"/>
          </p:nvPr>
        </p:nvSpPr>
        <p:spPr/>
        <p:txBody>
          <a:bodyPr/>
          <a:lstStyle/>
          <a:p>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a:extLst>
              <a:ext uri="{FF2B5EF4-FFF2-40B4-BE49-F238E27FC236}">
                <a16:creationId xmlns:a16="http://schemas.microsoft.com/office/drawing/2014/main" id="{A8183AF5-3797-F315-63D0-D1E971F6A087}"/>
              </a:ext>
            </a:extLst>
          </p:cNvPr>
          <p:cNvSpPr>
            <a:spLocks noGrp="1"/>
          </p:cNvSpPr>
          <p:nvPr>
            <p:ph type="sldNum" sz="quarter" idx="5"/>
          </p:nvPr>
        </p:nvSpPr>
        <p:spPr/>
        <p:txBody>
          <a:bodyPr/>
          <a:lstStyle/>
          <a:p>
            <a:fld id="{8B625186-1159-4D34-813C-4B43A94F9814}" type="slidenum">
              <a:rPr lang="en-US" smtClean="0"/>
              <a:pPr/>
              <a:t>11</a:t>
            </a:fld>
            <a:endParaRPr lang="en-US" dirty="0"/>
          </a:p>
        </p:txBody>
      </p:sp>
    </p:spTree>
    <p:extLst>
      <p:ext uri="{BB962C8B-B14F-4D97-AF65-F5344CB8AC3E}">
        <p14:creationId xmlns:p14="http://schemas.microsoft.com/office/powerpoint/2010/main" val="21801616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65E8C-5B44-4BD4-3385-D8742C98F9E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753B7E7-021D-953F-BE98-4AD7AEB77DE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8DFE13BD-3910-B7D8-087C-8587413D026B}"/>
              </a:ext>
            </a:extLst>
          </p:cNvPr>
          <p:cNvSpPr>
            <a:spLocks noGrp="1"/>
          </p:cNvSpPr>
          <p:nvPr>
            <p:ph type="body" idx="1"/>
          </p:nvPr>
        </p:nvSpPr>
        <p:spPr/>
        <p:txBody>
          <a:bodyPr/>
          <a:lstStyle/>
          <a:p>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a:extLst>
              <a:ext uri="{FF2B5EF4-FFF2-40B4-BE49-F238E27FC236}">
                <a16:creationId xmlns:a16="http://schemas.microsoft.com/office/drawing/2014/main" id="{6556E275-806A-9219-A068-C08E1C91FAE6}"/>
              </a:ext>
            </a:extLst>
          </p:cNvPr>
          <p:cNvSpPr>
            <a:spLocks noGrp="1"/>
          </p:cNvSpPr>
          <p:nvPr>
            <p:ph type="sldNum" sz="quarter" idx="5"/>
          </p:nvPr>
        </p:nvSpPr>
        <p:spPr/>
        <p:txBody>
          <a:bodyPr/>
          <a:lstStyle/>
          <a:p>
            <a:fld id="{8B625186-1159-4D34-813C-4B43A94F9814}" type="slidenum">
              <a:rPr lang="en-US" smtClean="0"/>
              <a:pPr/>
              <a:t>12</a:t>
            </a:fld>
            <a:endParaRPr lang="en-US" dirty="0"/>
          </a:p>
        </p:txBody>
      </p:sp>
    </p:spTree>
    <p:extLst>
      <p:ext uri="{BB962C8B-B14F-4D97-AF65-F5344CB8AC3E}">
        <p14:creationId xmlns:p14="http://schemas.microsoft.com/office/powerpoint/2010/main" val="36565815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13</a:t>
            </a:fld>
            <a:endParaRPr lang="en-US" dirty="0"/>
          </a:p>
        </p:txBody>
      </p:sp>
    </p:spTree>
    <p:extLst>
      <p:ext uri="{BB962C8B-B14F-4D97-AF65-F5344CB8AC3E}">
        <p14:creationId xmlns:p14="http://schemas.microsoft.com/office/powerpoint/2010/main" val="17088147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14</a:t>
            </a:fld>
            <a:endParaRPr lang="en-US" dirty="0"/>
          </a:p>
        </p:txBody>
      </p:sp>
    </p:spTree>
    <p:extLst>
      <p:ext uri="{BB962C8B-B14F-4D97-AF65-F5344CB8AC3E}">
        <p14:creationId xmlns:p14="http://schemas.microsoft.com/office/powerpoint/2010/main" val="9340548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15</a:t>
            </a:fld>
            <a:endParaRPr lang="en-US" dirty="0"/>
          </a:p>
        </p:txBody>
      </p:sp>
    </p:spTree>
    <p:extLst>
      <p:ext uri="{BB962C8B-B14F-4D97-AF65-F5344CB8AC3E}">
        <p14:creationId xmlns:p14="http://schemas.microsoft.com/office/powerpoint/2010/main" val="39901478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indent="0">
              <a:buFontTx/>
              <a:buNone/>
            </a:pPr>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16</a:t>
            </a:fld>
            <a:endParaRPr lang="en-US" dirty="0"/>
          </a:p>
        </p:txBody>
      </p:sp>
    </p:spTree>
    <p:extLst>
      <p:ext uri="{BB962C8B-B14F-4D97-AF65-F5344CB8AC3E}">
        <p14:creationId xmlns:p14="http://schemas.microsoft.com/office/powerpoint/2010/main" val="14401793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17</a:t>
            </a:fld>
            <a:endParaRPr lang="en-US" dirty="0"/>
          </a:p>
        </p:txBody>
      </p:sp>
    </p:spTree>
    <p:extLst>
      <p:ext uri="{BB962C8B-B14F-4D97-AF65-F5344CB8AC3E}">
        <p14:creationId xmlns:p14="http://schemas.microsoft.com/office/powerpoint/2010/main" val="34719696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ED354-1F56-9181-15A1-CD5108F5EC1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911678B-F947-8EBD-FDDB-A496B62A4406}"/>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7250A445-C207-3196-3997-7D91AA4321E6}"/>
              </a:ext>
            </a:extLst>
          </p:cNvPr>
          <p:cNvSpPr>
            <a:spLocks noGrp="1"/>
          </p:cNvSpPr>
          <p:nvPr>
            <p:ph type="body" idx="1"/>
          </p:nvPr>
        </p:nvSpPr>
        <p:spPr/>
        <p:txBody>
          <a:bodyPr/>
          <a:lstStyle/>
          <a:p>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a:extLst>
              <a:ext uri="{FF2B5EF4-FFF2-40B4-BE49-F238E27FC236}">
                <a16:creationId xmlns:a16="http://schemas.microsoft.com/office/drawing/2014/main" id="{369E6BFF-C8C8-E2CB-92E0-391F2CA461DB}"/>
              </a:ext>
            </a:extLst>
          </p:cNvPr>
          <p:cNvSpPr>
            <a:spLocks noGrp="1"/>
          </p:cNvSpPr>
          <p:nvPr>
            <p:ph type="sldNum" sz="quarter" idx="5"/>
          </p:nvPr>
        </p:nvSpPr>
        <p:spPr/>
        <p:txBody>
          <a:bodyPr/>
          <a:lstStyle/>
          <a:p>
            <a:fld id="{8B625186-1159-4D34-813C-4B43A94F9814}" type="slidenum">
              <a:rPr lang="en-US" smtClean="0"/>
              <a:pPr/>
              <a:t>18</a:t>
            </a:fld>
            <a:endParaRPr lang="en-US" dirty="0"/>
          </a:p>
        </p:txBody>
      </p:sp>
    </p:spTree>
    <p:extLst>
      <p:ext uri="{BB962C8B-B14F-4D97-AF65-F5344CB8AC3E}">
        <p14:creationId xmlns:p14="http://schemas.microsoft.com/office/powerpoint/2010/main" val="2027439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19</a:t>
            </a:fld>
            <a:endParaRPr lang="en-US" dirty="0"/>
          </a:p>
        </p:txBody>
      </p:sp>
    </p:spTree>
    <p:extLst>
      <p:ext uri="{BB962C8B-B14F-4D97-AF65-F5344CB8AC3E}">
        <p14:creationId xmlns:p14="http://schemas.microsoft.com/office/powerpoint/2010/main" val="32006433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20</a:t>
            </a:fld>
            <a:endParaRPr lang="en-US" dirty="0"/>
          </a:p>
        </p:txBody>
      </p:sp>
    </p:spTree>
    <p:extLst>
      <p:ext uri="{BB962C8B-B14F-4D97-AF65-F5344CB8AC3E}">
        <p14:creationId xmlns:p14="http://schemas.microsoft.com/office/powerpoint/2010/main" val="99998210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indent="0">
              <a:buFontTx/>
              <a:buNone/>
            </a:pPr>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21</a:t>
            </a:fld>
            <a:endParaRPr lang="en-US" dirty="0"/>
          </a:p>
        </p:txBody>
      </p:sp>
    </p:spTree>
    <p:extLst>
      <p:ext uri="{BB962C8B-B14F-4D97-AF65-F5344CB8AC3E}">
        <p14:creationId xmlns:p14="http://schemas.microsoft.com/office/powerpoint/2010/main" val="2119994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sz="1200" b="0" i="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22</a:t>
            </a:fld>
            <a:endParaRPr lang="en-US" dirty="0"/>
          </a:p>
        </p:txBody>
      </p:sp>
    </p:spTree>
    <p:extLst>
      <p:ext uri="{BB962C8B-B14F-4D97-AF65-F5344CB8AC3E}">
        <p14:creationId xmlns:p14="http://schemas.microsoft.com/office/powerpoint/2010/main" val="954169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sz="1200" b="0" i="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23</a:t>
            </a:fld>
            <a:endParaRPr lang="en-US" dirty="0"/>
          </a:p>
        </p:txBody>
      </p:sp>
    </p:spTree>
    <p:extLst>
      <p:ext uri="{BB962C8B-B14F-4D97-AF65-F5344CB8AC3E}">
        <p14:creationId xmlns:p14="http://schemas.microsoft.com/office/powerpoint/2010/main" val="36721939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indent="0">
              <a:buFontTx/>
              <a:buNone/>
            </a:pPr>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24</a:t>
            </a:fld>
            <a:endParaRPr lang="en-US" dirty="0"/>
          </a:p>
        </p:txBody>
      </p:sp>
    </p:spTree>
    <p:extLst>
      <p:ext uri="{BB962C8B-B14F-4D97-AF65-F5344CB8AC3E}">
        <p14:creationId xmlns:p14="http://schemas.microsoft.com/office/powerpoint/2010/main" val="315860986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sz="1200" b="0" i="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25</a:t>
            </a:fld>
            <a:endParaRPr lang="en-US" dirty="0"/>
          </a:p>
        </p:txBody>
      </p:sp>
    </p:spTree>
    <p:extLst>
      <p:ext uri="{BB962C8B-B14F-4D97-AF65-F5344CB8AC3E}">
        <p14:creationId xmlns:p14="http://schemas.microsoft.com/office/powerpoint/2010/main" val="29741583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26</a:t>
            </a:fld>
            <a:endParaRPr lang="en-US" dirty="0"/>
          </a:p>
        </p:txBody>
      </p:sp>
    </p:spTree>
    <p:extLst>
      <p:ext uri="{BB962C8B-B14F-4D97-AF65-F5344CB8AC3E}">
        <p14:creationId xmlns:p14="http://schemas.microsoft.com/office/powerpoint/2010/main" val="17491191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27</a:t>
            </a:fld>
            <a:endParaRPr lang="en-US" dirty="0"/>
          </a:p>
        </p:txBody>
      </p:sp>
    </p:spTree>
    <p:extLst>
      <p:ext uri="{BB962C8B-B14F-4D97-AF65-F5344CB8AC3E}">
        <p14:creationId xmlns:p14="http://schemas.microsoft.com/office/powerpoint/2010/main" val="41783475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indent="0">
              <a:buFontTx/>
              <a:buNone/>
            </a:pPr>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28</a:t>
            </a:fld>
            <a:endParaRPr lang="en-US" dirty="0"/>
          </a:p>
        </p:txBody>
      </p:sp>
    </p:spTree>
    <p:extLst>
      <p:ext uri="{BB962C8B-B14F-4D97-AF65-F5344CB8AC3E}">
        <p14:creationId xmlns:p14="http://schemas.microsoft.com/office/powerpoint/2010/main" val="243452162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indent="0">
              <a:buFontTx/>
              <a:buNone/>
            </a:pPr>
            <a:endParaRPr lang="fr-FR" sz="1200" b="0" i="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29</a:t>
            </a:fld>
            <a:endParaRPr lang="en-US" dirty="0"/>
          </a:p>
        </p:txBody>
      </p:sp>
    </p:spTree>
    <p:extLst>
      <p:ext uri="{BB962C8B-B14F-4D97-AF65-F5344CB8AC3E}">
        <p14:creationId xmlns:p14="http://schemas.microsoft.com/office/powerpoint/2010/main" val="316838585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1.xml"/><Relationship Id="rId4" Type="http://schemas.openxmlformats.org/officeDocument/2006/relationships/image" Target="../media/image1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0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1">
    <p:bg>
      <p:bgPr>
        <a:solidFill>
          <a:schemeClr val="accent1"/>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pic>
        <p:nvPicPr>
          <p:cNvPr id="2" name="Graphic 1">
            <a:extLst>
              <a:ext uri="{FF2B5EF4-FFF2-40B4-BE49-F238E27FC236}">
                <a16:creationId xmlns:a16="http://schemas.microsoft.com/office/drawing/2014/main" id="{9FD7C0F0-4D00-0140-8807-06D6E9D5C32A}"/>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5334000" y="0"/>
            <a:ext cx="6858000" cy="6858000"/>
          </a:xfrm>
          <a:prstGeom prst="rect">
            <a:avLst/>
          </a:prstGeom>
        </p:spPr>
      </p:pic>
    </p:spTree>
    <p:extLst>
      <p:ext uri="{BB962C8B-B14F-4D97-AF65-F5344CB8AC3E}">
        <p14:creationId xmlns:p14="http://schemas.microsoft.com/office/powerpoint/2010/main" val="15584430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2">
    <p:bg>
      <p:bgPr>
        <a:solidFill>
          <a:schemeClr val="accent3"/>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0C3BDD0-AF5E-6A61-A0D9-F70CA0FF875B}"/>
              </a:ext>
              <a:ext uri="{C183D7F6-B498-43B3-948B-1728B52AA6E4}">
                <adec:decorative xmlns:adec="http://schemas.microsoft.com/office/drawing/2017/decorative" val="1"/>
              </a:ext>
            </a:extLst>
          </p:cNvPr>
          <p:cNvGrpSpPr/>
          <p:nvPr userDrawn="1"/>
        </p:nvGrpSpPr>
        <p:grpSpPr>
          <a:xfrm>
            <a:off x="1703638" y="0"/>
            <a:ext cx="9768784" cy="6858000"/>
            <a:chOff x="1703638" y="0"/>
            <a:chExt cx="9768784" cy="6858000"/>
          </a:xfrm>
        </p:grpSpPr>
        <p:pic>
          <p:nvPicPr>
            <p:cNvPr id="6" name="Graphic 5">
              <a:extLst>
                <a:ext uri="{FF2B5EF4-FFF2-40B4-BE49-F238E27FC236}">
                  <a16:creationId xmlns:a16="http://schemas.microsoft.com/office/drawing/2014/main" id="{52CDB108-6598-0C55-80C9-43F0EA8BD0C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6588030" y="0"/>
              <a:ext cx="4884392" cy="4884392"/>
            </a:xfrm>
            <a:prstGeom prst="rect">
              <a:avLst/>
            </a:prstGeom>
          </p:spPr>
        </p:pic>
        <p:pic>
          <p:nvPicPr>
            <p:cNvPr id="8" name="Graphic 7">
              <a:extLst>
                <a:ext uri="{FF2B5EF4-FFF2-40B4-BE49-F238E27FC236}">
                  <a16:creationId xmlns:a16="http://schemas.microsoft.com/office/drawing/2014/main" id="{708434B2-C000-651C-6DD8-76477D020A49}"/>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b="59594"/>
            <a:stretch/>
          </p:blipFill>
          <p:spPr>
            <a:xfrm>
              <a:off x="1703638" y="4884393"/>
              <a:ext cx="4884392" cy="1973607"/>
            </a:xfrm>
            <a:prstGeom prst="rect">
              <a:avLst/>
            </a:pr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rgbClr val="3DC7FF"/>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34312176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3">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5BA3BD25-5930-04B1-68A5-F9BDC9B138EB}"/>
              </a:ext>
              <a:ext uri="{C183D7F6-B498-43B3-948B-1728B52AA6E4}">
                <adec:decorative xmlns:adec="http://schemas.microsoft.com/office/drawing/2017/decorative" val="1"/>
              </a:ext>
            </a:extLst>
          </p:cNvPr>
          <p:cNvGrpSpPr/>
          <p:nvPr userDrawn="1"/>
        </p:nvGrpSpPr>
        <p:grpSpPr>
          <a:xfrm>
            <a:off x="4467366" y="-2"/>
            <a:ext cx="7724635" cy="6858000"/>
            <a:chOff x="4467366" y="-2"/>
            <a:chExt cx="7724635" cy="6858000"/>
          </a:xfrm>
        </p:grpSpPr>
        <p:pic>
          <p:nvPicPr>
            <p:cNvPr id="2" name="Graphic 1">
              <a:extLst>
                <a:ext uri="{FF2B5EF4-FFF2-40B4-BE49-F238E27FC236}">
                  <a16:creationId xmlns:a16="http://schemas.microsoft.com/office/drawing/2014/main" id="{DCC1C307-4A11-8265-F1FF-AC20B78DEB9D}"/>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38"/>
            <a:stretch/>
          </p:blipFill>
          <p:spPr>
            <a:xfrm rot="5400000" flipH="1">
              <a:off x="4900683" y="3428998"/>
              <a:ext cx="2995683" cy="3862317"/>
            </a:xfrm>
            <a:prstGeom prst="rect">
              <a:avLst/>
            </a:prstGeom>
          </p:spPr>
        </p:pic>
        <p:pic>
          <p:nvPicPr>
            <p:cNvPr id="3" name="Graphic 2">
              <a:extLst>
                <a:ext uri="{FF2B5EF4-FFF2-40B4-BE49-F238E27FC236}">
                  <a16:creationId xmlns:a16="http://schemas.microsoft.com/office/drawing/2014/main" id="{E0CF8E77-A4EE-35C7-A5CD-F520193C39D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329684" y="-2"/>
              <a:ext cx="3862317" cy="3862317"/>
            </a:xfrm>
            <a:prstGeom prst="rect">
              <a:avLst/>
            </a:pr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accent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accent3"/>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28732450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4">
    <p:bg>
      <p:bgPr>
        <a:solidFill>
          <a:schemeClr val="accent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4ED5386-93F9-CDA8-E734-D9726F47303C}"/>
              </a:ext>
              <a:ext uri="{C183D7F6-B498-43B3-948B-1728B52AA6E4}">
                <adec:decorative xmlns:adec="http://schemas.microsoft.com/office/drawing/2017/decorative" val="1"/>
              </a:ext>
            </a:extLst>
          </p:cNvPr>
          <p:cNvGrpSpPr/>
          <p:nvPr userDrawn="1"/>
        </p:nvGrpSpPr>
        <p:grpSpPr>
          <a:xfrm>
            <a:off x="1703638" y="0"/>
            <a:ext cx="9768784" cy="6858000"/>
            <a:chOff x="1703638" y="0"/>
            <a:chExt cx="9768784" cy="6858000"/>
          </a:xfrm>
        </p:grpSpPr>
        <p:pic>
          <p:nvPicPr>
            <p:cNvPr id="6" name="Graphic 5">
              <a:extLst>
                <a:ext uri="{FF2B5EF4-FFF2-40B4-BE49-F238E27FC236}">
                  <a16:creationId xmlns:a16="http://schemas.microsoft.com/office/drawing/2014/main" id="{52CDB108-6598-0C55-80C9-43F0EA8BD0C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6588030" y="0"/>
              <a:ext cx="4884392" cy="4884392"/>
            </a:xfrm>
            <a:prstGeom prst="rect">
              <a:avLst/>
            </a:prstGeom>
          </p:spPr>
        </p:pic>
        <p:pic>
          <p:nvPicPr>
            <p:cNvPr id="8" name="Graphic 7">
              <a:extLst>
                <a:ext uri="{FF2B5EF4-FFF2-40B4-BE49-F238E27FC236}">
                  <a16:creationId xmlns:a16="http://schemas.microsoft.com/office/drawing/2014/main" id="{708434B2-C000-651C-6DD8-76477D020A49}"/>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b="59594"/>
            <a:stretch/>
          </p:blipFill>
          <p:spPr>
            <a:xfrm>
              <a:off x="1703638" y="4884393"/>
              <a:ext cx="4884392" cy="1973607"/>
            </a:xfrm>
            <a:prstGeom prst="rect">
              <a:avLst/>
            </a:pr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2" name="Graphique 10" descr="Atos logo">
            <a:extLst>
              <a:ext uri="{FF2B5EF4-FFF2-40B4-BE49-F238E27FC236}">
                <a16:creationId xmlns:a16="http://schemas.microsoft.com/office/drawing/2014/main" id="{4EAE2C9A-6617-E131-E7DC-EDB5219632CC}"/>
              </a:ext>
            </a:extLst>
          </p:cNvPr>
          <p:cNvSpPr>
            <a:spLocks noChangeAspect="1"/>
          </p:cNvSpPr>
          <p:nvPr userDrawn="1"/>
        </p:nvSpPr>
        <p:spPr>
          <a:xfrm>
            <a:off x="7805427" y="6024696"/>
            <a:ext cx="1582715" cy="48397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grpSp>
        <p:nvGrpSpPr>
          <p:cNvPr id="4" name="Group 3" descr="Client/Partner/Alliance logo placeholder text box">
            <a:extLst>
              <a:ext uri="{FF2B5EF4-FFF2-40B4-BE49-F238E27FC236}">
                <a16:creationId xmlns:a16="http://schemas.microsoft.com/office/drawing/2014/main" id="{FC6D797E-46C0-6931-DE5B-BADA16383D13}"/>
              </a:ext>
              <a:ext uri="{C183D7F6-B498-43B3-948B-1728B52AA6E4}">
                <adec:decorative xmlns:adec="http://schemas.microsoft.com/office/drawing/2017/decorative" val="0"/>
              </a:ext>
            </a:extLst>
          </p:cNvPr>
          <p:cNvGrpSpPr/>
          <p:nvPr userDrawn="1"/>
        </p:nvGrpSpPr>
        <p:grpSpPr>
          <a:xfrm>
            <a:off x="12439558" y="6039739"/>
            <a:ext cx="2291081" cy="743281"/>
            <a:chOff x="9462769" y="4607169"/>
            <a:chExt cx="2291081" cy="743281"/>
          </a:xfrm>
        </p:grpSpPr>
        <p:sp>
          <p:nvSpPr>
            <p:cNvPr id="5" name="Rectangle 4">
              <a:extLst>
                <a:ext uri="{FF2B5EF4-FFF2-40B4-BE49-F238E27FC236}">
                  <a16:creationId xmlns:a16="http://schemas.microsoft.com/office/drawing/2014/main" id="{D822352F-7391-98C4-F87B-0D47FB92F00D}"/>
                </a:ext>
              </a:extLst>
            </p:cNvPr>
            <p:cNvSpPr/>
            <p:nvPr/>
          </p:nvSpPr>
          <p:spPr>
            <a:xfrm>
              <a:off x="10102849" y="4607169"/>
              <a:ext cx="1651001" cy="743281"/>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sz="1400" dirty="0">
                  <a:solidFill>
                    <a:schemeClr val="tx1"/>
                  </a:solidFill>
                </a:rPr>
                <a:t>Place the partner or alliance</a:t>
              </a:r>
              <a:br>
                <a:rPr lang="en-US" sz="1400" dirty="0">
                  <a:solidFill>
                    <a:schemeClr val="tx1"/>
                  </a:solidFill>
                </a:rPr>
              </a:br>
              <a:r>
                <a:rPr lang="en-US" sz="1400" dirty="0">
                  <a:solidFill>
                    <a:schemeClr val="tx1"/>
                  </a:solidFill>
                </a:rPr>
                <a:t>logo here</a:t>
              </a:r>
            </a:p>
          </p:txBody>
        </p:sp>
        <p:cxnSp>
          <p:nvCxnSpPr>
            <p:cNvPr id="7" name="Straight Arrow Connector 6">
              <a:extLst>
                <a:ext uri="{FF2B5EF4-FFF2-40B4-BE49-F238E27FC236}">
                  <a16:creationId xmlns:a16="http://schemas.microsoft.com/office/drawing/2014/main" id="{E0415C20-974D-3C5A-FB64-90A65740B1FA}"/>
                </a:ext>
              </a:extLst>
            </p:cNvPr>
            <p:cNvCxnSpPr>
              <a:cxnSpLocks/>
            </p:cNvCxnSpPr>
            <p:nvPr/>
          </p:nvCxnSpPr>
          <p:spPr>
            <a:xfrm rot="5400000">
              <a:off x="9782809" y="4658769"/>
              <a:ext cx="0" cy="640080"/>
            </a:xfrm>
            <a:prstGeom prst="straightConnector1">
              <a:avLst/>
            </a:prstGeom>
            <a:ln w="28575">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cxnSp>
        <p:nvCxnSpPr>
          <p:cNvPr id="13" name="Straight Connector 12">
            <a:extLst>
              <a:ext uri="{FF2B5EF4-FFF2-40B4-BE49-F238E27FC236}">
                <a16:creationId xmlns:a16="http://schemas.microsoft.com/office/drawing/2014/main" id="{D82F4E58-5BE5-7AAF-3296-A6ADEFF55B2D}"/>
              </a:ext>
              <a:ext uri="{C183D7F6-B498-43B3-948B-1728B52AA6E4}">
                <adec:decorative xmlns:adec="http://schemas.microsoft.com/office/drawing/2017/decorative" val="1"/>
              </a:ext>
            </a:extLst>
          </p:cNvPr>
          <p:cNvCxnSpPr>
            <a:cxnSpLocks/>
          </p:cNvCxnSpPr>
          <p:nvPr userDrawn="1"/>
        </p:nvCxnSpPr>
        <p:spPr>
          <a:xfrm>
            <a:off x="9783891" y="5940279"/>
            <a:ext cx="0" cy="649224"/>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70606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Cover 5">
    <p:bg>
      <p:bgPr>
        <a:solidFill>
          <a:schemeClr val="accent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4ED5386-93F9-CDA8-E734-D9726F47303C}"/>
              </a:ext>
              <a:ext uri="{C183D7F6-B498-43B3-948B-1728B52AA6E4}">
                <adec:decorative xmlns:adec="http://schemas.microsoft.com/office/drawing/2017/decorative" val="1"/>
              </a:ext>
            </a:extLst>
          </p:cNvPr>
          <p:cNvGrpSpPr/>
          <p:nvPr userDrawn="1"/>
        </p:nvGrpSpPr>
        <p:grpSpPr>
          <a:xfrm>
            <a:off x="1703638" y="0"/>
            <a:ext cx="9768784" cy="6858000"/>
            <a:chOff x="1703638" y="0"/>
            <a:chExt cx="9768784" cy="6858000"/>
          </a:xfrm>
        </p:grpSpPr>
        <p:pic>
          <p:nvPicPr>
            <p:cNvPr id="6" name="Graphic 5">
              <a:extLst>
                <a:ext uri="{FF2B5EF4-FFF2-40B4-BE49-F238E27FC236}">
                  <a16:creationId xmlns:a16="http://schemas.microsoft.com/office/drawing/2014/main" id="{52CDB108-6598-0C55-80C9-43F0EA8BD0C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6588030" y="0"/>
              <a:ext cx="4884392" cy="4884392"/>
            </a:xfrm>
            <a:prstGeom prst="rect">
              <a:avLst/>
            </a:prstGeom>
          </p:spPr>
        </p:pic>
        <p:pic>
          <p:nvPicPr>
            <p:cNvPr id="8" name="Graphic 7">
              <a:extLst>
                <a:ext uri="{FF2B5EF4-FFF2-40B4-BE49-F238E27FC236}">
                  <a16:creationId xmlns:a16="http://schemas.microsoft.com/office/drawing/2014/main" id="{708434B2-C000-651C-6DD8-76477D020A49}"/>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b="59594"/>
            <a:stretch/>
          </p:blipFill>
          <p:spPr>
            <a:xfrm>
              <a:off x="1703638" y="4884393"/>
              <a:ext cx="4884392" cy="1973607"/>
            </a:xfrm>
            <a:prstGeom prst="rect">
              <a:avLst/>
            </a:pr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18" name="Graphique 10" descr="Atos logo">
            <a:extLst>
              <a:ext uri="{FF2B5EF4-FFF2-40B4-BE49-F238E27FC236}">
                <a16:creationId xmlns:a16="http://schemas.microsoft.com/office/drawing/2014/main" id="{DC5A2AB4-E24E-F451-9BC8-91BE6EE4A5CA}"/>
              </a:ext>
            </a:extLst>
          </p:cNvPr>
          <p:cNvSpPr>
            <a:spLocks noChangeAspect="1"/>
          </p:cNvSpPr>
          <p:nvPr userDrawn="1"/>
        </p:nvSpPr>
        <p:spPr>
          <a:xfrm>
            <a:off x="10184177" y="6024696"/>
            <a:ext cx="1582715" cy="48397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grpSp>
        <p:nvGrpSpPr>
          <p:cNvPr id="2" name="Group 1" descr="Client/Partner/Alliance logo placeholder text box">
            <a:extLst>
              <a:ext uri="{FF2B5EF4-FFF2-40B4-BE49-F238E27FC236}">
                <a16:creationId xmlns:a16="http://schemas.microsoft.com/office/drawing/2014/main" id="{95A3F0FC-C563-28DD-6EEE-319F639800E3}"/>
              </a:ext>
              <a:ext uri="{C183D7F6-B498-43B3-948B-1728B52AA6E4}">
                <adec:decorative xmlns:adec="http://schemas.microsoft.com/office/drawing/2017/decorative" val="0"/>
              </a:ext>
            </a:extLst>
          </p:cNvPr>
          <p:cNvGrpSpPr/>
          <p:nvPr userDrawn="1"/>
        </p:nvGrpSpPr>
        <p:grpSpPr>
          <a:xfrm>
            <a:off x="7806695" y="6986588"/>
            <a:ext cx="1666875" cy="1116587"/>
            <a:chOff x="10102849" y="4471988"/>
            <a:chExt cx="1666875" cy="1116587"/>
          </a:xfrm>
        </p:grpSpPr>
        <p:sp>
          <p:nvSpPr>
            <p:cNvPr id="4" name="Rectangle 3">
              <a:extLst>
                <a:ext uri="{FF2B5EF4-FFF2-40B4-BE49-F238E27FC236}">
                  <a16:creationId xmlns:a16="http://schemas.microsoft.com/office/drawing/2014/main" id="{45CB0AC8-C79C-7D5A-1683-BB36315435F7}"/>
                </a:ext>
              </a:extLst>
            </p:cNvPr>
            <p:cNvSpPr/>
            <p:nvPr/>
          </p:nvSpPr>
          <p:spPr>
            <a:xfrm>
              <a:off x="10102849" y="4845294"/>
              <a:ext cx="1666875" cy="743281"/>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sz="1400" dirty="0">
                  <a:solidFill>
                    <a:schemeClr val="tx1"/>
                  </a:solidFill>
                </a:rPr>
                <a:t>Place the client logo here</a:t>
              </a:r>
            </a:p>
          </p:txBody>
        </p:sp>
        <p:cxnSp>
          <p:nvCxnSpPr>
            <p:cNvPr id="5" name="Straight Arrow Connector 4">
              <a:extLst>
                <a:ext uri="{FF2B5EF4-FFF2-40B4-BE49-F238E27FC236}">
                  <a16:creationId xmlns:a16="http://schemas.microsoft.com/office/drawing/2014/main" id="{728ADA43-1032-F46C-5454-1284B07B370B}"/>
                </a:ext>
              </a:extLst>
            </p:cNvPr>
            <p:cNvCxnSpPr>
              <a:cxnSpLocks/>
            </p:cNvCxnSpPr>
            <p:nvPr/>
          </p:nvCxnSpPr>
          <p:spPr>
            <a:xfrm flipV="1">
              <a:off x="10936286" y="4471988"/>
              <a:ext cx="0" cy="371475"/>
            </a:xfrm>
            <a:prstGeom prst="straightConnector1">
              <a:avLst/>
            </a:prstGeom>
            <a:ln w="28575">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cxnSp>
        <p:nvCxnSpPr>
          <p:cNvPr id="14" name="Straight Connector 13">
            <a:extLst>
              <a:ext uri="{FF2B5EF4-FFF2-40B4-BE49-F238E27FC236}">
                <a16:creationId xmlns:a16="http://schemas.microsoft.com/office/drawing/2014/main" id="{502B8148-CFE8-C48B-CB6E-972AEDB2414B}"/>
              </a:ext>
              <a:ext uri="{C183D7F6-B498-43B3-948B-1728B52AA6E4}">
                <adec:decorative xmlns:adec="http://schemas.microsoft.com/office/drawing/2017/decorative" val="1"/>
              </a:ext>
            </a:extLst>
          </p:cNvPr>
          <p:cNvCxnSpPr>
            <a:cxnSpLocks/>
          </p:cNvCxnSpPr>
          <p:nvPr userDrawn="1"/>
        </p:nvCxnSpPr>
        <p:spPr>
          <a:xfrm>
            <a:off x="9783891" y="5940279"/>
            <a:ext cx="0" cy="649224"/>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2684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Cover 6">
    <p:spTree>
      <p:nvGrpSpPr>
        <p:cNvPr id="1" name=""/>
        <p:cNvGrpSpPr/>
        <p:nvPr/>
      </p:nvGrpSpPr>
      <p:grpSpPr>
        <a:xfrm>
          <a:off x="0" y="0"/>
          <a:ext cx="0" cy="0"/>
          <a:chOff x="0" y="0"/>
          <a:chExt cx="0" cy="0"/>
        </a:xfrm>
      </p:grpSpPr>
      <p:sp>
        <p:nvSpPr>
          <p:cNvPr id="3" name="Freeform: Shape 2">
            <a:extLst>
              <a:ext uri="{FF2B5EF4-FFF2-40B4-BE49-F238E27FC236}">
                <a16:creationId xmlns:a16="http://schemas.microsoft.com/office/drawing/2014/main" id="{997919D9-2989-3289-BE2F-126C2433837B}"/>
              </a:ext>
              <a:ext uri="{C183D7F6-B498-43B3-948B-1728B52AA6E4}">
                <adec:decorative xmlns:adec="http://schemas.microsoft.com/office/drawing/2017/decorative" val="1"/>
              </a:ext>
            </a:extLst>
          </p:cNvPr>
          <p:cNvSpPr/>
          <p:nvPr userDrawn="1"/>
        </p:nvSpPr>
        <p:spPr>
          <a:xfrm>
            <a:off x="0" y="0"/>
            <a:ext cx="12192000" cy="6857556"/>
          </a:xfrm>
          <a:custGeom>
            <a:avLst/>
            <a:gdLst>
              <a:gd name="connsiteX0" fmla="*/ 12192000 w 12192000"/>
              <a:gd name="connsiteY0" fmla="*/ 2782174 h 6857556"/>
              <a:gd name="connsiteX1" fmla="*/ 12192000 w 12192000"/>
              <a:gd name="connsiteY1" fmla="*/ 6857556 h 6857556"/>
              <a:gd name="connsiteX2" fmla="*/ 8111311 w 12192000"/>
              <a:gd name="connsiteY2" fmla="*/ 6857556 h 6857556"/>
              <a:gd name="connsiteX3" fmla="*/ 8113342 w 12192000"/>
              <a:gd name="connsiteY3" fmla="*/ 6733493 h 6857556"/>
              <a:gd name="connsiteX4" fmla="*/ 12064704 w 12192000"/>
              <a:gd name="connsiteY4" fmla="*/ 2783524 h 6857556"/>
              <a:gd name="connsiteX5" fmla="*/ 0 w 12192000"/>
              <a:gd name="connsiteY5" fmla="*/ 0 h 6857556"/>
              <a:gd name="connsiteX6" fmla="*/ 12192000 w 12192000"/>
              <a:gd name="connsiteY6" fmla="*/ 0 h 6857556"/>
              <a:gd name="connsiteX7" fmla="*/ 12192000 w 12192000"/>
              <a:gd name="connsiteY7" fmla="*/ 444 h 6857556"/>
              <a:gd name="connsiteX8" fmla="*/ 11867550 w 12192000"/>
              <a:gd name="connsiteY8" fmla="*/ 4015 h 6857556"/>
              <a:gd name="connsiteX9" fmla="*/ 7200902 w 12192000"/>
              <a:gd name="connsiteY9" fmla="*/ 2159000 h 6857556"/>
              <a:gd name="connsiteX10" fmla="*/ 5337672 w 12192000"/>
              <a:gd name="connsiteY10" fmla="*/ 6585644 h 6857556"/>
              <a:gd name="connsiteX11" fmla="*/ 5334507 w 12192000"/>
              <a:gd name="connsiteY11" fmla="*/ 6857556 h 6857556"/>
              <a:gd name="connsiteX12" fmla="*/ 0 w 12192000"/>
              <a:gd name="connsiteY12" fmla="*/ 6857556 h 6857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192000" h="6857556">
                <a:moveTo>
                  <a:pt x="12192000" y="2782174"/>
                </a:moveTo>
                <a:lnTo>
                  <a:pt x="12192000" y="6857556"/>
                </a:lnTo>
                <a:lnTo>
                  <a:pt x="8111311" y="6857556"/>
                </a:lnTo>
                <a:lnTo>
                  <a:pt x="8113342" y="6733493"/>
                </a:lnTo>
                <a:cubicBezTo>
                  <a:pt x="8205095" y="4482559"/>
                  <a:pt x="9974251" y="2857766"/>
                  <a:pt x="12064704" y="2783524"/>
                </a:cubicBezTo>
                <a:close/>
                <a:moveTo>
                  <a:pt x="0" y="0"/>
                </a:moveTo>
                <a:lnTo>
                  <a:pt x="12192000" y="0"/>
                </a:lnTo>
                <a:lnTo>
                  <a:pt x="12192000" y="444"/>
                </a:lnTo>
                <a:lnTo>
                  <a:pt x="11867550" y="4015"/>
                </a:lnTo>
                <a:cubicBezTo>
                  <a:pt x="10051432" y="76082"/>
                  <a:pt x="8371914" y="919580"/>
                  <a:pt x="7200902" y="2159000"/>
                </a:cubicBezTo>
                <a:cubicBezTo>
                  <a:pt x="6035842" y="3386514"/>
                  <a:pt x="5395007" y="5006228"/>
                  <a:pt x="5337672" y="6585644"/>
                </a:cubicBezTo>
                <a:lnTo>
                  <a:pt x="5334507" y="6857556"/>
                </a:lnTo>
                <a:lnTo>
                  <a:pt x="0" y="6857556"/>
                </a:lnTo>
                <a:close/>
              </a:path>
            </a:pathLst>
          </a:custGeom>
          <a:solidFill>
            <a:schemeClr val="accent1"/>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5" name="Picture Placeholder 19">
            <a:extLst>
              <a:ext uri="{FF2B5EF4-FFF2-40B4-BE49-F238E27FC236}">
                <a16:creationId xmlns:a16="http://schemas.microsoft.com/office/drawing/2014/main" id="{4EB1A4FF-FDF0-957E-95CD-5A9D268651E0}"/>
              </a:ext>
              <a:ext uri="{C183D7F6-B498-43B3-948B-1728B52AA6E4}">
                <adec:decorative xmlns:adec="http://schemas.microsoft.com/office/drawing/2017/decorative" val="1"/>
              </a:ext>
            </a:extLst>
          </p:cNvPr>
          <p:cNvSpPr>
            <a:spLocks noGrp="1"/>
          </p:cNvSpPr>
          <p:nvPr>
            <p:ph type="pic" sz="quarter" idx="11"/>
          </p:nvPr>
        </p:nvSpPr>
        <p:spPr>
          <a:xfrm>
            <a:off x="5327891" y="0"/>
            <a:ext cx="6864109" cy="6857556"/>
          </a:xfrm>
          <a:custGeom>
            <a:avLst/>
            <a:gdLst>
              <a:gd name="connsiteX0" fmla="*/ 6506104 w 6864109"/>
              <a:gd name="connsiteY0" fmla="*/ 0 h 6857556"/>
              <a:gd name="connsiteX1" fmla="*/ 6864109 w 6864109"/>
              <a:gd name="connsiteY1" fmla="*/ 0 h 6857556"/>
              <a:gd name="connsiteX2" fmla="*/ 6864109 w 6864109"/>
              <a:gd name="connsiteY2" fmla="*/ 2786711 h 6857556"/>
              <a:gd name="connsiteX3" fmla="*/ 6672538 w 6864109"/>
              <a:gd name="connsiteY3" fmla="*/ 2791014 h 6857556"/>
              <a:gd name="connsiteX4" fmla="*/ 2795144 w 6864109"/>
              <a:gd name="connsiteY4" fmla="*/ 6732301 h 6857556"/>
              <a:gd name="connsiteX5" fmla="*/ 2793538 w 6864109"/>
              <a:gd name="connsiteY5" fmla="*/ 6857556 h 6857556"/>
              <a:gd name="connsiteX6" fmla="*/ 0 w 6864109"/>
              <a:gd name="connsiteY6" fmla="*/ 6857556 h 6857556"/>
              <a:gd name="connsiteX7" fmla="*/ 3187 w 6864109"/>
              <a:gd name="connsiteY7" fmla="*/ 6583730 h 6857556"/>
              <a:gd name="connsiteX8" fmla="*/ 1867893 w 6864109"/>
              <a:gd name="connsiteY8" fmla="*/ 2154240 h 6857556"/>
              <a:gd name="connsiteX9" fmla="*/ 6199142 w 6864109"/>
              <a:gd name="connsiteY9" fmla="*/ 20346 h 6857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4109" h="6857556">
                <a:moveTo>
                  <a:pt x="6506104" y="0"/>
                </a:moveTo>
                <a:lnTo>
                  <a:pt x="6864109" y="0"/>
                </a:lnTo>
                <a:lnTo>
                  <a:pt x="6864109" y="2786711"/>
                </a:lnTo>
                <a:lnTo>
                  <a:pt x="6672538" y="2791014"/>
                </a:lnTo>
                <a:cubicBezTo>
                  <a:pt x="4664767" y="2886626"/>
                  <a:pt x="2879590" y="4485245"/>
                  <a:pt x="2795144" y="6732301"/>
                </a:cubicBezTo>
                <a:lnTo>
                  <a:pt x="2793538" y="6857556"/>
                </a:lnTo>
                <a:lnTo>
                  <a:pt x="0" y="6857556"/>
                </a:lnTo>
                <a:lnTo>
                  <a:pt x="3187" y="6583730"/>
                </a:lnTo>
                <a:cubicBezTo>
                  <a:pt x="60566" y="5003298"/>
                  <a:pt x="701910" y="3382544"/>
                  <a:pt x="1867893" y="2154240"/>
                </a:cubicBezTo>
                <a:cubicBezTo>
                  <a:pt x="2966588" y="991538"/>
                  <a:pt x="4512566" y="177036"/>
                  <a:pt x="6199142" y="20346"/>
                </a:cubicBezTo>
                <a:close/>
              </a:path>
            </a:pathLst>
          </a:custGeom>
        </p:spPr>
        <p:txBody>
          <a:bodyPr wrap="square" tIns="0" rIns="457200" bIns="822960" anchor="ctr">
            <a:noAutofit/>
          </a:bodyPr>
          <a:lstStyle>
            <a:lvl1pPr marL="0" indent="0" algn="ctr">
              <a:buNone/>
              <a:defRPr>
                <a:solidFill>
                  <a:schemeClr val="accent3"/>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13967564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Cover 7">
    <p:bg>
      <p:bgPr>
        <a:solidFill>
          <a:schemeClr val="accent3"/>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rgbClr val="3DC7FF"/>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422775"/>
            <a:ext cx="356616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3465C205-F892-0F1B-5079-C7DD0DA98B5F}"/>
              </a:ext>
            </a:extLst>
          </p:cNvPr>
          <p:cNvSpPr>
            <a:spLocks noChangeAspect="1"/>
          </p:cNvSpPr>
          <p:nvPr userDrawn="1"/>
        </p:nvSpPr>
        <p:spPr>
          <a:xfrm>
            <a:off x="428625"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pic>
        <p:nvPicPr>
          <p:cNvPr id="3" name="Graphic 2">
            <a:extLst>
              <a:ext uri="{FF2B5EF4-FFF2-40B4-BE49-F238E27FC236}">
                <a16:creationId xmlns:a16="http://schemas.microsoft.com/office/drawing/2014/main" id="{B18DB1D5-5FA2-F839-5AE0-A3CFBD44F9E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964320" y="3429000"/>
            <a:ext cx="3429000" cy="3429000"/>
          </a:xfrm>
          <a:prstGeom prst="rect">
            <a:avLst/>
          </a:prstGeom>
        </p:spPr>
      </p:pic>
      <p:sp>
        <p:nvSpPr>
          <p:cNvPr id="2" name="Picture Placeholder 13">
            <a:extLst>
              <a:ext uri="{FF2B5EF4-FFF2-40B4-BE49-F238E27FC236}">
                <a16:creationId xmlns:a16="http://schemas.microsoft.com/office/drawing/2014/main" id="{501943B5-D1D2-69D4-5C65-807D37387FC8}"/>
              </a:ext>
              <a:ext uri="{C183D7F6-B498-43B3-948B-1728B52AA6E4}">
                <adec:decorative xmlns:adec="http://schemas.microsoft.com/office/drawing/2017/decorative" val="1"/>
              </a:ext>
            </a:extLst>
          </p:cNvPr>
          <p:cNvSpPr>
            <a:spLocks noGrp="1"/>
          </p:cNvSpPr>
          <p:nvPr>
            <p:ph type="pic" sz="quarter" idx="12"/>
          </p:nvPr>
        </p:nvSpPr>
        <p:spPr>
          <a:xfrm>
            <a:off x="7394575" y="0"/>
            <a:ext cx="4797425" cy="6858000"/>
          </a:xfrm>
        </p:spPr>
        <p:txBody>
          <a:bodyPr tIns="914400" bIns="0" anchor="ctr"/>
          <a:lstStyle>
            <a:lvl1pPr marL="0" indent="0" algn="ctr">
              <a:buNone/>
              <a:defRPr>
                <a:solidFill>
                  <a:schemeClr val="bg1"/>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14979031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ver 8">
    <p:bg>
      <p:bgPr>
        <a:solidFill>
          <a:schemeClr val="accent1"/>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548640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548640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220361"/>
            <a:ext cx="301752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B4AF3867-173E-FBCF-9154-A4CA43F08CC8}"/>
              </a:ext>
            </a:extLst>
          </p:cNvPr>
          <p:cNvSpPr>
            <a:spLocks noChangeAspect="1"/>
          </p:cNvSpPr>
          <p:nvPr userDrawn="1"/>
        </p:nvSpPr>
        <p:spPr>
          <a:xfrm>
            <a:off x="428625"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pic>
        <p:nvPicPr>
          <p:cNvPr id="3" name="Graphic 2">
            <a:extLst>
              <a:ext uri="{FF2B5EF4-FFF2-40B4-BE49-F238E27FC236}">
                <a16:creationId xmlns:a16="http://schemas.microsoft.com/office/drawing/2014/main" id="{B18DB1D5-5FA2-F839-5AE0-A3CFBD44F9E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057144" y="3822192"/>
            <a:ext cx="3035808" cy="3035808"/>
          </a:xfrm>
          <a:prstGeom prst="rect">
            <a:avLst/>
          </a:prstGeom>
        </p:spPr>
      </p:pic>
      <p:sp>
        <p:nvSpPr>
          <p:cNvPr id="2" name="Picture Placeholder 13">
            <a:extLst>
              <a:ext uri="{FF2B5EF4-FFF2-40B4-BE49-F238E27FC236}">
                <a16:creationId xmlns:a16="http://schemas.microsoft.com/office/drawing/2014/main" id="{501943B5-D1D2-69D4-5C65-807D37387FC8}"/>
              </a:ext>
              <a:ext uri="{C183D7F6-B498-43B3-948B-1728B52AA6E4}">
                <adec:decorative xmlns:adec="http://schemas.microsoft.com/office/drawing/2017/decorative" val="1"/>
              </a:ext>
            </a:extLst>
          </p:cNvPr>
          <p:cNvSpPr>
            <a:spLocks noGrp="1"/>
          </p:cNvSpPr>
          <p:nvPr>
            <p:ph type="pic" sz="quarter" idx="12"/>
          </p:nvPr>
        </p:nvSpPr>
        <p:spPr>
          <a:xfrm>
            <a:off x="6092952" y="0"/>
            <a:ext cx="6099048" cy="6858000"/>
          </a:xfrm>
        </p:spPr>
        <p:txBody>
          <a:bodyPr tIns="914400" bIns="0" anchor="ctr"/>
          <a:lstStyle>
            <a:lvl1pPr marL="0" indent="0" algn="ctr">
              <a:buNone/>
              <a:defRPr>
                <a:solidFill>
                  <a:schemeClr val="bg1"/>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17045264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ver 9">
    <p:bg>
      <p:bgPr>
        <a:solidFill>
          <a:schemeClr val="accent1"/>
        </a:solidFill>
        <a:effectLst/>
      </p:bgPr>
    </p:bg>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D5EF951F-554C-3E85-1065-5922EBE82011}"/>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p:grpSpPr>
        <p:pic>
          <p:nvPicPr>
            <p:cNvPr id="3" name="Graphic 2">
              <a:extLst>
                <a:ext uri="{FF2B5EF4-FFF2-40B4-BE49-F238E27FC236}">
                  <a16:creationId xmlns:a16="http://schemas.microsoft.com/office/drawing/2014/main" id="{2300173F-419B-F629-50C7-9282A057EE4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5" name="Graphic 4">
              <a:extLst>
                <a:ext uri="{FF2B5EF4-FFF2-40B4-BE49-F238E27FC236}">
                  <a16:creationId xmlns:a16="http://schemas.microsoft.com/office/drawing/2014/main" id="{7D2D87CD-48DE-0B45-D9DF-C07C2409C02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530352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530352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6" name="Picture Placeholder 8">
            <a:extLst>
              <a:ext uri="{FF2B5EF4-FFF2-40B4-BE49-F238E27FC236}">
                <a16:creationId xmlns:a16="http://schemas.microsoft.com/office/drawing/2014/main" id="{21136FEB-67FD-1BA2-0C2E-719AB4E3BDA4}"/>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2917949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ver 10">
    <p:bg>
      <p:bgPr>
        <a:solidFill>
          <a:schemeClr val="accent3"/>
        </a:solidFill>
        <a:effectLst/>
      </p:bgPr>
    </p:bg>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D5EF951F-554C-3E85-1065-5922EBE82011}"/>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a:solidFill>
            <a:schemeClr val="accent2"/>
          </a:solidFill>
        </p:grpSpPr>
        <p:pic>
          <p:nvPicPr>
            <p:cNvPr id="3" name="Graphic 2">
              <a:extLst>
                <a:ext uri="{FF2B5EF4-FFF2-40B4-BE49-F238E27FC236}">
                  <a16:creationId xmlns:a16="http://schemas.microsoft.com/office/drawing/2014/main" id="{2300173F-419B-F629-50C7-9282A057EE4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5" name="Graphic 4">
              <a:extLst>
                <a:ext uri="{FF2B5EF4-FFF2-40B4-BE49-F238E27FC236}">
                  <a16:creationId xmlns:a16="http://schemas.microsoft.com/office/drawing/2014/main" id="{7D2D87CD-48DE-0B45-D9DF-C07C2409C02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530352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5303520" cy="1216152"/>
          </a:xfrm>
        </p:spPr>
        <p:txBody>
          <a:bodyPr/>
          <a:lstStyle>
            <a:lvl1pPr marL="0" indent="0">
              <a:buNone/>
              <a:defRPr sz="3200">
                <a:solidFill>
                  <a:schemeClr val="accent2"/>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6" name="Picture Placeholder 8">
            <a:extLst>
              <a:ext uri="{FF2B5EF4-FFF2-40B4-BE49-F238E27FC236}">
                <a16:creationId xmlns:a16="http://schemas.microsoft.com/office/drawing/2014/main" id="{21136FEB-67FD-1BA2-0C2E-719AB4E3BDA4}"/>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bg1"/>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1436285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over 11">
    <p:bg>
      <p:bgPr>
        <a:solidFill>
          <a:schemeClr val="accent1"/>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E9FF5033-5E44-E1B8-D6DD-F55FB72BF455}"/>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p:grpSpPr>
        <p:pic>
          <p:nvPicPr>
            <p:cNvPr id="2" name="Graphic 1">
              <a:extLst>
                <a:ext uri="{FF2B5EF4-FFF2-40B4-BE49-F238E27FC236}">
                  <a16:creationId xmlns:a16="http://schemas.microsoft.com/office/drawing/2014/main" id="{BF014B4C-83B9-0576-FE13-69430D5CC810}"/>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8" name="Graphic 7">
              <a:extLst>
                <a:ext uri="{FF2B5EF4-FFF2-40B4-BE49-F238E27FC236}">
                  <a16:creationId xmlns:a16="http://schemas.microsoft.com/office/drawing/2014/main" id="{E7101DCD-340A-AEE2-4F6A-273D7374B4F0}"/>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8102279" y="1457532"/>
            <a:ext cx="3657600" cy="1435608"/>
          </a:xfrm>
        </p:spPr>
        <p:txBody>
          <a:bodyPr anchor="b"/>
          <a:lstStyle>
            <a:lvl1pPr algn="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8102279" y="2891679"/>
            <a:ext cx="3657600" cy="1828800"/>
          </a:xfrm>
        </p:spPr>
        <p:txBody>
          <a:bodyPr/>
          <a:lstStyle>
            <a:lvl1pPr marL="0" indent="0" algn="r">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8102280" y="4940644"/>
            <a:ext cx="3657600" cy="548640"/>
          </a:xfrm>
        </p:spPr>
        <p:txBody>
          <a:bodyPr/>
          <a:lstStyle>
            <a:lvl1pPr marL="0" indent="0" algn="r">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9" name="Picture Placeholder 8">
            <a:extLst>
              <a:ext uri="{FF2B5EF4-FFF2-40B4-BE49-F238E27FC236}">
                <a16:creationId xmlns:a16="http://schemas.microsoft.com/office/drawing/2014/main" id="{A2148EF5-6FCE-B812-3DA7-56E932357920}"/>
              </a:ext>
              <a:ext uri="{C183D7F6-B498-43B3-948B-1728B52AA6E4}">
                <adec:decorative xmlns:adec="http://schemas.microsoft.com/office/drawing/2017/decorative" val="1"/>
              </a:ext>
            </a:extLst>
          </p:cNvPr>
          <p:cNvSpPr>
            <a:spLocks noGrp="1" noChangeAspect="1"/>
          </p:cNvSpPr>
          <p:nvPr>
            <p:ph type="pic" sz="quarter" idx="16" hasCustomPrompt="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1737360" bIns="0" anchor="ctr">
            <a:noAutofit/>
          </a:bodyPr>
          <a:lstStyle>
            <a:lvl1pPr marL="0" indent="0" algn="ctr">
              <a:spcAft>
                <a:spcPts val="0"/>
              </a:spcAft>
              <a:buNone/>
              <a:defRPr>
                <a:solidFill>
                  <a:schemeClr val="bg1"/>
                </a:solidFill>
              </a:defRPr>
            </a:lvl1pPr>
          </a:lstStyle>
          <a:p>
            <a:r>
              <a:rPr lang="en-US" dirty="0"/>
              <a:t>Click icon to add picture</a:t>
            </a:r>
            <a:br>
              <a:rPr lang="en-US" dirty="0"/>
            </a:br>
            <a:r>
              <a:rPr lang="en-US" dirty="0"/>
              <a:t>[Reading order of this slide is</a:t>
            </a:r>
            <a:br>
              <a:rPr lang="en-US" dirty="0"/>
            </a:br>
            <a:r>
              <a:rPr lang="en-US" dirty="0"/>
              <a:t>failing currently as you need to</a:t>
            </a:r>
            <a:br>
              <a:rPr lang="en-US" dirty="0"/>
            </a:br>
            <a:r>
              <a:rPr lang="en-US" dirty="0"/>
              <a:t>either label your image decorative]</a:t>
            </a:r>
          </a:p>
        </p:txBody>
      </p:sp>
    </p:spTree>
    <p:extLst>
      <p:ext uri="{BB962C8B-B14F-4D97-AF65-F5344CB8AC3E}">
        <p14:creationId xmlns:p14="http://schemas.microsoft.com/office/powerpoint/2010/main" val="15129805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Cover 12">
    <p:bg>
      <p:bgPr>
        <a:solidFill>
          <a:schemeClr val="accent3"/>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E9FF5033-5E44-E1B8-D6DD-F55FB72BF455}"/>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a:solidFill>
            <a:schemeClr val="accent2"/>
          </a:solidFill>
        </p:grpSpPr>
        <p:pic>
          <p:nvPicPr>
            <p:cNvPr id="2" name="Graphic 1">
              <a:extLst>
                <a:ext uri="{FF2B5EF4-FFF2-40B4-BE49-F238E27FC236}">
                  <a16:creationId xmlns:a16="http://schemas.microsoft.com/office/drawing/2014/main" id="{BF014B4C-83B9-0576-FE13-69430D5CC810}"/>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8" name="Graphic 7">
              <a:extLst>
                <a:ext uri="{FF2B5EF4-FFF2-40B4-BE49-F238E27FC236}">
                  <a16:creationId xmlns:a16="http://schemas.microsoft.com/office/drawing/2014/main" id="{E7101DCD-340A-AEE2-4F6A-273D7374B4F0}"/>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8102279" y="1457532"/>
            <a:ext cx="3657600" cy="1435608"/>
          </a:xfrm>
        </p:spPr>
        <p:txBody>
          <a:bodyPr anchor="b"/>
          <a:lstStyle>
            <a:lvl1pPr algn="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8102279" y="2891679"/>
            <a:ext cx="3657600" cy="1828800"/>
          </a:xfrm>
        </p:spPr>
        <p:txBody>
          <a:bodyPr/>
          <a:lstStyle>
            <a:lvl1pPr marL="0" indent="0" algn="r">
              <a:buNone/>
              <a:defRPr sz="3200">
                <a:solidFill>
                  <a:schemeClr val="accent2"/>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8102280" y="4940644"/>
            <a:ext cx="3657600" cy="548640"/>
          </a:xfrm>
        </p:spPr>
        <p:txBody>
          <a:bodyPr/>
          <a:lstStyle>
            <a:lvl1pPr marL="0" indent="0" algn="r">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9" name="Picture Placeholder 8">
            <a:extLst>
              <a:ext uri="{FF2B5EF4-FFF2-40B4-BE49-F238E27FC236}">
                <a16:creationId xmlns:a16="http://schemas.microsoft.com/office/drawing/2014/main" id="{A2148EF5-6FCE-B812-3DA7-56E932357920}"/>
              </a:ext>
              <a:ext uri="{C183D7F6-B498-43B3-948B-1728B52AA6E4}">
                <adec:decorative xmlns:adec="http://schemas.microsoft.com/office/drawing/2017/decorative" val="1"/>
              </a:ext>
            </a:extLst>
          </p:cNvPr>
          <p:cNvSpPr>
            <a:spLocks noGrp="1" noChangeAspect="1"/>
          </p:cNvSpPr>
          <p:nvPr>
            <p:ph type="pic" sz="quarter" idx="16" hasCustomPrompt="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1737360" bIns="0" anchor="ctr">
            <a:noAutofit/>
          </a:bodyPr>
          <a:lstStyle>
            <a:lvl1pPr marL="0" indent="0" algn="ctr">
              <a:spcAft>
                <a:spcPts val="0"/>
              </a:spcAft>
              <a:buNone/>
              <a:defRPr>
                <a:solidFill>
                  <a:schemeClr val="bg1"/>
                </a:solidFill>
              </a:defRPr>
            </a:lvl1pPr>
          </a:lstStyle>
          <a:p>
            <a:r>
              <a:rPr lang="en-US" dirty="0"/>
              <a:t>Click icon to add picture</a:t>
            </a:r>
            <a:br>
              <a:rPr lang="en-US" dirty="0"/>
            </a:br>
            <a:r>
              <a:rPr lang="en-US" dirty="0"/>
              <a:t>[Reading order of this slide is</a:t>
            </a:r>
            <a:br>
              <a:rPr lang="en-US" dirty="0"/>
            </a:br>
            <a:r>
              <a:rPr lang="en-US" dirty="0"/>
              <a:t>failing currently as you need to</a:t>
            </a:r>
            <a:br>
              <a:rPr lang="en-US" dirty="0"/>
            </a:br>
            <a:r>
              <a:rPr lang="en-US" dirty="0"/>
              <a:t>either label your </a:t>
            </a:r>
            <a:r>
              <a:rPr lang="en-US"/>
              <a:t>image decorative]</a:t>
            </a:r>
            <a:endParaRPr lang="en-US" dirty="0"/>
          </a:p>
        </p:txBody>
      </p:sp>
    </p:spTree>
    <p:extLst>
      <p:ext uri="{BB962C8B-B14F-4D97-AF65-F5344CB8AC3E}">
        <p14:creationId xmlns:p14="http://schemas.microsoft.com/office/powerpoint/2010/main" val="383751537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over 13">
    <p:bg>
      <p:bgPr>
        <a:solidFill>
          <a:schemeClr val="accent1"/>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3093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3093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4" y="4246164"/>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2" name="Graphique 10" descr="Atos logo">
            <a:extLst>
              <a:ext uri="{FF2B5EF4-FFF2-40B4-BE49-F238E27FC236}">
                <a16:creationId xmlns:a16="http://schemas.microsoft.com/office/drawing/2014/main" id="{CBD091C4-DCC6-A7A6-5C1B-A46FD3900FD1}"/>
              </a:ext>
            </a:extLst>
          </p:cNvPr>
          <p:cNvSpPr>
            <a:spLocks noChangeAspect="1"/>
          </p:cNvSpPr>
          <p:nvPr userDrawn="1"/>
        </p:nvSpPr>
        <p:spPr>
          <a:xfrm>
            <a:off x="428625"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grpSp>
        <p:nvGrpSpPr>
          <p:cNvPr id="3" name="Group 2">
            <a:extLst>
              <a:ext uri="{FF2B5EF4-FFF2-40B4-BE49-F238E27FC236}">
                <a16:creationId xmlns:a16="http://schemas.microsoft.com/office/drawing/2014/main" id="{A95BEA18-5873-2F2D-099A-0F8993B476AF}"/>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p:grpSpPr>
        <p:pic>
          <p:nvPicPr>
            <p:cNvPr id="5" name="Graphic 4">
              <a:extLst>
                <a:ext uri="{FF2B5EF4-FFF2-40B4-BE49-F238E27FC236}">
                  <a16:creationId xmlns:a16="http://schemas.microsoft.com/office/drawing/2014/main" id="{83F9C7F6-7AEB-DFCB-AA3D-3908113EC2B1}"/>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6" name="Graphic 5">
              <a:extLst>
                <a:ext uri="{FF2B5EF4-FFF2-40B4-BE49-F238E27FC236}">
                  <a16:creationId xmlns:a16="http://schemas.microsoft.com/office/drawing/2014/main" id="{4DBC1F6A-CBFC-57D7-EEE3-FFE55CF2EA41}"/>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7" name="Picture Placeholder 25">
            <a:extLst>
              <a:ext uri="{FF2B5EF4-FFF2-40B4-BE49-F238E27FC236}">
                <a16:creationId xmlns:a16="http://schemas.microsoft.com/office/drawing/2014/main" id="{B0AEBF90-44A2-17C9-9F37-029E39B9B5A3}"/>
              </a:ext>
              <a:ext uri="{C183D7F6-B498-43B3-948B-1728B52AA6E4}">
                <adec:decorative xmlns:adec="http://schemas.microsoft.com/office/drawing/2017/decorative" val="1"/>
              </a:ext>
            </a:extLst>
          </p:cNvPr>
          <p:cNvSpPr>
            <a:spLocks noGrp="1"/>
          </p:cNvSpPr>
          <p:nvPr>
            <p:ph type="pic" sz="quarter" idx="14"/>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solidFill>
                  <a:schemeClr val="bg1"/>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93732269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Cover 14">
    <p:bg>
      <p:bgPr>
        <a:solidFill>
          <a:schemeClr val="accent3"/>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3093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309360" cy="1216152"/>
          </a:xfrm>
        </p:spPr>
        <p:txBody>
          <a:bodyPr/>
          <a:lstStyle>
            <a:lvl1pPr marL="0" indent="0">
              <a:buNone/>
              <a:defRPr sz="3200">
                <a:solidFill>
                  <a:schemeClr val="accent2"/>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4" y="4246164"/>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2" name="Graphique 10" descr="Atos logo">
            <a:extLst>
              <a:ext uri="{FF2B5EF4-FFF2-40B4-BE49-F238E27FC236}">
                <a16:creationId xmlns:a16="http://schemas.microsoft.com/office/drawing/2014/main" id="{28D1A850-172D-1833-F449-2239E8CE4E8C}"/>
              </a:ext>
            </a:extLst>
          </p:cNvPr>
          <p:cNvSpPr>
            <a:spLocks noChangeAspect="1"/>
          </p:cNvSpPr>
          <p:nvPr userDrawn="1"/>
        </p:nvSpPr>
        <p:spPr>
          <a:xfrm>
            <a:off x="428625"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grpSp>
        <p:nvGrpSpPr>
          <p:cNvPr id="3" name="Group 2">
            <a:extLst>
              <a:ext uri="{FF2B5EF4-FFF2-40B4-BE49-F238E27FC236}">
                <a16:creationId xmlns:a16="http://schemas.microsoft.com/office/drawing/2014/main" id="{A95BEA18-5873-2F2D-099A-0F8993B476AF}"/>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a:solidFill>
            <a:schemeClr val="accent1"/>
          </a:solidFill>
        </p:grpSpPr>
        <p:pic>
          <p:nvPicPr>
            <p:cNvPr id="5" name="Graphic 4">
              <a:extLst>
                <a:ext uri="{FF2B5EF4-FFF2-40B4-BE49-F238E27FC236}">
                  <a16:creationId xmlns:a16="http://schemas.microsoft.com/office/drawing/2014/main" id="{83F9C7F6-7AEB-DFCB-AA3D-3908113EC2B1}"/>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6" name="Graphic 5">
              <a:extLst>
                <a:ext uri="{FF2B5EF4-FFF2-40B4-BE49-F238E27FC236}">
                  <a16:creationId xmlns:a16="http://schemas.microsoft.com/office/drawing/2014/main" id="{4DBC1F6A-CBFC-57D7-EEE3-FFE55CF2EA41}"/>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7" name="Picture Placeholder 25">
            <a:extLst>
              <a:ext uri="{FF2B5EF4-FFF2-40B4-BE49-F238E27FC236}">
                <a16:creationId xmlns:a16="http://schemas.microsoft.com/office/drawing/2014/main" id="{B0AEBF90-44A2-17C9-9F37-029E39B9B5A3}"/>
              </a:ext>
              <a:ext uri="{C183D7F6-B498-43B3-948B-1728B52AA6E4}">
                <adec:decorative xmlns:adec="http://schemas.microsoft.com/office/drawing/2017/decorative" val="1"/>
              </a:ext>
            </a:extLst>
          </p:cNvPr>
          <p:cNvSpPr>
            <a:spLocks noGrp="1"/>
          </p:cNvSpPr>
          <p:nvPr>
            <p:ph type="pic" sz="quarter" idx="14"/>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solidFill>
                  <a:schemeClr val="bg1"/>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23348111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Cover 15">
    <p:bg>
      <p:bgPr>
        <a:solidFill>
          <a:schemeClr val="accent1"/>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5691" y="2947849"/>
            <a:ext cx="5943600" cy="1828800"/>
          </a:xfrm>
        </p:spPr>
        <p:txBody>
          <a:bodyPr anchor="t"/>
          <a:lstStyle>
            <a:lvl1pPr>
              <a:spcAft>
                <a:spcPts val="300"/>
              </a:spcAft>
              <a:defRPr lang="en-US" sz="40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5691" y="3575705"/>
            <a:ext cx="5943600" cy="1216152"/>
          </a:xfrm>
        </p:spPr>
        <p:txBody>
          <a:bodyPr/>
          <a:lstStyle>
            <a:lvl1pPr marL="0" indent="0">
              <a:buNone/>
              <a:defRPr sz="28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5691" y="5436870"/>
            <a:ext cx="3657600" cy="640080"/>
          </a:xfrm>
        </p:spPr>
        <p:txBody>
          <a:bodyPr/>
          <a:lstStyle>
            <a:lvl1pPr marL="0" indent="0">
              <a:buNone/>
              <a:defRPr lang="en-US" sz="16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B2F86BD3-975F-7B9B-3F16-C73D41F3FDF3}"/>
              </a:ext>
              <a:ext uri="{C183D7F6-B498-43B3-948B-1728B52AA6E4}">
                <adec:decorative xmlns:adec="http://schemas.microsoft.com/office/drawing/2017/decorative" val="0"/>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5" name="Picture Placeholder 8">
            <a:extLst>
              <a:ext uri="{FF2B5EF4-FFF2-40B4-BE49-F238E27FC236}">
                <a16:creationId xmlns:a16="http://schemas.microsoft.com/office/drawing/2014/main" id="{941236DB-B170-8491-B99C-03BF4E85C044}"/>
              </a:ext>
              <a:ext uri="{C183D7F6-B498-43B3-948B-1728B52AA6E4}">
                <adec:decorative xmlns:adec="http://schemas.microsoft.com/office/drawing/2017/decorative" val="1"/>
              </a:ext>
            </a:extLst>
          </p:cNvPr>
          <p:cNvSpPr>
            <a:spLocks noGrp="1"/>
          </p:cNvSpPr>
          <p:nvPr>
            <p:ph type="pic" sz="quarter" idx="14" hasCustomPrompt="1"/>
          </p:nvPr>
        </p:nvSpPr>
        <p:spPr>
          <a:xfrm>
            <a:off x="0" y="-2"/>
            <a:ext cx="12192000" cy="2743200"/>
          </a:xfrm>
        </p:spPr>
        <p:txBody>
          <a:bodyPr tIns="1097280" anchor="ctr"/>
          <a:lstStyle>
            <a:lvl1pPr marL="0" indent="0" algn="ctr">
              <a:spcAft>
                <a:spcPts val="0"/>
              </a:spcAft>
              <a:buNone/>
              <a:defRPr>
                <a:solidFill>
                  <a:schemeClr val="bg1"/>
                </a:solidFill>
              </a:defRPr>
            </a:lvl1pPr>
          </a:lstStyle>
          <a:p>
            <a:r>
              <a:rPr lang="en-US" dirty="0"/>
              <a:t>Click icon to add picture</a:t>
            </a:r>
            <a:br>
              <a:rPr lang="en-US" dirty="0"/>
            </a:br>
            <a:r>
              <a:rPr lang="en-US" dirty="0"/>
              <a:t>[Reading order of this slide is failing currently as you need to either label your image decorative]</a:t>
            </a:r>
          </a:p>
        </p:txBody>
      </p:sp>
      <p:pic>
        <p:nvPicPr>
          <p:cNvPr id="3" name="Graphic 2">
            <a:extLst>
              <a:ext uri="{FF2B5EF4-FFF2-40B4-BE49-F238E27FC236}">
                <a16:creationId xmlns:a16="http://schemas.microsoft.com/office/drawing/2014/main" id="{1F6EA72B-3403-D957-E827-770765E290D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1884" b="33790"/>
          <a:stretch/>
        </p:blipFill>
        <p:spPr>
          <a:xfrm>
            <a:off x="0" y="2941637"/>
            <a:ext cx="4029075" cy="3916363"/>
          </a:xfrm>
          <a:prstGeom prst="rect">
            <a:avLst/>
          </a:prstGeom>
        </p:spPr>
      </p:pic>
    </p:spTree>
    <p:extLst>
      <p:ext uri="{BB962C8B-B14F-4D97-AF65-F5344CB8AC3E}">
        <p14:creationId xmlns:p14="http://schemas.microsoft.com/office/powerpoint/2010/main" val="20234962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Cover 16">
    <p:bg>
      <p:bgPr>
        <a:solidFill>
          <a:schemeClr val="accent3"/>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5691" y="2947849"/>
            <a:ext cx="5943600" cy="1828800"/>
          </a:xfrm>
        </p:spPr>
        <p:txBody>
          <a:bodyPr anchor="t"/>
          <a:lstStyle>
            <a:lvl1pPr>
              <a:spcAft>
                <a:spcPts val="300"/>
              </a:spcAft>
              <a:defRPr lang="en-US" sz="40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5691" y="3575705"/>
            <a:ext cx="5943600" cy="1216152"/>
          </a:xfrm>
        </p:spPr>
        <p:txBody>
          <a:bodyPr/>
          <a:lstStyle>
            <a:lvl1pPr marL="0" indent="0">
              <a:buNone/>
              <a:defRPr sz="2800">
                <a:solidFill>
                  <a:schemeClr val="accent2"/>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5691" y="5436870"/>
            <a:ext cx="3657600" cy="640080"/>
          </a:xfrm>
        </p:spPr>
        <p:txBody>
          <a:bodyPr/>
          <a:lstStyle>
            <a:lvl1pPr marL="0" indent="0">
              <a:buNone/>
              <a:defRPr lang="en-US" sz="16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B2F86BD3-975F-7B9B-3F16-C73D41F3FDF3}"/>
              </a:ext>
              <a:ext uri="{C183D7F6-B498-43B3-948B-1728B52AA6E4}">
                <adec:decorative xmlns:adec="http://schemas.microsoft.com/office/drawing/2017/decorative" val="0"/>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5" name="Picture Placeholder 8">
            <a:extLst>
              <a:ext uri="{FF2B5EF4-FFF2-40B4-BE49-F238E27FC236}">
                <a16:creationId xmlns:a16="http://schemas.microsoft.com/office/drawing/2014/main" id="{941236DB-B170-8491-B99C-03BF4E85C044}"/>
              </a:ext>
              <a:ext uri="{C183D7F6-B498-43B3-948B-1728B52AA6E4}">
                <adec:decorative xmlns:adec="http://schemas.microsoft.com/office/drawing/2017/decorative" val="1"/>
              </a:ext>
            </a:extLst>
          </p:cNvPr>
          <p:cNvSpPr>
            <a:spLocks noGrp="1"/>
          </p:cNvSpPr>
          <p:nvPr>
            <p:ph type="pic" sz="quarter" idx="14" hasCustomPrompt="1"/>
          </p:nvPr>
        </p:nvSpPr>
        <p:spPr>
          <a:xfrm>
            <a:off x="0" y="-2"/>
            <a:ext cx="12192000" cy="2743200"/>
          </a:xfrm>
        </p:spPr>
        <p:txBody>
          <a:bodyPr tIns="1097280" anchor="ctr"/>
          <a:lstStyle>
            <a:lvl1pPr marL="0" indent="0" algn="ctr">
              <a:spcAft>
                <a:spcPts val="0"/>
              </a:spcAft>
              <a:buNone/>
              <a:defRPr>
                <a:solidFill>
                  <a:schemeClr val="bg1"/>
                </a:solidFill>
              </a:defRPr>
            </a:lvl1pPr>
          </a:lstStyle>
          <a:p>
            <a:r>
              <a:rPr lang="en-US" dirty="0"/>
              <a:t>Click icon to add picture</a:t>
            </a:r>
            <a:br>
              <a:rPr lang="en-US" dirty="0"/>
            </a:br>
            <a:r>
              <a:rPr lang="en-US" dirty="0"/>
              <a:t>[Reading order of this slide is failing currently as you need to either label your </a:t>
            </a:r>
            <a:r>
              <a:rPr lang="en-US"/>
              <a:t>image decorative]</a:t>
            </a:r>
            <a:endParaRPr lang="en-US" dirty="0"/>
          </a:p>
        </p:txBody>
      </p:sp>
      <p:pic>
        <p:nvPicPr>
          <p:cNvPr id="3" name="Graphic 2">
            <a:extLst>
              <a:ext uri="{FF2B5EF4-FFF2-40B4-BE49-F238E27FC236}">
                <a16:creationId xmlns:a16="http://schemas.microsoft.com/office/drawing/2014/main" id="{1F6EA72B-3403-D957-E827-770765E290D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1884" b="33790"/>
          <a:stretch/>
        </p:blipFill>
        <p:spPr>
          <a:xfrm>
            <a:off x="0" y="2941637"/>
            <a:ext cx="4029075" cy="3916363"/>
          </a:xfrm>
          <a:prstGeom prst="rect">
            <a:avLst/>
          </a:prstGeom>
        </p:spPr>
      </p:pic>
    </p:spTree>
    <p:extLst>
      <p:ext uri="{BB962C8B-B14F-4D97-AF65-F5344CB8AC3E}">
        <p14:creationId xmlns:p14="http://schemas.microsoft.com/office/powerpoint/2010/main" val="5925023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Cover 17">
    <p:spTree>
      <p:nvGrpSpPr>
        <p:cNvPr id="1" name=""/>
        <p:cNvGrpSpPr/>
        <p:nvPr/>
      </p:nvGrpSpPr>
      <p:grpSpPr>
        <a:xfrm>
          <a:off x="0" y="0"/>
          <a:ext cx="0" cy="0"/>
          <a:chOff x="0" y="0"/>
          <a:chExt cx="0" cy="0"/>
        </a:xfrm>
      </p:grpSpPr>
      <p:sp>
        <p:nvSpPr>
          <p:cNvPr id="2" name="Picture Placeholder 6">
            <a:extLst>
              <a:ext uri="{FF2B5EF4-FFF2-40B4-BE49-F238E27FC236}">
                <a16:creationId xmlns:a16="http://schemas.microsoft.com/office/drawing/2014/main" id="{F85C8B13-CEF6-A9A2-8672-5F2B8560B681}"/>
              </a:ext>
              <a:ext uri="{C183D7F6-B498-43B3-948B-1728B52AA6E4}">
                <adec:decorative xmlns:adec="http://schemas.microsoft.com/office/drawing/2017/decorative" val="1"/>
              </a:ext>
            </a:extLst>
          </p:cNvPr>
          <p:cNvSpPr>
            <a:spLocks noGrp="1"/>
          </p:cNvSpPr>
          <p:nvPr>
            <p:ph type="pic" sz="quarter" idx="11" hasCustomPrompt="1"/>
          </p:nvPr>
        </p:nvSpPr>
        <p:spPr>
          <a:xfrm>
            <a:off x="0" y="0"/>
            <a:ext cx="12192000" cy="6858000"/>
          </a:xfrm>
        </p:spPr>
        <p:txBody>
          <a:bodyPr lIns="0" tIns="1463040" rIns="5029200" bIns="0" anchor="ctr"/>
          <a:lstStyle>
            <a:lvl1pPr marL="0" indent="0" algn="r">
              <a:spcAft>
                <a:spcPts val="0"/>
              </a:spcAft>
              <a:buNone/>
              <a:defRPr>
                <a:solidFill>
                  <a:schemeClr val="accent3"/>
                </a:solidFill>
              </a:defRPr>
            </a:lvl1pPr>
          </a:lstStyle>
          <a:p>
            <a:r>
              <a:rPr lang="en-US" dirty="0"/>
              <a:t>Click icon to add picture</a:t>
            </a:r>
            <a:br>
              <a:rPr lang="en-US" dirty="0"/>
            </a:br>
            <a:r>
              <a:rPr lang="en-US" dirty="0"/>
              <a:t>[Reading order of this slide is failing currently as</a:t>
            </a:r>
            <a:br>
              <a:rPr lang="en-US" dirty="0"/>
            </a:br>
            <a:r>
              <a:rPr lang="en-US" dirty="0"/>
              <a:t>you need to either label your image decorative]</a:t>
            </a:r>
          </a:p>
        </p:txBody>
      </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3093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3093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4" y="4246164"/>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3" name="Graphique 10" descr="Atos logo">
            <a:extLst>
              <a:ext uri="{FF2B5EF4-FFF2-40B4-BE49-F238E27FC236}">
                <a16:creationId xmlns:a16="http://schemas.microsoft.com/office/drawing/2014/main" id="{5AA386F3-87E4-9129-B046-27EE5D3D1192}"/>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4" name="TextBox 3">
            <a:extLst>
              <a:ext uri="{FF2B5EF4-FFF2-40B4-BE49-F238E27FC236}">
                <a16:creationId xmlns:a16="http://schemas.microsoft.com/office/drawing/2014/main" id="{AA5044B6-EF8E-46E4-163D-6DE61E557D06}"/>
              </a:ext>
              <a:ext uri="{C183D7F6-B498-43B3-948B-1728B52AA6E4}">
                <adec:decorative xmlns:adec="http://schemas.microsoft.com/office/drawing/2017/decorative" val="0"/>
              </a:ext>
            </a:extLst>
          </p:cNvPr>
          <p:cNvSpPr txBox="1"/>
          <p:nvPr userDrawn="1"/>
        </p:nvSpPr>
        <p:spPr>
          <a:xfrm>
            <a:off x="12377339" y="4453708"/>
            <a:ext cx="2839801" cy="1384995"/>
          </a:xfrm>
          <a:prstGeom prst="rect">
            <a:avLst/>
          </a:prstGeom>
          <a:solidFill>
            <a:srgbClr val="FFFF00"/>
          </a:solidFill>
        </p:spPr>
        <p:txBody>
          <a:bodyPr wrap="square" rtlCol="0">
            <a:spAutoFit/>
          </a:bodyPr>
          <a:lstStyle/>
          <a:p>
            <a:pPr algn="l"/>
            <a:r>
              <a:rPr lang="en-US" sz="1400" dirty="0">
                <a:solidFill>
                  <a:schemeClr val="accent3"/>
                </a:solidFill>
              </a:rPr>
              <a:t>Please note, all texts in this slide should be clearly visible (for Accessibility compliance) in the full image that we use and also ensure the Atos logo to be visible in front of the image.</a:t>
            </a:r>
          </a:p>
        </p:txBody>
      </p:sp>
    </p:spTree>
    <p:extLst>
      <p:ext uri="{BB962C8B-B14F-4D97-AF65-F5344CB8AC3E}">
        <p14:creationId xmlns:p14="http://schemas.microsoft.com/office/powerpoint/2010/main" val="9180408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sz="3600">
                <a:solidFill>
                  <a:schemeClr val="accent3"/>
                </a:solidFill>
              </a:defRPr>
            </a:lvl1pPr>
          </a:lstStyle>
          <a:p>
            <a:r>
              <a:rPr lang="en-US" dirty="0"/>
              <a:t>Contents</a:t>
            </a:r>
          </a:p>
        </p:txBody>
      </p:sp>
      <p:sp>
        <p:nvSpPr>
          <p:cNvPr id="15" name="Text Placeholder 6">
            <a:extLst>
              <a:ext uri="{FF2B5EF4-FFF2-40B4-BE49-F238E27FC236}">
                <a16:creationId xmlns:a16="http://schemas.microsoft.com/office/drawing/2014/main" id="{EB2A93CD-4E60-C2E9-EE37-CFC445B9D364}"/>
              </a:ext>
            </a:extLst>
          </p:cNvPr>
          <p:cNvSpPr>
            <a:spLocks noGrp="1"/>
          </p:cNvSpPr>
          <p:nvPr>
            <p:ph type="body" sz="quarter" idx="10" hasCustomPrompt="1"/>
          </p:nvPr>
        </p:nvSpPr>
        <p:spPr>
          <a:xfrm>
            <a:off x="2954745" y="1446366"/>
            <a:ext cx="8811804" cy="4630583"/>
          </a:xfrm>
        </p:spPr>
        <p:txBody>
          <a:bodyPr wrap="none">
            <a:noAutofit/>
          </a:bodyPr>
          <a:lstStyle>
            <a:lvl1pPr marL="457200" indent="-457200" algn="l">
              <a:spcAft>
                <a:spcPts val="6000"/>
              </a:spcAft>
              <a:buClr>
                <a:schemeClr val="accent1"/>
              </a:buClr>
              <a:buFont typeface="+mj-lt"/>
              <a:buAutoNum type="arabicPeriod"/>
              <a:tabLst>
                <a:tab pos="8805672" algn="r"/>
              </a:tabLst>
              <a:defRPr sz="2400">
                <a:solidFill>
                  <a:schemeClr val="accent3"/>
                </a:solidFill>
                <a:latin typeface="+mj-lt"/>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Chapter title example	00</a:t>
            </a:r>
          </a:p>
          <a:p>
            <a:pPr lvl="0"/>
            <a:r>
              <a:rPr lang="en-US" dirty="0"/>
              <a:t>Chapter title example	00</a:t>
            </a:r>
          </a:p>
          <a:p>
            <a:pPr marL="457200" marR="0" lvl="0" indent="-457200" algn="l" defTabSz="914400" rtl="0" eaLnBrk="1" fontAlgn="auto" latinLnBrk="0" hangingPunct="1">
              <a:lnSpc>
                <a:spcPct val="100000"/>
              </a:lnSpc>
              <a:spcBef>
                <a:spcPts val="0"/>
              </a:spcBef>
              <a:spcAft>
                <a:spcPts val="6000"/>
              </a:spcAft>
              <a:buClr>
                <a:schemeClr val="accent1"/>
              </a:buClr>
              <a:buSzTx/>
              <a:buFont typeface="+mj-lt"/>
              <a:buAutoNum type="arabicPeriod"/>
              <a:tabLst>
                <a:tab pos="8805672" algn="r"/>
              </a:tabLst>
              <a:defRPr/>
            </a:pPr>
            <a:r>
              <a:rPr lang="en-US" dirty="0"/>
              <a:t>Chapter title example	00</a:t>
            </a:r>
          </a:p>
          <a:p>
            <a:pPr marL="457200" marR="0" lvl="0" indent="-457200" algn="l" defTabSz="914400" rtl="0" eaLnBrk="1" fontAlgn="auto" latinLnBrk="0" hangingPunct="1">
              <a:lnSpc>
                <a:spcPct val="100000"/>
              </a:lnSpc>
              <a:spcBef>
                <a:spcPts val="0"/>
              </a:spcBef>
              <a:spcAft>
                <a:spcPts val="6000"/>
              </a:spcAft>
              <a:buClr>
                <a:schemeClr val="accent1"/>
              </a:buClr>
              <a:buSzTx/>
              <a:buFont typeface="+mj-lt"/>
              <a:buAutoNum type="arabicPeriod"/>
              <a:tabLst>
                <a:tab pos="8805672" algn="r"/>
              </a:tabLst>
              <a:defRPr/>
            </a:pPr>
            <a:r>
              <a:rPr lang="en-US" dirty="0"/>
              <a:t>Chapter title example	00</a:t>
            </a:r>
          </a:p>
        </p:txBody>
      </p:sp>
      <p:sp>
        <p:nvSpPr>
          <p:cNvPr id="4" name="Slide Number Placeholder 5">
            <a:extLst>
              <a:ext uri="{FF2B5EF4-FFF2-40B4-BE49-F238E27FC236}">
                <a16:creationId xmlns:a16="http://schemas.microsoft.com/office/drawing/2014/main" id="{26BB2E32-37FB-AE7E-618C-B4D4A78DA92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pic>
        <p:nvPicPr>
          <p:cNvPr id="14" name="Graphic 13">
            <a:extLst>
              <a:ext uri="{FF2B5EF4-FFF2-40B4-BE49-F238E27FC236}">
                <a16:creationId xmlns:a16="http://schemas.microsoft.com/office/drawing/2014/main" id="{F2588EFC-544B-492D-10E8-E969C9B1A617}"/>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1117917" y="1285493"/>
            <a:ext cx="1545853" cy="1545853"/>
          </a:xfrm>
          <a:prstGeom prst="rect">
            <a:avLst/>
          </a:prstGeom>
        </p:spPr>
      </p:pic>
    </p:spTree>
    <p:extLst>
      <p:ext uri="{BB962C8B-B14F-4D97-AF65-F5344CB8AC3E}">
        <p14:creationId xmlns:p14="http://schemas.microsoft.com/office/powerpoint/2010/main" val="407635896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sz="3600">
                <a:solidFill>
                  <a:schemeClr val="accent3"/>
                </a:solidFill>
              </a:defRPr>
            </a:lvl1pPr>
          </a:lstStyle>
          <a:p>
            <a:r>
              <a:rPr lang="en-US" dirty="0"/>
              <a:t>Contents</a:t>
            </a:r>
          </a:p>
        </p:txBody>
      </p:sp>
      <p:sp>
        <p:nvSpPr>
          <p:cNvPr id="3" name="Text Placeholder 6">
            <a:extLst>
              <a:ext uri="{FF2B5EF4-FFF2-40B4-BE49-F238E27FC236}">
                <a16:creationId xmlns:a16="http://schemas.microsoft.com/office/drawing/2014/main" id="{1A11519D-0BCC-29ED-F52C-BE75957A7A56}"/>
              </a:ext>
            </a:extLst>
          </p:cNvPr>
          <p:cNvSpPr>
            <a:spLocks noGrp="1"/>
          </p:cNvSpPr>
          <p:nvPr>
            <p:ph type="body" sz="quarter" idx="10" hasCustomPrompt="1"/>
          </p:nvPr>
        </p:nvSpPr>
        <p:spPr>
          <a:xfrm>
            <a:off x="428624" y="1446367"/>
            <a:ext cx="11337925" cy="4630583"/>
          </a:xfrm>
        </p:spPr>
        <p:txBody>
          <a:bodyPr wrap="none" numCol="2" spcCol="457200">
            <a:noAutofit/>
          </a:bodyPr>
          <a:lstStyle>
            <a:lvl1pPr marL="365760" indent="-365760" algn="l">
              <a:spcAft>
                <a:spcPts val="6000"/>
              </a:spcAft>
              <a:buClr>
                <a:schemeClr val="accent1"/>
              </a:buClr>
              <a:buFont typeface="+mj-lt"/>
              <a:buAutoNum type="arabicPeriod"/>
              <a:tabLst>
                <a:tab pos="5567363" algn="r"/>
              </a:tabLst>
              <a:defRPr sz="2400">
                <a:solidFill>
                  <a:schemeClr val="accent3"/>
                </a:solidFill>
                <a:latin typeface="+mj-lt"/>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Chapter title example	00</a:t>
            </a:r>
          </a:p>
          <a:p>
            <a:pPr lvl="0"/>
            <a:r>
              <a:rPr lang="en-US" dirty="0"/>
              <a:t>Chapter title example	00</a:t>
            </a:r>
          </a:p>
          <a:p>
            <a:pPr lvl="0"/>
            <a:r>
              <a:rPr lang="en-US" dirty="0"/>
              <a:t>Chapter title example	00</a:t>
            </a:r>
          </a:p>
          <a:p>
            <a:pPr lvl="0"/>
            <a:r>
              <a:rPr lang="en-US" dirty="0"/>
              <a:t>Chapter title example	00</a:t>
            </a:r>
          </a:p>
          <a:p>
            <a:pPr lvl="0"/>
            <a:endParaRPr lang="en-US" dirty="0"/>
          </a:p>
          <a:p>
            <a:pPr lvl="0"/>
            <a:r>
              <a:rPr lang="en-US" dirty="0"/>
              <a:t>Chapter title example	00</a:t>
            </a:r>
          </a:p>
          <a:p>
            <a:pPr lvl="0"/>
            <a:r>
              <a:rPr lang="en-US" dirty="0"/>
              <a:t>Chapter title example	00</a:t>
            </a:r>
          </a:p>
          <a:p>
            <a:pPr lvl="0"/>
            <a:r>
              <a:rPr lang="en-US" dirty="0"/>
              <a:t>Chapter title example	00</a:t>
            </a:r>
          </a:p>
          <a:p>
            <a:pPr lvl="0"/>
            <a:r>
              <a:rPr lang="en-US" dirty="0"/>
              <a:t>Chapter title example	00</a:t>
            </a:r>
          </a:p>
        </p:txBody>
      </p:sp>
      <p:sp>
        <p:nvSpPr>
          <p:cNvPr id="30" name="Slide Number Placeholder 5">
            <a:extLst>
              <a:ext uri="{FF2B5EF4-FFF2-40B4-BE49-F238E27FC236}">
                <a16:creationId xmlns:a16="http://schemas.microsoft.com/office/drawing/2014/main" id="{73BB667A-B847-58CB-E129-3219597AE696}"/>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cxnSp>
        <p:nvCxnSpPr>
          <p:cNvPr id="38" name="Straight Connector 37">
            <a:extLst>
              <a:ext uri="{FF2B5EF4-FFF2-40B4-BE49-F238E27FC236}">
                <a16:creationId xmlns:a16="http://schemas.microsoft.com/office/drawing/2014/main" id="{0349E7EF-452F-CD72-A15B-A271646B001D}"/>
              </a:ext>
              <a:ext uri="{C183D7F6-B498-43B3-948B-1728B52AA6E4}">
                <adec:decorative xmlns:adec="http://schemas.microsoft.com/office/drawing/2017/decorative" val="1"/>
              </a:ext>
            </a:extLst>
          </p:cNvPr>
          <p:cNvCxnSpPr>
            <a:cxnSpLocks/>
          </p:cNvCxnSpPr>
          <p:nvPr userDrawn="1"/>
        </p:nvCxnSpPr>
        <p:spPr>
          <a:xfrm>
            <a:off x="6084424" y="1446367"/>
            <a:ext cx="0" cy="4630583"/>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084209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Content Placeholder 2">
            <a:extLst>
              <a:ext uri="{FF2B5EF4-FFF2-40B4-BE49-F238E27FC236}">
                <a16:creationId xmlns:a16="http://schemas.microsoft.com/office/drawing/2014/main" id="{910954B3-5AD1-D4D0-8177-5CCD13F90ACB}"/>
              </a:ext>
            </a:extLst>
          </p:cNvPr>
          <p:cNvSpPr>
            <a:spLocks noGrp="1"/>
          </p:cNvSpPr>
          <p:nvPr>
            <p:ph idx="1" hasCustomPrompt="1"/>
          </p:nvPr>
        </p:nvSpPr>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E7BCF086-E0BB-3B67-3C11-E0716AC53D0A}"/>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374873995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CABA1F-8D00-5959-2A0D-477B4EF70235}"/>
              </a:ext>
              <a:ext uri="{C183D7F6-B498-43B3-948B-1728B52AA6E4}">
                <adec:decorative xmlns:adec="http://schemas.microsoft.com/office/drawing/2017/decorative" val="1"/>
              </a:ext>
            </a:extLst>
          </p:cNvPr>
          <p:cNvGrpSpPr/>
          <p:nvPr userDrawn="1"/>
        </p:nvGrpSpPr>
        <p:grpSpPr>
          <a:xfrm>
            <a:off x="9222475" y="3888475"/>
            <a:ext cx="2969526" cy="2969525"/>
            <a:chOff x="9222475" y="3888475"/>
            <a:chExt cx="2969526" cy="2969525"/>
          </a:xfrm>
          <a:solidFill>
            <a:schemeClr val="accent1"/>
          </a:solidFill>
        </p:grpSpPr>
        <p:pic>
          <p:nvPicPr>
            <p:cNvPr id="7" name="Graphic 6">
              <a:extLst>
                <a:ext uri="{FF2B5EF4-FFF2-40B4-BE49-F238E27FC236}">
                  <a16:creationId xmlns:a16="http://schemas.microsoft.com/office/drawing/2014/main" id="{3BE2DACD-A6E3-A318-9A8E-77CF05B097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10707238" y="3888475"/>
              <a:ext cx="1484763" cy="1484763"/>
            </a:xfrm>
            <a:prstGeom prst="rect">
              <a:avLst/>
            </a:prstGeom>
          </p:spPr>
        </p:pic>
        <p:pic>
          <p:nvPicPr>
            <p:cNvPr id="9" name="Graphic 8">
              <a:extLst>
                <a:ext uri="{FF2B5EF4-FFF2-40B4-BE49-F238E27FC236}">
                  <a16:creationId xmlns:a16="http://schemas.microsoft.com/office/drawing/2014/main" id="{2BBDCAB2-6892-FE15-39FD-82F446E80D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222475" y="5373237"/>
              <a:ext cx="1484763" cy="1484763"/>
            </a:xfrm>
            <a:prstGeom prst="rect">
              <a:avLst/>
            </a:prstGeom>
          </p:spPr>
        </p:pic>
      </p:grpSp>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6DD5DB93-121A-B297-E6DD-9478830F772D}"/>
              </a:ext>
            </a:extLst>
          </p:cNvPr>
          <p:cNvSpPr>
            <a:spLocks noGrp="1"/>
          </p:cNvSpPr>
          <p:nvPr>
            <p:ph idx="1" hasCustomPrompt="1"/>
          </p:nvPr>
        </p:nvSpPr>
        <p:spPr>
          <a:xfrm>
            <a:off x="428624" y="1446212"/>
            <a:ext cx="11337926"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58999844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3">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B272B4DF-76DC-9537-2195-0E94F371120D}"/>
              </a:ext>
              <a:ext uri="{C183D7F6-B498-43B3-948B-1728B52AA6E4}">
                <adec:decorative xmlns:adec="http://schemas.microsoft.com/office/drawing/2017/decorative" val="1"/>
              </a:ext>
            </a:extLst>
          </p:cNvPr>
          <p:cNvGrpSpPr/>
          <p:nvPr userDrawn="1"/>
        </p:nvGrpSpPr>
        <p:grpSpPr>
          <a:xfrm>
            <a:off x="9222475" y="3888475"/>
            <a:ext cx="2969526" cy="2969525"/>
            <a:chOff x="9222475" y="3888475"/>
            <a:chExt cx="2969526" cy="2969525"/>
          </a:xfrm>
          <a:solidFill>
            <a:schemeClr val="accent5"/>
          </a:solidFill>
        </p:grpSpPr>
        <p:pic>
          <p:nvPicPr>
            <p:cNvPr id="7" name="Graphic 6">
              <a:extLst>
                <a:ext uri="{FF2B5EF4-FFF2-40B4-BE49-F238E27FC236}">
                  <a16:creationId xmlns:a16="http://schemas.microsoft.com/office/drawing/2014/main" id="{3BE2DACD-A6E3-A318-9A8E-77CF05B097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10707238" y="3888475"/>
              <a:ext cx="1484763" cy="1484763"/>
            </a:xfrm>
            <a:prstGeom prst="rect">
              <a:avLst/>
            </a:prstGeom>
          </p:spPr>
        </p:pic>
        <p:pic>
          <p:nvPicPr>
            <p:cNvPr id="9" name="Graphic 8">
              <a:extLst>
                <a:ext uri="{FF2B5EF4-FFF2-40B4-BE49-F238E27FC236}">
                  <a16:creationId xmlns:a16="http://schemas.microsoft.com/office/drawing/2014/main" id="{2BBDCAB2-6892-FE15-39FD-82F446E80D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222475" y="5373237"/>
              <a:ext cx="1484763" cy="1484763"/>
            </a:xfrm>
            <a:prstGeom prst="rect">
              <a:avLst/>
            </a:prstGeom>
          </p:spPr>
        </p:pic>
      </p:grpSp>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Content Placeholder 2">
            <a:extLst>
              <a:ext uri="{FF2B5EF4-FFF2-40B4-BE49-F238E27FC236}">
                <a16:creationId xmlns:a16="http://schemas.microsoft.com/office/drawing/2014/main" id="{F942A06E-E4C7-D3E8-BDED-EF771CB11DC7}"/>
              </a:ext>
            </a:extLst>
          </p:cNvPr>
          <p:cNvSpPr>
            <a:spLocks noGrp="1"/>
          </p:cNvSpPr>
          <p:nvPr>
            <p:ph idx="1" hasCustomPrompt="1"/>
          </p:nvPr>
        </p:nvSpPr>
        <p:spPr>
          <a:xfrm>
            <a:off x="428624" y="1446212"/>
            <a:ext cx="11337926"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44332251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2C2E77BA-4420-33FD-4703-B3C9B3709560}"/>
              </a:ext>
            </a:extLst>
          </p:cNvPr>
          <p:cNvSpPr>
            <a:spLocks noGrp="1"/>
          </p:cNvSpPr>
          <p:nvPr>
            <p:ph idx="11" hasCustomPrompt="1"/>
          </p:nvPr>
        </p:nvSpPr>
        <p:spPr>
          <a:xfrm>
            <a:off x="3384645" y="1446212"/>
            <a:ext cx="8381904"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2" name="Group 11">
            <a:extLst>
              <a:ext uri="{FF2B5EF4-FFF2-40B4-BE49-F238E27FC236}">
                <a16:creationId xmlns:a16="http://schemas.microsoft.com/office/drawing/2014/main" id="{29B04704-D297-7EBA-4063-575F9A18AE97}"/>
              </a:ext>
              <a:ext uri="{C183D7F6-B498-43B3-948B-1728B52AA6E4}">
                <adec:decorative xmlns:adec="http://schemas.microsoft.com/office/drawing/2017/decorative" val="1"/>
              </a:ext>
            </a:extLst>
          </p:cNvPr>
          <p:cNvGrpSpPr/>
          <p:nvPr userDrawn="1"/>
        </p:nvGrpSpPr>
        <p:grpSpPr>
          <a:xfrm>
            <a:off x="-1" y="1454680"/>
            <a:ext cx="3226526" cy="4616810"/>
            <a:chOff x="-1" y="1454680"/>
            <a:chExt cx="3226526" cy="4616810"/>
          </a:xfrm>
        </p:grpSpPr>
        <p:pic>
          <p:nvPicPr>
            <p:cNvPr id="10" name="Graphic 9">
              <a:extLst>
                <a:ext uri="{FF2B5EF4-FFF2-40B4-BE49-F238E27FC236}">
                  <a16:creationId xmlns:a16="http://schemas.microsoft.com/office/drawing/2014/main" id="{E2A83B14-DFD2-B90C-6387-CBF520E30DC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flipH="1">
              <a:off x="918119" y="1454679"/>
              <a:ext cx="2308406" cy="2308407"/>
            </a:xfrm>
            <a:prstGeom prst="rect">
              <a:avLst/>
            </a:prstGeom>
          </p:spPr>
        </p:pic>
        <p:pic>
          <p:nvPicPr>
            <p:cNvPr id="11" name="Graphic 10">
              <a:extLst>
                <a:ext uri="{FF2B5EF4-FFF2-40B4-BE49-F238E27FC236}">
                  <a16:creationId xmlns:a16="http://schemas.microsoft.com/office/drawing/2014/main" id="{6816DF95-FC03-CC86-B8D8-20652505E240}"/>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r="60227"/>
            <a:stretch/>
          </p:blipFill>
          <p:spPr>
            <a:xfrm rot="10800000">
              <a:off x="-1" y="3763084"/>
              <a:ext cx="918119" cy="2308406"/>
            </a:xfrm>
            <a:prstGeom prst="rect">
              <a:avLst/>
            </a:prstGeom>
          </p:spPr>
        </p:pic>
      </p:grpSp>
    </p:spTree>
    <p:extLst>
      <p:ext uri="{BB962C8B-B14F-4D97-AF65-F5344CB8AC3E}">
        <p14:creationId xmlns:p14="http://schemas.microsoft.com/office/powerpoint/2010/main" val="119084741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Content Placeholder 2">
            <a:extLst>
              <a:ext uri="{FF2B5EF4-FFF2-40B4-BE49-F238E27FC236}">
                <a16:creationId xmlns:a16="http://schemas.microsoft.com/office/drawing/2014/main" id="{0B12C593-773C-E67F-DB83-82BD217D311F}"/>
              </a:ext>
            </a:extLst>
          </p:cNvPr>
          <p:cNvSpPr>
            <a:spLocks noGrp="1"/>
          </p:cNvSpPr>
          <p:nvPr>
            <p:ph idx="11" hasCustomPrompt="1"/>
          </p:nvPr>
        </p:nvSpPr>
        <p:spPr>
          <a:xfrm>
            <a:off x="3384645" y="1446212"/>
            <a:ext cx="8381904"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7" name="Group 6">
            <a:extLst>
              <a:ext uri="{FF2B5EF4-FFF2-40B4-BE49-F238E27FC236}">
                <a16:creationId xmlns:a16="http://schemas.microsoft.com/office/drawing/2014/main" id="{F06DE2F9-7CCD-3A2F-30CC-C7D24C868994}"/>
              </a:ext>
              <a:ext uri="{C183D7F6-B498-43B3-948B-1728B52AA6E4}">
                <adec:decorative xmlns:adec="http://schemas.microsoft.com/office/drawing/2017/decorative" val="1"/>
              </a:ext>
            </a:extLst>
          </p:cNvPr>
          <p:cNvGrpSpPr/>
          <p:nvPr userDrawn="1"/>
        </p:nvGrpSpPr>
        <p:grpSpPr>
          <a:xfrm>
            <a:off x="-1" y="1454680"/>
            <a:ext cx="3226526" cy="4616810"/>
            <a:chOff x="-1" y="1454680"/>
            <a:chExt cx="3226526" cy="4616810"/>
          </a:xfrm>
        </p:grpSpPr>
        <p:pic>
          <p:nvPicPr>
            <p:cNvPr id="10" name="Graphic 9">
              <a:extLst>
                <a:ext uri="{FF2B5EF4-FFF2-40B4-BE49-F238E27FC236}">
                  <a16:creationId xmlns:a16="http://schemas.microsoft.com/office/drawing/2014/main" id="{E2A83B14-DFD2-B90C-6387-CBF520E30DC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flipH="1">
              <a:off x="918119" y="1454679"/>
              <a:ext cx="2308406" cy="2308407"/>
            </a:xfrm>
            <a:prstGeom prst="rect">
              <a:avLst/>
            </a:prstGeom>
          </p:spPr>
        </p:pic>
        <p:pic>
          <p:nvPicPr>
            <p:cNvPr id="4" name="Graphic 3">
              <a:extLst>
                <a:ext uri="{FF2B5EF4-FFF2-40B4-BE49-F238E27FC236}">
                  <a16:creationId xmlns:a16="http://schemas.microsoft.com/office/drawing/2014/main" id="{2628BD85-5B0A-7D0D-95ED-9672F51D74F6}"/>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r="60227"/>
            <a:stretch/>
          </p:blipFill>
          <p:spPr>
            <a:xfrm rot="10800000">
              <a:off x="-1" y="3763084"/>
              <a:ext cx="918119" cy="2308406"/>
            </a:xfrm>
            <a:prstGeom prst="rect">
              <a:avLst/>
            </a:prstGeom>
          </p:spPr>
        </p:pic>
      </p:grpSp>
    </p:spTree>
    <p:extLst>
      <p:ext uri="{BB962C8B-B14F-4D97-AF65-F5344CB8AC3E}">
        <p14:creationId xmlns:p14="http://schemas.microsoft.com/office/powerpoint/2010/main" val="189741282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FB00E452-A8AB-FCA1-7196-432BABC0064A}"/>
              </a:ext>
            </a:extLst>
          </p:cNvPr>
          <p:cNvSpPr>
            <a:spLocks noGrp="1"/>
          </p:cNvSpPr>
          <p:nvPr>
            <p:ph idx="11" hasCustomPrompt="1"/>
          </p:nvPr>
        </p:nvSpPr>
        <p:spPr>
          <a:xfrm>
            <a:off x="2442950" y="1446212"/>
            <a:ext cx="93236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C708517-E931-5496-5E88-479ADB95C4C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pic>
        <p:nvPicPr>
          <p:cNvPr id="6" name="Graphic 5">
            <a:extLst>
              <a:ext uri="{FF2B5EF4-FFF2-40B4-BE49-F238E27FC236}">
                <a16:creationId xmlns:a16="http://schemas.microsoft.com/office/drawing/2014/main" id="{FA81C286-D88F-FCF8-3B7F-C2AFE17B649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428624" y="1446213"/>
            <a:ext cx="1833350" cy="1833350"/>
          </a:xfrm>
          <a:prstGeom prst="rect">
            <a:avLst/>
          </a:prstGeom>
        </p:spPr>
      </p:pic>
    </p:spTree>
    <p:extLst>
      <p:ext uri="{BB962C8B-B14F-4D97-AF65-F5344CB8AC3E}">
        <p14:creationId xmlns:p14="http://schemas.microsoft.com/office/powerpoint/2010/main" val="398156533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BF8EBD0A-DCBF-5697-AB86-E59F43E1D95B}"/>
              </a:ext>
            </a:extLst>
          </p:cNvPr>
          <p:cNvSpPr>
            <a:spLocks noGrp="1"/>
          </p:cNvSpPr>
          <p:nvPr>
            <p:ph idx="11" hasCustomPrompt="1"/>
          </p:nvPr>
        </p:nvSpPr>
        <p:spPr>
          <a:xfrm>
            <a:off x="2442950" y="1446212"/>
            <a:ext cx="93236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C708517-E931-5496-5E88-479ADB95C4C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pic>
        <p:nvPicPr>
          <p:cNvPr id="6" name="Graphic 5">
            <a:extLst>
              <a:ext uri="{FF2B5EF4-FFF2-40B4-BE49-F238E27FC236}">
                <a16:creationId xmlns:a16="http://schemas.microsoft.com/office/drawing/2014/main" id="{FA81C286-D88F-FCF8-3B7F-C2AFE17B649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428624" y="1446213"/>
            <a:ext cx="1833350" cy="1833350"/>
          </a:xfrm>
          <a:prstGeom prst="rect">
            <a:avLst/>
          </a:prstGeom>
        </p:spPr>
      </p:pic>
    </p:spTree>
    <p:extLst>
      <p:ext uri="{BB962C8B-B14F-4D97-AF65-F5344CB8AC3E}">
        <p14:creationId xmlns:p14="http://schemas.microsoft.com/office/powerpoint/2010/main" val="14369975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34DCFC9F-3888-3FE8-C62C-CCD59B04A97D}"/>
              </a:ext>
            </a:extLst>
          </p:cNvPr>
          <p:cNvSpPr>
            <a:spLocks noGrp="1"/>
          </p:cNvSpPr>
          <p:nvPr>
            <p:ph idx="11" hasCustomPrompt="1"/>
          </p:nvPr>
        </p:nvSpPr>
        <p:spPr>
          <a:xfrm>
            <a:off x="2442950" y="1446212"/>
            <a:ext cx="93236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C708517-E931-5496-5E88-479ADB95C4C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pic>
        <p:nvPicPr>
          <p:cNvPr id="6" name="Graphic 5">
            <a:extLst>
              <a:ext uri="{FF2B5EF4-FFF2-40B4-BE49-F238E27FC236}">
                <a16:creationId xmlns:a16="http://schemas.microsoft.com/office/drawing/2014/main" id="{FA81C286-D88F-FCF8-3B7F-C2AFE17B649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4243599"/>
            <a:ext cx="1833350" cy="1833350"/>
          </a:xfrm>
          <a:prstGeom prst="rect">
            <a:avLst/>
          </a:prstGeom>
        </p:spPr>
      </p:pic>
    </p:spTree>
    <p:extLst>
      <p:ext uri="{BB962C8B-B14F-4D97-AF65-F5344CB8AC3E}">
        <p14:creationId xmlns:p14="http://schemas.microsoft.com/office/powerpoint/2010/main" val="2004381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73135E85-701C-2A07-70DF-01ECB1643946}"/>
              </a:ext>
            </a:extLst>
          </p:cNvPr>
          <p:cNvSpPr>
            <a:spLocks noGrp="1"/>
          </p:cNvSpPr>
          <p:nvPr>
            <p:ph idx="11" hasCustomPrompt="1"/>
          </p:nvPr>
        </p:nvSpPr>
        <p:spPr>
          <a:xfrm>
            <a:off x="2442950" y="1446212"/>
            <a:ext cx="93236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C708517-E931-5496-5E88-479ADB95C4C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pic>
        <p:nvPicPr>
          <p:cNvPr id="6" name="Graphic 5">
            <a:extLst>
              <a:ext uri="{FF2B5EF4-FFF2-40B4-BE49-F238E27FC236}">
                <a16:creationId xmlns:a16="http://schemas.microsoft.com/office/drawing/2014/main" id="{FA81C286-D88F-FCF8-3B7F-C2AFE17B649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4243599"/>
            <a:ext cx="1833350" cy="1833350"/>
          </a:xfrm>
          <a:prstGeom prst="rect">
            <a:avLst/>
          </a:prstGeom>
        </p:spPr>
      </p:pic>
    </p:spTree>
    <p:extLst>
      <p:ext uri="{BB962C8B-B14F-4D97-AF65-F5344CB8AC3E}">
        <p14:creationId xmlns:p14="http://schemas.microsoft.com/office/powerpoint/2010/main" val="345868845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10">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74B83068-C3D7-CF06-D0DA-182E373A26E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8729569" y="-14068"/>
            <a:ext cx="3490567" cy="3490567"/>
          </a:xfrm>
          <a:prstGeom prst="rect">
            <a:avLst/>
          </a:prstGeom>
        </p:spPr>
      </p:pic>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EFFFDD0C-B234-E48F-1117-E71A1BF8BD15}"/>
              </a:ext>
            </a:extLst>
          </p:cNvPr>
          <p:cNvSpPr>
            <a:spLocks noGrp="1"/>
          </p:cNvSpPr>
          <p:nvPr>
            <p:ph idx="11" hasCustomPrompt="1"/>
          </p:nvPr>
        </p:nvSpPr>
        <p:spPr>
          <a:xfrm>
            <a:off x="428624" y="1446212"/>
            <a:ext cx="8442421"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254277809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11">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74B83068-C3D7-CF06-D0DA-182E373A26E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8729569" y="-14068"/>
            <a:ext cx="3490567" cy="3490567"/>
          </a:xfrm>
          <a:prstGeom prst="rect">
            <a:avLst/>
          </a:prstGeom>
        </p:spPr>
      </p:pic>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0CA31D4C-9EC0-0FDC-B08E-7FAC603BC4A8}"/>
              </a:ext>
            </a:extLst>
          </p:cNvPr>
          <p:cNvSpPr>
            <a:spLocks noGrp="1"/>
          </p:cNvSpPr>
          <p:nvPr>
            <p:ph idx="11" hasCustomPrompt="1"/>
          </p:nvPr>
        </p:nvSpPr>
        <p:spPr>
          <a:xfrm>
            <a:off x="428624" y="1446212"/>
            <a:ext cx="8442421"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3049182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Content Placeholder 2">
            <a:extLst>
              <a:ext uri="{FF2B5EF4-FFF2-40B4-BE49-F238E27FC236}">
                <a16:creationId xmlns:a16="http://schemas.microsoft.com/office/drawing/2014/main" id="{DE53F9C9-7BFC-1D24-B33A-98C5AEE75744}"/>
              </a:ext>
            </a:extLst>
          </p:cNvPr>
          <p:cNvSpPr>
            <a:spLocks noGrp="1"/>
          </p:cNvSpPr>
          <p:nvPr>
            <p:ph idx="11" hasCustomPrompt="1"/>
          </p:nvPr>
        </p:nvSpPr>
        <p:spPr>
          <a:xfrm>
            <a:off x="2197290" y="3084394"/>
            <a:ext cx="6680491" cy="2992555"/>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4" name="Group 3">
            <a:extLst>
              <a:ext uri="{FF2B5EF4-FFF2-40B4-BE49-F238E27FC236}">
                <a16:creationId xmlns:a16="http://schemas.microsoft.com/office/drawing/2014/main" id="{D6A5A712-8133-290C-17E5-6ADEAD979366}"/>
              </a:ext>
              <a:ext uri="{C183D7F6-B498-43B3-948B-1728B52AA6E4}">
                <adec:decorative xmlns:adec="http://schemas.microsoft.com/office/drawing/2017/decorative" val="1"/>
              </a:ext>
            </a:extLst>
          </p:cNvPr>
          <p:cNvGrpSpPr/>
          <p:nvPr userDrawn="1"/>
        </p:nvGrpSpPr>
        <p:grpSpPr>
          <a:xfrm>
            <a:off x="428624" y="1446213"/>
            <a:ext cx="11343915" cy="4631059"/>
            <a:chOff x="428624" y="1446213"/>
            <a:chExt cx="11343915" cy="4631059"/>
          </a:xfrm>
        </p:grpSpPr>
        <p:pic>
          <p:nvPicPr>
            <p:cNvPr id="7" name="Graphic 6">
              <a:extLst>
                <a:ext uri="{FF2B5EF4-FFF2-40B4-BE49-F238E27FC236}">
                  <a16:creationId xmlns:a16="http://schemas.microsoft.com/office/drawing/2014/main" id="{64AC1AE4-3636-2591-EBF8-5A2493285FC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1446213"/>
              <a:ext cx="2734491" cy="2734491"/>
            </a:xfrm>
            <a:prstGeom prst="rect">
              <a:avLst/>
            </a:prstGeom>
          </p:spPr>
        </p:pic>
        <p:pic>
          <p:nvPicPr>
            <p:cNvPr id="10" name="Graphic 9">
              <a:extLst>
                <a:ext uri="{FF2B5EF4-FFF2-40B4-BE49-F238E27FC236}">
                  <a16:creationId xmlns:a16="http://schemas.microsoft.com/office/drawing/2014/main" id="{22501D31-6936-420C-ACFF-982A91913057}"/>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0800000">
              <a:off x="9038048" y="3342781"/>
              <a:ext cx="2734491" cy="2734491"/>
            </a:xfrm>
            <a:prstGeom prst="rect">
              <a:avLst/>
            </a:prstGeom>
          </p:spPr>
        </p:pic>
      </p:grpSp>
    </p:spTree>
    <p:extLst>
      <p:ext uri="{BB962C8B-B14F-4D97-AF65-F5344CB8AC3E}">
        <p14:creationId xmlns:p14="http://schemas.microsoft.com/office/powerpoint/2010/main" val="360005425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Content Placeholder 2">
            <a:extLst>
              <a:ext uri="{FF2B5EF4-FFF2-40B4-BE49-F238E27FC236}">
                <a16:creationId xmlns:a16="http://schemas.microsoft.com/office/drawing/2014/main" id="{A23D37F2-34C1-3164-2998-05614FE79C95}"/>
              </a:ext>
            </a:extLst>
          </p:cNvPr>
          <p:cNvSpPr>
            <a:spLocks noGrp="1"/>
          </p:cNvSpPr>
          <p:nvPr>
            <p:ph idx="11" hasCustomPrompt="1"/>
          </p:nvPr>
        </p:nvSpPr>
        <p:spPr>
          <a:xfrm>
            <a:off x="2197290" y="3084394"/>
            <a:ext cx="6680491" cy="2992555"/>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4" name="Group 3">
            <a:extLst>
              <a:ext uri="{FF2B5EF4-FFF2-40B4-BE49-F238E27FC236}">
                <a16:creationId xmlns:a16="http://schemas.microsoft.com/office/drawing/2014/main" id="{DB93FC7F-A043-26E0-2447-B14E4009E497}"/>
              </a:ext>
              <a:ext uri="{C183D7F6-B498-43B3-948B-1728B52AA6E4}">
                <adec:decorative xmlns:adec="http://schemas.microsoft.com/office/drawing/2017/decorative" val="1"/>
              </a:ext>
            </a:extLst>
          </p:cNvPr>
          <p:cNvGrpSpPr/>
          <p:nvPr userDrawn="1"/>
        </p:nvGrpSpPr>
        <p:grpSpPr>
          <a:xfrm>
            <a:off x="428624" y="1446213"/>
            <a:ext cx="11343915" cy="4631059"/>
            <a:chOff x="428624" y="1446213"/>
            <a:chExt cx="11343915" cy="4631059"/>
          </a:xfrm>
        </p:grpSpPr>
        <p:pic>
          <p:nvPicPr>
            <p:cNvPr id="7" name="Graphic 6">
              <a:extLst>
                <a:ext uri="{FF2B5EF4-FFF2-40B4-BE49-F238E27FC236}">
                  <a16:creationId xmlns:a16="http://schemas.microsoft.com/office/drawing/2014/main" id="{64AC1AE4-3636-2591-EBF8-5A2493285FC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1446213"/>
              <a:ext cx="2734491" cy="2734491"/>
            </a:xfrm>
            <a:prstGeom prst="rect">
              <a:avLst/>
            </a:prstGeom>
          </p:spPr>
        </p:pic>
        <p:pic>
          <p:nvPicPr>
            <p:cNvPr id="9" name="Graphic 8">
              <a:extLst>
                <a:ext uri="{FF2B5EF4-FFF2-40B4-BE49-F238E27FC236}">
                  <a16:creationId xmlns:a16="http://schemas.microsoft.com/office/drawing/2014/main" id="{7CD25A46-D852-06A3-C070-0D7F9D2DFDF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0800000">
              <a:off x="9038048" y="3342781"/>
              <a:ext cx="2734491" cy="2734491"/>
            </a:xfrm>
            <a:prstGeom prst="rect">
              <a:avLst/>
            </a:prstGeom>
          </p:spPr>
        </p:pic>
      </p:grpSp>
    </p:spTree>
    <p:extLst>
      <p:ext uri="{BB962C8B-B14F-4D97-AF65-F5344CB8AC3E}">
        <p14:creationId xmlns:p14="http://schemas.microsoft.com/office/powerpoint/2010/main" val="35687827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Content Placeholder 2">
            <a:extLst>
              <a:ext uri="{FF2B5EF4-FFF2-40B4-BE49-F238E27FC236}">
                <a16:creationId xmlns:a16="http://schemas.microsoft.com/office/drawing/2014/main" id="{AC8AC44C-BB04-C5BB-3272-F65FD685E841}"/>
              </a:ext>
            </a:extLst>
          </p:cNvPr>
          <p:cNvSpPr>
            <a:spLocks noGrp="1"/>
          </p:cNvSpPr>
          <p:nvPr>
            <p:ph idx="11" hasCustomPrompt="1"/>
          </p:nvPr>
        </p:nvSpPr>
        <p:spPr>
          <a:xfrm>
            <a:off x="2197290" y="3084394"/>
            <a:ext cx="6680491" cy="2992555"/>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3" name="Group 2">
            <a:extLst>
              <a:ext uri="{FF2B5EF4-FFF2-40B4-BE49-F238E27FC236}">
                <a16:creationId xmlns:a16="http://schemas.microsoft.com/office/drawing/2014/main" id="{4DDA2B42-149F-7889-73F5-F477CDA98DAA}"/>
              </a:ext>
              <a:ext uri="{C183D7F6-B498-43B3-948B-1728B52AA6E4}">
                <adec:decorative xmlns:adec="http://schemas.microsoft.com/office/drawing/2017/decorative" val="1"/>
              </a:ext>
            </a:extLst>
          </p:cNvPr>
          <p:cNvGrpSpPr/>
          <p:nvPr userDrawn="1"/>
        </p:nvGrpSpPr>
        <p:grpSpPr>
          <a:xfrm>
            <a:off x="428624" y="1446213"/>
            <a:ext cx="11343915" cy="4631059"/>
            <a:chOff x="428624" y="1446213"/>
            <a:chExt cx="11343915" cy="4631059"/>
          </a:xfrm>
        </p:grpSpPr>
        <p:pic>
          <p:nvPicPr>
            <p:cNvPr id="7" name="Graphic 6">
              <a:extLst>
                <a:ext uri="{FF2B5EF4-FFF2-40B4-BE49-F238E27FC236}">
                  <a16:creationId xmlns:a16="http://schemas.microsoft.com/office/drawing/2014/main" id="{64AC1AE4-3636-2591-EBF8-5A2493285FC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1446213"/>
              <a:ext cx="2734491" cy="2734491"/>
            </a:xfrm>
            <a:prstGeom prst="rect">
              <a:avLst/>
            </a:prstGeom>
          </p:spPr>
        </p:pic>
        <p:pic>
          <p:nvPicPr>
            <p:cNvPr id="4" name="Graphic 3">
              <a:extLst>
                <a:ext uri="{FF2B5EF4-FFF2-40B4-BE49-F238E27FC236}">
                  <a16:creationId xmlns:a16="http://schemas.microsoft.com/office/drawing/2014/main" id="{DF69ABC1-670A-EF0D-7C56-BD06F9D02512}"/>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0800000">
              <a:off x="9038048" y="3342781"/>
              <a:ext cx="2734491" cy="2734491"/>
            </a:xfrm>
            <a:prstGeom prst="rect">
              <a:avLst/>
            </a:prstGeom>
          </p:spPr>
        </p:pic>
      </p:grpSp>
    </p:spTree>
    <p:extLst>
      <p:ext uri="{BB962C8B-B14F-4D97-AF65-F5344CB8AC3E}">
        <p14:creationId xmlns:p14="http://schemas.microsoft.com/office/powerpoint/2010/main" val="427906671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lnSpc>
                <a:spcPct val="100000"/>
              </a:lnSpc>
              <a:defRPr/>
            </a:lvl1pPr>
          </a:lstStyle>
          <a:p>
            <a:r>
              <a:rPr lang="en-US" dirty="0"/>
              <a:t>Title</a:t>
            </a:r>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Slide Number Placeholder 5">
            <a:extLst>
              <a:ext uri="{FF2B5EF4-FFF2-40B4-BE49-F238E27FC236}">
                <a16:creationId xmlns:a16="http://schemas.microsoft.com/office/drawing/2014/main" id="{835715C9-752F-27C5-8AC2-5672C84C6123}"/>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269329783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Without title">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B371D70F-68B5-DD4A-6E9F-DB676EF7BC3A}"/>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288369067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837291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048785D0-F5D7-C2BD-C6A9-98DBFBDFE1F9}"/>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10822330" y="1"/>
            <a:ext cx="1369670" cy="1369670"/>
          </a:xfrm>
          <a:prstGeom prst="rect">
            <a:avLst/>
          </a:prstGeom>
        </p:spPr>
      </p:pic>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7" name="Content Placeholder 2">
            <a:extLst>
              <a:ext uri="{FF2B5EF4-FFF2-40B4-BE49-F238E27FC236}">
                <a16:creationId xmlns:a16="http://schemas.microsoft.com/office/drawing/2014/main" id="{4F4ECEB7-E07A-7A71-72F2-6E250063872D}"/>
              </a:ext>
            </a:extLst>
          </p:cNvPr>
          <p:cNvSpPr>
            <a:spLocks noGrp="1"/>
          </p:cNvSpPr>
          <p:nvPr>
            <p:ph idx="12" hasCustomPrompt="1"/>
          </p:nvPr>
        </p:nvSpPr>
        <p:spPr>
          <a:xfrm>
            <a:off x="428624" y="1446212"/>
            <a:ext cx="54864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9" name="Content Placeholder 2">
            <a:extLst>
              <a:ext uri="{FF2B5EF4-FFF2-40B4-BE49-F238E27FC236}">
                <a16:creationId xmlns:a16="http://schemas.microsoft.com/office/drawing/2014/main" id="{32FF7271-3C8C-31AB-981B-7467A0E264E1}"/>
              </a:ext>
            </a:extLst>
          </p:cNvPr>
          <p:cNvSpPr>
            <a:spLocks noGrp="1"/>
          </p:cNvSpPr>
          <p:nvPr>
            <p:ph idx="13" hasCustomPrompt="1"/>
          </p:nvPr>
        </p:nvSpPr>
        <p:spPr>
          <a:xfrm>
            <a:off x="6280150" y="1446212"/>
            <a:ext cx="54864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4" name="Slide Number Placeholder 5">
            <a:extLst>
              <a:ext uri="{FF2B5EF4-FFF2-40B4-BE49-F238E27FC236}">
                <a16:creationId xmlns:a16="http://schemas.microsoft.com/office/drawing/2014/main" id="{DD5FC312-F0E9-0D35-0A90-49621D92794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cxnSp>
        <p:nvCxnSpPr>
          <p:cNvPr id="3" name="Straight Connector 2">
            <a:extLst>
              <a:ext uri="{FF2B5EF4-FFF2-40B4-BE49-F238E27FC236}">
                <a16:creationId xmlns:a16="http://schemas.microsoft.com/office/drawing/2014/main" id="{1E0EAC6A-A6C2-66A3-C8C0-3F5ABACF7D2C}"/>
              </a:ext>
              <a:ext uri="{C183D7F6-B498-43B3-948B-1728B52AA6E4}">
                <adec:decorative xmlns:adec="http://schemas.microsoft.com/office/drawing/2017/decorative" val="1"/>
              </a:ext>
            </a:extLst>
          </p:cNvPr>
          <p:cNvCxnSpPr>
            <a:cxnSpLocks/>
          </p:cNvCxnSpPr>
          <p:nvPr userDrawn="1"/>
        </p:nvCxnSpPr>
        <p:spPr>
          <a:xfrm>
            <a:off x="6097587"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211703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re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Text Placeholder 11">
            <a:extLst>
              <a:ext uri="{FF2B5EF4-FFF2-40B4-BE49-F238E27FC236}">
                <a16:creationId xmlns:a16="http://schemas.microsoft.com/office/drawing/2014/main" id="{2387BA6D-A7AE-3F35-E292-AB3A29B17098}"/>
              </a:ext>
            </a:extLst>
          </p:cNvPr>
          <p:cNvSpPr>
            <a:spLocks noGrp="1"/>
          </p:cNvSpPr>
          <p:nvPr>
            <p:ph type="body" sz="quarter" idx="13" hasCustomPrompt="1"/>
          </p:nvPr>
        </p:nvSpPr>
        <p:spPr>
          <a:xfrm>
            <a:off x="428624" y="1446212"/>
            <a:ext cx="3566160" cy="4630737"/>
          </a:xfrm>
        </p:spPr>
        <p:txBody>
          <a:bodyPr lIns="0" tIns="0" rIns="0" bIns="0"/>
          <a:lstStyle/>
          <a:p>
            <a:pPr lvl="0"/>
            <a:r>
              <a:rPr lang="en-US" dirty="0"/>
              <a:t>Level 01</a:t>
            </a:r>
          </a:p>
          <a:p>
            <a:pPr lvl="1"/>
            <a:r>
              <a:rPr lang="en-US" dirty="0"/>
              <a:t>Level 02</a:t>
            </a:r>
          </a:p>
          <a:p>
            <a:pPr lvl="2"/>
            <a:r>
              <a:rPr lang="en-US" dirty="0"/>
              <a:t>Level 03</a:t>
            </a:r>
          </a:p>
          <a:p>
            <a:pPr lvl="3"/>
            <a:r>
              <a:rPr lang="en-US" dirty="0"/>
              <a:t>Level 04</a:t>
            </a:r>
          </a:p>
        </p:txBody>
      </p:sp>
      <p:sp>
        <p:nvSpPr>
          <p:cNvPr id="9" name="Text Placeholder 11">
            <a:extLst>
              <a:ext uri="{FF2B5EF4-FFF2-40B4-BE49-F238E27FC236}">
                <a16:creationId xmlns:a16="http://schemas.microsoft.com/office/drawing/2014/main" id="{53EC500C-DC96-24C1-FB6D-38F10FFA079E}"/>
              </a:ext>
              <a:ext uri="{C183D7F6-B498-43B3-948B-1728B52AA6E4}">
                <adec:decorative xmlns:adec="http://schemas.microsoft.com/office/drawing/2017/decorative" val="0"/>
              </a:ext>
            </a:extLst>
          </p:cNvPr>
          <p:cNvSpPr>
            <a:spLocks noGrp="1"/>
          </p:cNvSpPr>
          <p:nvPr>
            <p:ph type="body" sz="quarter" idx="14" hasCustomPrompt="1"/>
          </p:nvPr>
        </p:nvSpPr>
        <p:spPr>
          <a:xfrm>
            <a:off x="4312920" y="1446212"/>
            <a:ext cx="3566160" cy="4630737"/>
          </a:xfrm>
        </p:spPr>
        <p:txBody>
          <a:bodyPr lIns="0" tIns="0" rIns="0" bIns="0"/>
          <a:lstStyle/>
          <a:p>
            <a:pPr lvl="0"/>
            <a:r>
              <a:rPr lang="en-US" dirty="0"/>
              <a:t>Level 01</a:t>
            </a:r>
          </a:p>
          <a:p>
            <a:pPr lvl="1"/>
            <a:r>
              <a:rPr lang="en-US" dirty="0"/>
              <a:t>Level 02</a:t>
            </a:r>
          </a:p>
          <a:p>
            <a:pPr lvl="2"/>
            <a:r>
              <a:rPr lang="en-US" dirty="0"/>
              <a:t>Level 03</a:t>
            </a:r>
          </a:p>
          <a:p>
            <a:pPr lvl="3"/>
            <a:r>
              <a:rPr lang="en-US" dirty="0"/>
              <a:t>Level 04</a:t>
            </a:r>
          </a:p>
        </p:txBody>
      </p:sp>
      <p:sp>
        <p:nvSpPr>
          <p:cNvPr id="10" name="Text Placeholder 11">
            <a:extLst>
              <a:ext uri="{FF2B5EF4-FFF2-40B4-BE49-F238E27FC236}">
                <a16:creationId xmlns:a16="http://schemas.microsoft.com/office/drawing/2014/main" id="{4B8D4FE2-3660-5569-5772-F7846E85E0EF}"/>
              </a:ext>
            </a:extLst>
          </p:cNvPr>
          <p:cNvSpPr>
            <a:spLocks noGrp="1"/>
          </p:cNvSpPr>
          <p:nvPr>
            <p:ph type="body" sz="quarter" idx="15" hasCustomPrompt="1"/>
          </p:nvPr>
        </p:nvSpPr>
        <p:spPr>
          <a:xfrm>
            <a:off x="8197215" y="1446212"/>
            <a:ext cx="3566160" cy="4630737"/>
          </a:xfrm>
        </p:spPr>
        <p:txBody>
          <a:bodyPr lIns="0" tIns="0" rIns="0" bIns="0"/>
          <a:lstStyle/>
          <a:p>
            <a:pPr lvl="0"/>
            <a:r>
              <a:rPr lang="en-US" dirty="0"/>
              <a:t>Level 01</a:t>
            </a:r>
          </a:p>
          <a:p>
            <a:pPr lvl="1"/>
            <a:r>
              <a:rPr lang="en-US" dirty="0"/>
              <a:t>Level 02</a:t>
            </a:r>
          </a:p>
          <a:p>
            <a:pPr lvl="2"/>
            <a:r>
              <a:rPr lang="en-US" dirty="0"/>
              <a:t>Level 03</a:t>
            </a:r>
          </a:p>
          <a:p>
            <a:pPr lvl="3"/>
            <a:r>
              <a:rPr lang="en-US" dirty="0"/>
              <a:t>Level 04</a:t>
            </a:r>
          </a:p>
        </p:txBody>
      </p:sp>
      <p:sp>
        <p:nvSpPr>
          <p:cNvPr id="6" name="Slide Number Placeholder 5">
            <a:extLst>
              <a:ext uri="{FF2B5EF4-FFF2-40B4-BE49-F238E27FC236}">
                <a16:creationId xmlns:a16="http://schemas.microsoft.com/office/drawing/2014/main" id="{AB30C074-8F33-E5B3-9A55-D11D3E78E9BC}"/>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7" name="Group 6">
            <a:extLst>
              <a:ext uri="{FF2B5EF4-FFF2-40B4-BE49-F238E27FC236}">
                <a16:creationId xmlns:a16="http://schemas.microsoft.com/office/drawing/2014/main" id="{B2B30B23-ADB1-011C-633E-A9D3A14F4F80}"/>
              </a:ext>
              <a:ext uri="{C183D7F6-B498-43B3-948B-1728B52AA6E4}">
                <adec:decorative xmlns:adec="http://schemas.microsoft.com/office/drawing/2017/decorative" val="1"/>
              </a:ext>
            </a:extLst>
          </p:cNvPr>
          <p:cNvGrpSpPr/>
          <p:nvPr userDrawn="1"/>
        </p:nvGrpSpPr>
        <p:grpSpPr>
          <a:xfrm>
            <a:off x="4153852" y="1446213"/>
            <a:ext cx="3884296" cy="4630737"/>
            <a:chOff x="4153852" y="1446213"/>
            <a:chExt cx="3884296" cy="4630737"/>
          </a:xfrm>
        </p:grpSpPr>
        <p:cxnSp>
          <p:nvCxnSpPr>
            <p:cNvPr id="3" name="Straight Connector 2">
              <a:extLst>
                <a:ext uri="{FF2B5EF4-FFF2-40B4-BE49-F238E27FC236}">
                  <a16:creationId xmlns:a16="http://schemas.microsoft.com/office/drawing/2014/main" id="{F8A737D2-6B87-DFC3-DA84-6860E12B811E}"/>
                </a:ext>
                <a:ext uri="{C183D7F6-B498-43B3-948B-1728B52AA6E4}">
                  <adec:decorative xmlns:adec="http://schemas.microsoft.com/office/drawing/2017/decorative" val="1"/>
                </a:ext>
              </a:extLst>
            </p:cNvPr>
            <p:cNvCxnSpPr>
              <a:cxnSpLocks/>
            </p:cNvCxnSpPr>
            <p:nvPr userDrawn="1"/>
          </p:nvCxnSpPr>
          <p:spPr>
            <a:xfrm>
              <a:off x="4153852"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05432266-537A-E53F-5875-D324F4DFC0A5}"/>
                </a:ext>
                <a:ext uri="{C183D7F6-B498-43B3-948B-1728B52AA6E4}">
                  <adec:decorative xmlns:adec="http://schemas.microsoft.com/office/drawing/2017/decorative" val="1"/>
                </a:ext>
              </a:extLst>
            </p:cNvPr>
            <p:cNvCxnSpPr>
              <a:cxnSpLocks/>
            </p:cNvCxnSpPr>
            <p:nvPr userDrawn="1"/>
          </p:nvCxnSpPr>
          <p:spPr>
            <a:xfrm>
              <a:off x="8038148"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8337640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wo column 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Text Placeholder 3">
            <a:extLst>
              <a:ext uri="{FF2B5EF4-FFF2-40B4-BE49-F238E27FC236}">
                <a16:creationId xmlns:a16="http://schemas.microsoft.com/office/drawing/2014/main" id="{AC80D85C-7F74-EF15-F42E-B26573598E05}"/>
              </a:ext>
            </a:extLst>
          </p:cNvPr>
          <p:cNvSpPr>
            <a:spLocks noGrp="1"/>
          </p:cNvSpPr>
          <p:nvPr>
            <p:ph type="body" sz="quarter" idx="21" hasCustomPrompt="1"/>
          </p:nvPr>
        </p:nvSpPr>
        <p:spPr>
          <a:xfrm>
            <a:off x="428624" y="1446213"/>
            <a:ext cx="5486400" cy="548640"/>
          </a:xfrm>
        </p:spPr>
        <p:txBody>
          <a:bodyPr anchor="ctr"/>
          <a:lstStyle>
            <a:lvl1pPr marL="0" indent="0">
              <a:spcAft>
                <a:spcPts val="0"/>
              </a:spcAft>
              <a:buNone/>
              <a:defRPr sz="1800">
                <a:solidFill>
                  <a:schemeClr val="accent1"/>
                </a:solidFill>
                <a:latin typeface="+mj-lt"/>
              </a:defRPr>
            </a:lvl1pPr>
          </a:lstStyle>
          <a:p>
            <a:pPr lvl="0"/>
            <a:r>
              <a:rPr lang="en-US" dirty="0"/>
              <a:t>Heading</a:t>
            </a:r>
          </a:p>
        </p:txBody>
      </p:sp>
      <p:sp>
        <p:nvSpPr>
          <p:cNvPr id="6" name="Content Placeholder 2">
            <a:extLst>
              <a:ext uri="{FF2B5EF4-FFF2-40B4-BE49-F238E27FC236}">
                <a16:creationId xmlns:a16="http://schemas.microsoft.com/office/drawing/2014/main" id="{5700FE41-5068-BC51-A4B6-593B5760B3DE}"/>
              </a:ext>
            </a:extLst>
          </p:cNvPr>
          <p:cNvSpPr>
            <a:spLocks noGrp="1"/>
          </p:cNvSpPr>
          <p:nvPr>
            <p:ph idx="12" hasCustomPrompt="1"/>
          </p:nvPr>
        </p:nvSpPr>
        <p:spPr>
          <a:xfrm>
            <a:off x="428624" y="1994854"/>
            <a:ext cx="5486400" cy="4082096"/>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4" name="Text Placeholder 3">
            <a:extLst>
              <a:ext uri="{FF2B5EF4-FFF2-40B4-BE49-F238E27FC236}">
                <a16:creationId xmlns:a16="http://schemas.microsoft.com/office/drawing/2014/main" id="{A0D33B2D-3680-CFA8-4922-DC944983F91C}"/>
              </a:ext>
            </a:extLst>
          </p:cNvPr>
          <p:cNvSpPr>
            <a:spLocks noGrp="1"/>
          </p:cNvSpPr>
          <p:nvPr>
            <p:ph type="body" sz="quarter" idx="22" hasCustomPrompt="1"/>
          </p:nvPr>
        </p:nvSpPr>
        <p:spPr>
          <a:xfrm>
            <a:off x="6280150" y="1446213"/>
            <a:ext cx="5486400" cy="548640"/>
          </a:xfrm>
        </p:spPr>
        <p:txBody>
          <a:bodyPr anchor="ctr"/>
          <a:lstStyle>
            <a:lvl1pPr marL="0" indent="0">
              <a:spcAft>
                <a:spcPts val="0"/>
              </a:spcAft>
              <a:buNone/>
              <a:defRPr sz="1800">
                <a:solidFill>
                  <a:schemeClr val="accent3"/>
                </a:solidFill>
                <a:latin typeface="+mj-lt"/>
              </a:defRPr>
            </a:lvl1pPr>
          </a:lstStyle>
          <a:p>
            <a:pPr lvl="0"/>
            <a:r>
              <a:rPr lang="en-US" dirty="0"/>
              <a:t>Heading</a:t>
            </a:r>
          </a:p>
        </p:txBody>
      </p:sp>
      <p:sp>
        <p:nvSpPr>
          <p:cNvPr id="7" name="Content Placeholder 2">
            <a:extLst>
              <a:ext uri="{FF2B5EF4-FFF2-40B4-BE49-F238E27FC236}">
                <a16:creationId xmlns:a16="http://schemas.microsoft.com/office/drawing/2014/main" id="{7D652B75-AA09-638D-B391-9800623F8056}"/>
              </a:ext>
            </a:extLst>
          </p:cNvPr>
          <p:cNvSpPr>
            <a:spLocks noGrp="1"/>
          </p:cNvSpPr>
          <p:nvPr>
            <p:ph idx="23" hasCustomPrompt="1"/>
          </p:nvPr>
        </p:nvSpPr>
        <p:spPr>
          <a:xfrm>
            <a:off x="6280150" y="1994854"/>
            <a:ext cx="5486400" cy="4082096"/>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1C26462A-B24E-6496-B1DF-273A6106E188}"/>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cxnSp>
        <p:nvCxnSpPr>
          <p:cNvPr id="24" name="Straight Connector 23">
            <a:extLst>
              <a:ext uri="{FF2B5EF4-FFF2-40B4-BE49-F238E27FC236}">
                <a16:creationId xmlns:a16="http://schemas.microsoft.com/office/drawing/2014/main" id="{211BA7B0-5B3E-37FB-ABC1-62CDDC761C13}"/>
              </a:ext>
              <a:ext uri="{C183D7F6-B498-43B3-948B-1728B52AA6E4}">
                <adec:decorative xmlns:adec="http://schemas.microsoft.com/office/drawing/2017/decorative" val="1"/>
              </a:ext>
            </a:extLst>
          </p:cNvPr>
          <p:cNvCxnSpPr>
            <a:cxnSpLocks/>
          </p:cNvCxnSpPr>
          <p:nvPr userDrawn="1"/>
        </p:nvCxnSpPr>
        <p:spPr>
          <a:xfrm>
            <a:off x="6097587"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2238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hree column 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Text Placeholder 3">
            <a:extLst>
              <a:ext uri="{FF2B5EF4-FFF2-40B4-BE49-F238E27FC236}">
                <a16:creationId xmlns:a16="http://schemas.microsoft.com/office/drawing/2014/main" id="{F7CC7CBF-5CAC-89DF-85B0-F8F79253431F}"/>
              </a:ext>
            </a:extLst>
          </p:cNvPr>
          <p:cNvSpPr>
            <a:spLocks noGrp="1"/>
          </p:cNvSpPr>
          <p:nvPr>
            <p:ph type="body" sz="quarter" idx="21" hasCustomPrompt="1"/>
          </p:nvPr>
        </p:nvSpPr>
        <p:spPr>
          <a:xfrm>
            <a:off x="428624" y="1446213"/>
            <a:ext cx="3566160" cy="548640"/>
          </a:xfrm>
        </p:spPr>
        <p:txBody>
          <a:bodyPr anchor="ctr"/>
          <a:lstStyle>
            <a:lvl1pPr marL="0" indent="0">
              <a:spcAft>
                <a:spcPts val="0"/>
              </a:spcAft>
              <a:buNone/>
              <a:defRPr sz="1800">
                <a:solidFill>
                  <a:schemeClr val="accent1"/>
                </a:solidFill>
                <a:latin typeface="+mj-lt"/>
              </a:defRPr>
            </a:lvl1pPr>
          </a:lstStyle>
          <a:p>
            <a:pPr lvl="0"/>
            <a:r>
              <a:rPr lang="en-US" dirty="0"/>
              <a:t>Heading</a:t>
            </a:r>
          </a:p>
        </p:txBody>
      </p:sp>
      <p:sp>
        <p:nvSpPr>
          <p:cNvPr id="12" name="Text Placeholder 11">
            <a:extLst>
              <a:ext uri="{FF2B5EF4-FFF2-40B4-BE49-F238E27FC236}">
                <a16:creationId xmlns:a16="http://schemas.microsoft.com/office/drawing/2014/main" id="{59890119-6112-A65C-5D5F-826D3A8F06E7}"/>
              </a:ext>
            </a:extLst>
          </p:cNvPr>
          <p:cNvSpPr>
            <a:spLocks noGrp="1"/>
          </p:cNvSpPr>
          <p:nvPr>
            <p:ph type="body" sz="quarter" idx="13" hasCustomPrompt="1"/>
          </p:nvPr>
        </p:nvSpPr>
        <p:spPr>
          <a:xfrm>
            <a:off x="428624" y="1994854"/>
            <a:ext cx="35661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4" name="Text Placeholder 3">
            <a:extLst>
              <a:ext uri="{FF2B5EF4-FFF2-40B4-BE49-F238E27FC236}">
                <a16:creationId xmlns:a16="http://schemas.microsoft.com/office/drawing/2014/main" id="{B299E64B-3AEF-5121-CC02-A5BF0E2C2E35}"/>
              </a:ext>
            </a:extLst>
          </p:cNvPr>
          <p:cNvSpPr>
            <a:spLocks noGrp="1"/>
          </p:cNvSpPr>
          <p:nvPr>
            <p:ph type="body" sz="quarter" idx="19" hasCustomPrompt="1"/>
          </p:nvPr>
        </p:nvSpPr>
        <p:spPr>
          <a:xfrm>
            <a:off x="4318707" y="1446213"/>
            <a:ext cx="3566160" cy="548640"/>
          </a:xfrm>
        </p:spPr>
        <p:txBody>
          <a:bodyPr anchor="ctr"/>
          <a:lstStyle>
            <a:lvl1pPr marL="0" indent="0">
              <a:spcAft>
                <a:spcPts val="0"/>
              </a:spcAft>
              <a:buNone/>
              <a:defRPr sz="1800">
                <a:solidFill>
                  <a:schemeClr val="accent3"/>
                </a:solidFill>
                <a:latin typeface="+mj-lt"/>
              </a:defRPr>
            </a:lvl1pPr>
          </a:lstStyle>
          <a:p>
            <a:pPr lvl="0"/>
            <a:r>
              <a:rPr lang="en-US" dirty="0"/>
              <a:t>Heading</a:t>
            </a:r>
          </a:p>
        </p:txBody>
      </p:sp>
      <p:sp>
        <p:nvSpPr>
          <p:cNvPr id="16" name="Text Placeholder 11">
            <a:extLst>
              <a:ext uri="{FF2B5EF4-FFF2-40B4-BE49-F238E27FC236}">
                <a16:creationId xmlns:a16="http://schemas.microsoft.com/office/drawing/2014/main" id="{12B314BB-47D3-B217-085B-FF4087FD57ED}"/>
              </a:ext>
            </a:extLst>
          </p:cNvPr>
          <p:cNvSpPr>
            <a:spLocks noGrp="1"/>
          </p:cNvSpPr>
          <p:nvPr>
            <p:ph type="body" sz="quarter" idx="15" hasCustomPrompt="1"/>
          </p:nvPr>
        </p:nvSpPr>
        <p:spPr>
          <a:xfrm>
            <a:off x="4318707" y="1994854"/>
            <a:ext cx="35661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5" name="Text Placeholder 3">
            <a:extLst>
              <a:ext uri="{FF2B5EF4-FFF2-40B4-BE49-F238E27FC236}">
                <a16:creationId xmlns:a16="http://schemas.microsoft.com/office/drawing/2014/main" id="{7F70AEA1-0FFB-C5AB-EE1A-EBC0EB80289D}"/>
              </a:ext>
            </a:extLst>
          </p:cNvPr>
          <p:cNvSpPr>
            <a:spLocks noGrp="1"/>
          </p:cNvSpPr>
          <p:nvPr>
            <p:ph type="body" sz="quarter" idx="20" hasCustomPrompt="1"/>
          </p:nvPr>
        </p:nvSpPr>
        <p:spPr>
          <a:xfrm>
            <a:off x="8208790" y="1446213"/>
            <a:ext cx="3566160" cy="548640"/>
          </a:xfrm>
        </p:spPr>
        <p:txBody>
          <a:bodyPr anchor="ctr"/>
          <a:lstStyle>
            <a:lvl1pPr marL="0" indent="0">
              <a:spcAft>
                <a:spcPts val="0"/>
              </a:spcAft>
              <a:buNone/>
              <a:defRPr sz="1800">
                <a:solidFill>
                  <a:schemeClr val="accent5"/>
                </a:solidFill>
                <a:latin typeface="+mj-lt"/>
              </a:defRPr>
            </a:lvl1pPr>
          </a:lstStyle>
          <a:p>
            <a:pPr lvl="0"/>
            <a:r>
              <a:rPr lang="en-US" dirty="0"/>
              <a:t>Heading</a:t>
            </a:r>
          </a:p>
        </p:txBody>
      </p:sp>
      <p:sp>
        <p:nvSpPr>
          <p:cNvPr id="18" name="Text Placeholder 11">
            <a:extLst>
              <a:ext uri="{FF2B5EF4-FFF2-40B4-BE49-F238E27FC236}">
                <a16:creationId xmlns:a16="http://schemas.microsoft.com/office/drawing/2014/main" id="{56A08DAB-4054-6D4C-0D9A-23E95A1C1CD2}"/>
              </a:ext>
            </a:extLst>
          </p:cNvPr>
          <p:cNvSpPr>
            <a:spLocks noGrp="1"/>
          </p:cNvSpPr>
          <p:nvPr>
            <p:ph type="body" sz="quarter" idx="17" hasCustomPrompt="1"/>
          </p:nvPr>
        </p:nvSpPr>
        <p:spPr>
          <a:xfrm>
            <a:off x="8208790" y="1994854"/>
            <a:ext cx="35661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3" name="Slide Number Placeholder 5">
            <a:extLst>
              <a:ext uri="{FF2B5EF4-FFF2-40B4-BE49-F238E27FC236}">
                <a16:creationId xmlns:a16="http://schemas.microsoft.com/office/drawing/2014/main" id="{86B26CC1-EC68-EFF1-594A-E7D62DC165B8}"/>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0" name="Group 9">
            <a:extLst>
              <a:ext uri="{FF2B5EF4-FFF2-40B4-BE49-F238E27FC236}">
                <a16:creationId xmlns:a16="http://schemas.microsoft.com/office/drawing/2014/main" id="{D9F1CD4A-4EE0-2AF7-2ECD-C8C5F0390D21}"/>
              </a:ext>
              <a:ext uri="{C183D7F6-B498-43B3-948B-1728B52AA6E4}">
                <adec:decorative xmlns:adec="http://schemas.microsoft.com/office/drawing/2017/decorative" val="1"/>
              </a:ext>
            </a:extLst>
          </p:cNvPr>
          <p:cNvGrpSpPr/>
          <p:nvPr userDrawn="1"/>
        </p:nvGrpSpPr>
        <p:grpSpPr>
          <a:xfrm>
            <a:off x="4153852" y="1446213"/>
            <a:ext cx="3892977" cy="4630737"/>
            <a:chOff x="4153852" y="1446213"/>
            <a:chExt cx="3892977" cy="4630737"/>
          </a:xfrm>
        </p:grpSpPr>
        <p:cxnSp>
          <p:nvCxnSpPr>
            <p:cNvPr id="7" name="Straight Connector 6">
              <a:extLst>
                <a:ext uri="{FF2B5EF4-FFF2-40B4-BE49-F238E27FC236}">
                  <a16:creationId xmlns:a16="http://schemas.microsoft.com/office/drawing/2014/main" id="{8055F457-6C59-9205-5BC8-37A6E312F763}"/>
                </a:ext>
              </a:extLst>
            </p:cNvPr>
            <p:cNvCxnSpPr>
              <a:cxnSpLocks/>
            </p:cNvCxnSpPr>
            <p:nvPr userDrawn="1"/>
          </p:nvCxnSpPr>
          <p:spPr>
            <a:xfrm>
              <a:off x="4153852"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8317E02-C121-6BA0-DE8E-02D7575D7C7C}"/>
                </a:ext>
              </a:extLst>
            </p:cNvPr>
            <p:cNvCxnSpPr>
              <a:cxnSpLocks/>
            </p:cNvCxnSpPr>
            <p:nvPr userDrawn="1"/>
          </p:nvCxnSpPr>
          <p:spPr>
            <a:xfrm>
              <a:off x="8046829"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3228894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Four column 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Text Placeholder 3">
            <a:extLst>
              <a:ext uri="{FF2B5EF4-FFF2-40B4-BE49-F238E27FC236}">
                <a16:creationId xmlns:a16="http://schemas.microsoft.com/office/drawing/2014/main" id="{36933FFB-20BC-0D38-2EC5-3BBF25322C4E}"/>
              </a:ext>
            </a:extLst>
          </p:cNvPr>
          <p:cNvSpPr>
            <a:spLocks noGrp="1"/>
          </p:cNvSpPr>
          <p:nvPr>
            <p:ph type="body" sz="quarter" idx="21" hasCustomPrompt="1"/>
          </p:nvPr>
        </p:nvSpPr>
        <p:spPr>
          <a:xfrm>
            <a:off x="428624" y="1446213"/>
            <a:ext cx="2651760" cy="548640"/>
          </a:xfrm>
        </p:spPr>
        <p:txBody>
          <a:bodyPr anchor="ctr"/>
          <a:lstStyle>
            <a:lvl1pPr marL="0" indent="0">
              <a:spcAft>
                <a:spcPts val="0"/>
              </a:spcAft>
              <a:buNone/>
              <a:defRPr sz="1600">
                <a:solidFill>
                  <a:schemeClr val="accent1"/>
                </a:solidFill>
                <a:latin typeface="+mj-lt"/>
              </a:defRPr>
            </a:lvl1pPr>
          </a:lstStyle>
          <a:p>
            <a:pPr lvl="0"/>
            <a:r>
              <a:rPr lang="en-US" dirty="0"/>
              <a:t>Heading</a:t>
            </a:r>
          </a:p>
        </p:txBody>
      </p:sp>
      <p:sp>
        <p:nvSpPr>
          <p:cNvPr id="12" name="Text Placeholder 11">
            <a:extLst>
              <a:ext uri="{FF2B5EF4-FFF2-40B4-BE49-F238E27FC236}">
                <a16:creationId xmlns:a16="http://schemas.microsoft.com/office/drawing/2014/main" id="{59890119-6112-A65C-5D5F-826D3A8F06E7}"/>
              </a:ext>
            </a:extLst>
          </p:cNvPr>
          <p:cNvSpPr>
            <a:spLocks noGrp="1"/>
          </p:cNvSpPr>
          <p:nvPr>
            <p:ph type="body" sz="quarter" idx="13" hasCustomPrompt="1"/>
          </p:nvPr>
        </p:nvSpPr>
        <p:spPr>
          <a:xfrm>
            <a:off x="428624"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7" name="Text Placeholder 3">
            <a:extLst>
              <a:ext uri="{FF2B5EF4-FFF2-40B4-BE49-F238E27FC236}">
                <a16:creationId xmlns:a16="http://schemas.microsoft.com/office/drawing/2014/main" id="{D8C626AA-D212-61A1-DE59-8BBEC3A26C74}"/>
              </a:ext>
            </a:extLst>
          </p:cNvPr>
          <p:cNvSpPr>
            <a:spLocks noGrp="1"/>
          </p:cNvSpPr>
          <p:nvPr>
            <p:ph type="body" sz="quarter" idx="22" hasCustomPrompt="1"/>
          </p:nvPr>
        </p:nvSpPr>
        <p:spPr>
          <a:xfrm>
            <a:off x="3327006" y="1446213"/>
            <a:ext cx="2651760" cy="548640"/>
          </a:xfrm>
        </p:spPr>
        <p:txBody>
          <a:bodyPr anchor="ctr"/>
          <a:lstStyle>
            <a:lvl1pPr marL="0" indent="0">
              <a:spcAft>
                <a:spcPts val="0"/>
              </a:spcAft>
              <a:buNone/>
              <a:defRPr sz="1600">
                <a:solidFill>
                  <a:schemeClr val="accent3"/>
                </a:solidFill>
                <a:latin typeface="+mj-lt"/>
              </a:defRPr>
            </a:lvl1pPr>
          </a:lstStyle>
          <a:p>
            <a:pPr lvl="0"/>
            <a:r>
              <a:rPr lang="en-US" dirty="0"/>
              <a:t>Heading</a:t>
            </a:r>
          </a:p>
        </p:txBody>
      </p:sp>
      <p:sp>
        <p:nvSpPr>
          <p:cNvPr id="16" name="Text Placeholder 11">
            <a:extLst>
              <a:ext uri="{FF2B5EF4-FFF2-40B4-BE49-F238E27FC236}">
                <a16:creationId xmlns:a16="http://schemas.microsoft.com/office/drawing/2014/main" id="{12B314BB-47D3-B217-085B-FF4087FD57ED}"/>
              </a:ext>
            </a:extLst>
          </p:cNvPr>
          <p:cNvSpPr>
            <a:spLocks noGrp="1"/>
          </p:cNvSpPr>
          <p:nvPr>
            <p:ph type="body" sz="quarter" idx="15" hasCustomPrompt="1"/>
          </p:nvPr>
        </p:nvSpPr>
        <p:spPr>
          <a:xfrm>
            <a:off x="3327006"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9" name="Text Placeholder 3">
            <a:extLst>
              <a:ext uri="{FF2B5EF4-FFF2-40B4-BE49-F238E27FC236}">
                <a16:creationId xmlns:a16="http://schemas.microsoft.com/office/drawing/2014/main" id="{8A1CCB88-A172-FFF7-96EB-550E3A48F216}"/>
              </a:ext>
            </a:extLst>
          </p:cNvPr>
          <p:cNvSpPr>
            <a:spLocks noGrp="1"/>
          </p:cNvSpPr>
          <p:nvPr>
            <p:ph type="body" sz="quarter" idx="23" hasCustomPrompt="1"/>
          </p:nvPr>
        </p:nvSpPr>
        <p:spPr>
          <a:xfrm>
            <a:off x="6225388" y="1446213"/>
            <a:ext cx="2651760" cy="548640"/>
          </a:xfrm>
        </p:spPr>
        <p:txBody>
          <a:bodyPr anchor="ctr"/>
          <a:lstStyle>
            <a:lvl1pPr marL="0" indent="0">
              <a:spcAft>
                <a:spcPts val="0"/>
              </a:spcAft>
              <a:buNone/>
              <a:defRPr sz="1600">
                <a:solidFill>
                  <a:schemeClr val="accent5"/>
                </a:solidFill>
                <a:latin typeface="+mj-lt"/>
              </a:defRPr>
            </a:lvl1pPr>
          </a:lstStyle>
          <a:p>
            <a:pPr lvl="0"/>
            <a:r>
              <a:rPr lang="en-US" dirty="0"/>
              <a:t>Heading</a:t>
            </a:r>
          </a:p>
        </p:txBody>
      </p:sp>
      <p:sp>
        <p:nvSpPr>
          <p:cNvPr id="18" name="Text Placeholder 11">
            <a:extLst>
              <a:ext uri="{FF2B5EF4-FFF2-40B4-BE49-F238E27FC236}">
                <a16:creationId xmlns:a16="http://schemas.microsoft.com/office/drawing/2014/main" id="{56A08DAB-4054-6D4C-0D9A-23E95A1C1CD2}"/>
              </a:ext>
            </a:extLst>
          </p:cNvPr>
          <p:cNvSpPr>
            <a:spLocks noGrp="1"/>
          </p:cNvSpPr>
          <p:nvPr>
            <p:ph type="body" sz="quarter" idx="17" hasCustomPrompt="1"/>
          </p:nvPr>
        </p:nvSpPr>
        <p:spPr>
          <a:xfrm>
            <a:off x="6225388"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10" name="Text Placeholder 3">
            <a:extLst>
              <a:ext uri="{FF2B5EF4-FFF2-40B4-BE49-F238E27FC236}">
                <a16:creationId xmlns:a16="http://schemas.microsoft.com/office/drawing/2014/main" id="{5FB728DE-EE08-176A-4432-66A0B7D88664}"/>
              </a:ext>
            </a:extLst>
          </p:cNvPr>
          <p:cNvSpPr>
            <a:spLocks noGrp="1"/>
          </p:cNvSpPr>
          <p:nvPr>
            <p:ph type="body" sz="quarter" idx="24" hasCustomPrompt="1"/>
          </p:nvPr>
        </p:nvSpPr>
        <p:spPr>
          <a:xfrm>
            <a:off x="9123770" y="1446213"/>
            <a:ext cx="2651760" cy="548640"/>
          </a:xfrm>
        </p:spPr>
        <p:txBody>
          <a:bodyPr anchor="ctr"/>
          <a:lstStyle>
            <a:lvl1pPr marL="0" indent="0">
              <a:spcAft>
                <a:spcPts val="0"/>
              </a:spcAft>
              <a:buNone/>
              <a:defRPr sz="1600">
                <a:solidFill>
                  <a:schemeClr val="accent6"/>
                </a:solidFill>
                <a:latin typeface="+mj-lt"/>
              </a:defRPr>
            </a:lvl1pPr>
          </a:lstStyle>
          <a:p>
            <a:pPr lvl="0"/>
            <a:r>
              <a:rPr lang="en-US" dirty="0"/>
              <a:t>Heading</a:t>
            </a:r>
          </a:p>
        </p:txBody>
      </p:sp>
      <p:sp>
        <p:nvSpPr>
          <p:cNvPr id="3" name="Text Placeholder 11">
            <a:extLst>
              <a:ext uri="{FF2B5EF4-FFF2-40B4-BE49-F238E27FC236}">
                <a16:creationId xmlns:a16="http://schemas.microsoft.com/office/drawing/2014/main" id="{6A06F20C-3D16-6913-4223-0510D4DCF1F2}"/>
              </a:ext>
            </a:extLst>
          </p:cNvPr>
          <p:cNvSpPr>
            <a:spLocks noGrp="1"/>
          </p:cNvSpPr>
          <p:nvPr>
            <p:ph type="body" sz="quarter" idx="19" hasCustomPrompt="1"/>
          </p:nvPr>
        </p:nvSpPr>
        <p:spPr>
          <a:xfrm>
            <a:off x="9123770"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4" name="Slide Number Placeholder 5">
            <a:extLst>
              <a:ext uri="{FF2B5EF4-FFF2-40B4-BE49-F238E27FC236}">
                <a16:creationId xmlns:a16="http://schemas.microsoft.com/office/drawing/2014/main" id="{F39A5C7C-FF3B-791E-7112-DA49F4D0B18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5" name="Group 4">
            <a:extLst>
              <a:ext uri="{FF2B5EF4-FFF2-40B4-BE49-F238E27FC236}">
                <a16:creationId xmlns:a16="http://schemas.microsoft.com/office/drawing/2014/main" id="{6835ACEF-14AA-8811-AB5D-3938B97AC12C}"/>
              </a:ext>
              <a:ext uri="{C183D7F6-B498-43B3-948B-1728B52AA6E4}">
                <adec:decorative xmlns:adec="http://schemas.microsoft.com/office/drawing/2017/decorative" val="1"/>
              </a:ext>
            </a:extLst>
          </p:cNvPr>
          <p:cNvGrpSpPr/>
          <p:nvPr userDrawn="1"/>
        </p:nvGrpSpPr>
        <p:grpSpPr>
          <a:xfrm>
            <a:off x="3203695" y="1446214"/>
            <a:ext cx="5796764" cy="2125122"/>
            <a:chOff x="3203695" y="1446213"/>
            <a:chExt cx="5796764" cy="4630737"/>
          </a:xfrm>
        </p:grpSpPr>
        <p:cxnSp>
          <p:nvCxnSpPr>
            <p:cNvPr id="11" name="Straight Connector 10">
              <a:extLst>
                <a:ext uri="{FF2B5EF4-FFF2-40B4-BE49-F238E27FC236}">
                  <a16:creationId xmlns:a16="http://schemas.microsoft.com/office/drawing/2014/main" id="{BBA5152D-90F9-841D-EC13-0030AD385EBB}"/>
                </a:ext>
              </a:extLst>
            </p:cNvPr>
            <p:cNvCxnSpPr>
              <a:cxnSpLocks/>
            </p:cNvCxnSpPr>
            <p:nvPr userDrawn="1"/>
          </p:nvCxnSpPr>
          <p:spPr>
            <a:xfrm>
              <a:off x="3203695"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A886867-C5AE-7140-EDF8-D3A5947BBA94}"/>
                </a:ext>
              </a:extLst>
            </p:cNvPr>
            <p:cNvCxnSpPr>
              <a:cxnSpLocks/>
            </p:cNvCxnSpPr>
            <p:nvPr userDrawn="1"/>
          </p:nvCxnSpPr>
          <p:spPr>
            <a:xfrm>
              <a:off x="6102077"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483FCCB-2C9D-3E40-0646-FB598DF53981}"/>
                </a:ext>
              </a:extLst>
            </p:cNvPr>
            <p:cNvCxnSpPr>
              <a:cxnSpLocks/>
            </p:cNvCxnSpPr>
            <p:nvPr userDrawn="1"/>
          </p:nvCxnSpPr>
          <p:spPr>
            <a:xfrm>
              <a:off x="9000459"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0195868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Four column 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Text Placeholder 3">
            <a:extLst>
              <a:ext uri="{FF2B5EF4-FFF2-40B4-BE49-F238E27FC236}">
                <a16:creationId xmlns:a16="http://schemas.microsoft.com/office/drawing/2014/main" id="{36933FFB-20BC-0D38-2EC5-3BBF25322C4E}"/>
              </a:ext>
            </a:extLst>
          </p:cNvPr>
          <p:cNvSpPr>
            <a:spLocks noGrp="1"/>
          </p:cNvSpPr>
          <p:nvPr>
            <p:ph type="body" sz="quarter" idx="21" hasCustomPrompt="1"/>
          </p:nvPr>
        </p:nvSpPr>
        <p:spPr>
          <a:xfrm>
            <a:off x="428624" y="1446213"/>
            <a:ext cx="2651760" cy="548640"/>
          </a:xfrm>
        </p:spPr>
        <p:txBody>
          <a:bodyPr anchor="ctr"/>
          <a:lstStyle>
            <a:lvl1pPr marL="0" indent="0">
              <a:spcAft>
                <a:spcPts val="0"/>
              </a:spcAft>
              <a:buNone/>
              <a:defRPr sz="1600">
                <a:solidFill>
                  <a:schemeClr val="accent1"/>
                </a:solidFill>
                <a:latin typeface="+mj-lt"/>
              </a:defRPr>
            </a:lvl1pPr>
          </a:lstStyle>
          <a:p>
            <a:pPr lvl="0"/>
            <a:r>
              <a:rPr lang="en-US" dirty="0"/>
              <a:t>Heading</a:t>
            </a:r>
          </a:p>
        </p:txBody>
      </p:sp>
      <p:sp>
        <p:nvSpPr>
          <p:cNvPr id="12" name="Text Placeholder 11">
            <a:extLst>
              <a:ext uri="{FF2B5EF4-FFF2-40B4-BE49-F238E27FC236}">
                <a16:creationId xmlns:a16="http://schemas.microsoft.com/office/drawing/2014/main" id="{59890119-6112-A65C-5D5F-826D3A8F06E7}"/>
              </a:ext>
            </a:extLst>
          </p:cNvPr>
          <p:cNvSpPr>
            <a:spLocks noGrp="1"/>
          </p:cNvSpPr>
          <p:nvPr>
            <p:ph type="body" sz="quarter" idx="13" hasCustomPrompt="1"/>
          </p:nvPr>
        </p:nvSpPr>
        <p:spPr>
          <a:xfrm>
            <a:off x="428624"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7" name="Text Placeholder 3">
            <a:extLst>
              <a:ext uri="{FF2B5EF4-FFF2-40B4-BE49-F238E27FC236}">
                <a16:creationId xmlns:a16="http://schemas.microsoft.com/office/drawing/2014/main" id="{D8C626AA-D212-61A1-DE59-8BBEC3A26C74}"/>
              </a:ext>
            </a:extLst>
          </p:cNvPr>
          <p:cNvSpPr>
            <a:spLocks noGrp="1"/>
          </p:cNvSpPr>
          <p:nvPr>
            <p:ph type="body" sz="quarter" idx="22" hasCustomPrompt="1"/>
          </p:nvPr>
        </p:nvSpPr>
        <p:spPr>
          <a:xfrm>
            <a:off x="3327006" y="1446213"/>
            <a:ext cx="2651760" cy="548640"/>
          </a:xfrm>
        </p:spPr>
        <p:txBody>
          <a:bodyPr anchor="ctr"/>
          <a:lstStyle>
            <a:lvl1pPr marL="0" indent="0">
              <a:spcAft>
                <a:spcPts val="0"/>
              </a:spcAft>
              <a:buNone/>
              <a:defRPr sz="1600">
                <a:solidFill>
                  <a:schemeClr val="accent3"/>
                </a:solidFill>
                <a:latin typeface="+mj-lt"/>
              </a:defRPr>
            </a:lvl1pPr>
          </a:lstStyle>
          <a:p>
            <a:pPr lvl="0"/>
            <a:r>
              <a:rPr lang="en-US" dirty="0"/>
              <a:t>Heading</a:t>
            </a:r>
          </a:p>
        </p:txBody>
      </p:sp>
      <p:sp>
        <p:nvSpPr>
          <p:cNvPr id="16" name="Text Placeholder 11">
            <a:extLst>
              <a:ext uri="{FF2B5EF4-FFF2-40B4-BE49-F238E27FC236}">
                <a16:creationId xmlns:a16="http://schemas.microsoft.com/office/drawing/2014/main" id="{12B314BB-47D3-B217-085B-FF4087FD57ED}"/>
              </a:ext>
            </a:extLst>
          </p:cNvPr>
          <p:cNvSpPr>
            <a:spLocks noGrp="1"/>
          </p:cNvSpPr>
          <p:nvPr>
            <p:ph type="body" sz="quarter" idx="15" hasCustomPrompt="1"/>
          </p:nvPr>
        </p:nvSpPr>
        <p:spPr>
          <a:xfrm>
            <a:off x="3327006"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9" name="Text Placeholder 3">
            <a:extLst>
              <a:ext uri="{FF2B5EF4-FFF2-40B4-BE49-F238E27FC236}">
                <a16:creationId xmlns:a16="http://schemas.microsoft.com/office/drawing/2014/main" id="{8A1CCB88-A172-FFF7-96EB-550E3A48F216}"/>
              </a:ext>
            </a:extLst>
          </p:cNvPr>
          <p:cNvSpPr>
            <a:spLocks noGrp="1"/>
          </p:cNvSpPr>
          <p:nvPr>
            <p:ph type="body" sz="quarter" idx="23" hasCustomPrompt="1"/>
          </p:nvPr>
        </p:nvSpPr>
        <p:spPr>
          <a:xfrm>
            <a:off x="6225388" y="1446213"/>
            <a:ext cx="2651760" cy="548640"/>
          </a:xfrm>
        </p:spPr>
        <p:txBody>
          <a:bodyPr anchor="ctr"/>
          <a:lstStyle>
            <a:lvl1pPr marL="0" indent="0">
              <a:spcAft>
                <a:spcPts val="0"/>
              </a:spcAft>
              <a:buNone/>
              <a:defRPr sz="1600">
                <a:solidFill>
                  <a:schemeClr val="accent5"/>
                </a:solidFill>
                <a:latin typeface="+mj-lt"/>
              </a:defRPr>
            </a:lvl1pPr>
          </a:lstStyle>
          <a:p>
            <a:pPr lvl="0"/>
            <a:r>
              <a:rPr lang="en-US" dirty="0"/>
              <a:t>Heading</a:t>
            </a:r>
          </a:p>
        </p:txBody>
      </p:sp>
      <p:sp>
        <p:nvSpPr>
          <p:cNvPr id="18" name="Text Placeholder 11">
            <a:extLst>
              <a:ext uri="{FF2B5EF4-FFF2-40B4-BE49-F238E27FC236}">
                <a16:creationId xmlns:a16="http://schemas.microsoft.com/office/drawing/2014/main" id="{56A08DAB-4054-6D4C-0D9A-23E95A1C1CD2}"/>
              </a:ext>
            </a:extLst>
          </p:cNvPr>
          <p:cNvSpPr>
            <a:spLocks noGrp="1"/>
          </p:cNvSpPr>
          <p:nvPr>
            <p:ph type="body" sz="quarter" idx="17" hasCustomPrompt="1"/>
          </p:nvPr>
        </p:nvSpPr>
        <p:spPr>
          <a:xfrm>
            <a:off x="6225388"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10" name="Text Placeholder 3">
            <a:extLst>
              <a:ext uri="{FF2B5EF4-FFF2-40B4-BE49-F238E27FC236}">
                <a16:creationId xmlns:a16="http://schemas.microsoft.com/office/drawing/2014/main" id="{5FB728DE-EE08-176A-4432-66A0B7D88664}"/>
              </a:ext>
            </a:extLst>
          </p:cNvPr>
          <p:cNvSpPr>
            <a:spLocks noGrp="1"/>
          </p:cNvSpPr>
          <p:nvPr>
            <p:ph type="body" sz="quarter" idx="24" hasCustomPrompt="1"/>
          </p:nvPr>
        </p:nvSpPr>
        <p:spPr>
          <a:xfrm>
            <a:off x="9123770" y="1446213"/>
            <a:ext cx="2651760" cy="548640"/>
          </a:xfrm>
        </p:spPr>
        <p:txBody>
          <a:bodyPr anchor="ctr"/>
          <a:lstStyle>
            <a:lvl1pPr marL="0" indent="0">
              <a:spcAft>
                <a:spcPts val="0"/>
              </a:spcAft>
              <a:buNone/>
              <a:defRPr sz="1600">
                <a:solidFill>
                  <a:schemeClr val="accent6"/>
                </a:solidFill>
                <a:latin typeface="+mj-lt"/>
              </a:defRPr>
            </a:lvl1pPr>
          </a:lstStyle>
          <a:p>
            <a:pPr lvl="0"/>
            <a:r>
              <a:rPr lang="en-US" dirty="0"/>
              <a:t>Heading</a:t>
            </a:r>
          </a:p>
        </p:txBody>
      </p:sp>
      <p:sp>
        <p:nvSpPr>
          <p:cNvPr id="3" name="Text Placeholder 11">
            <a:extLst>
              <a:ext uri="{FF2B5EF4-FFF2-40B4-BE49-F238E27FC236}">
                <a16:creationId xmlns:a16="http://schemas.microsoft.com/office/drawing/2014/main" id="{6A06F20C-3D16-6913-4223-0510D4DCF1F2}"/>
              </a:ext>
            </a:extLst>
          </p:cNvPr>
          <p:cNvSpPr>
            <a:spLocks noGrp="1"/>
          </p:cNvSpPr>
          <p:nvPr>
            <p:ph type="body" sz="quarter" idx="19" hasCustomPrompt="1"/>
          </p:nvPr>
        </p:nvSpPr>
        <p:spPr>
          <a:xfrm>
            <a:off x="9123770"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4" name="Slide Number Placeholder 5">
            <a:extLst>
              <a:ext uri="{FF2B5EF4-FFF2-40B4-BE49-F238E27FC236}">
                <a16:creationId xmlns:a16="http://schemas.microsoft.com/office/drawing/2014/main" id="{F39A5C7C-FF3B-791E-7112-DA49F4D0B18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5" name="Group 4">
            <a:extLst>
              <a:ext uri="{FF2B5EF4-FFF2-40B4-BE49-F238E27FC236}">
                <a16:creationId xmlns:a16="http://schemas.microsoft.com/office/drawing/2014/main" id="{6835ACEF-14AA-8811-AB5D-3938B97AC12C}"/>
              </a:ext>
              <a:ext uri="{C183D7F6-B498-43B3-948B-1728B52AA6E4}">
                <adec:decorative xmlns:adec="http://schemas.microsoft.com/office/drawing/2017/decorative" val="1"/>
              </a:ext>
            </a:extLst>
          </p:cNvPr>
          <p:cNvGrpSpPr/>
          <p:nvPr userDrawn="1"/>
        </p:nvGrpSpPr>
        <p:grpSpPr>
          <a:xfrm>
            <a:off x="3203695" y="1446213"/>
            <a:ext cx="5796764" cy="4630737"/>
            <a:chOff x="3203695" y="1446213"/>
            <a:chExt cx="5796764" cy="4630737"/>
          </a:xfrm>
        </p:grpSpPr>
        <p:cxnSp>
          <p:nvCxnSpPr>
            <p:cNvPr id="11" name="Straight Connector 10">
              <a:extLst>
                <a:ext uri="{FF2B5EF4-FFF2-40B4-BE49-F238E27FC236}">
                  <a16:creationId xmlns:a16="http://schemas.microsoft.com/office/drawing/2014/main" id="{BBA5152D-90F9-841D-EC13-0030AD385EBB}"/>
                </a:ext>
              </a:extLst>
            </p:cNvPr>
            <p:cNvCxnSpPr>
              <a:cxnSpLocks/>
            </p:cNvCxnSpPr>
            <p:nvPr userDrawn="1"/>
          </p:nvCxnSpPr>
          <p:spPr>
            <a:xfrm>
              <a:off x="3203695"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A886867-C5AE-7140-EDF8-D3A5947BBA94}"/>
                </a:ext>
              </a:extLst>
            </p:cNvPr>
            <p:cNvCxnSpPr>
              <a:cxnSpLocks/>
            </p:cNvCxnSpPr>
            <p:nvPr userDrawn="1"/>
          </p:nvCxnSpPr>
          <p:spPr>
            <a:xfrm>
              <a:off x="6102077"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483FCCB-2C9D-3E40-0646-FB598DF53981}"/>
                </a:ext>
              </a:extLst>
            </p:cNvPr>
            <p:cNvCxnSpPr>
              <a:cxnSpLocks/>
            </p:cNvCxnSpPr>
            <p:nvPr userDrawn="1"/>
          </p:nvCxnSpPr>
          <p:spPr>
            <a:xfrm>
              <a:off x="9000459"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7081674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column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7" name="Text Placeholder 3">
            <a:extLst>
              <a:ext uri="{FF2B5EF4-FFF2-40B4-BE49-F238E27FC236}">
                <a16:creationId xmlns:a16="http://schemas.microsoft.com/office/drawing/2014/main" id="{C2CA012C-3387-F6E7-BD07-7F68D4FD7B29}"/>
              </a:ext>
            </a:extLst>
          </p:cNvPr>
          <p:cNvSpPr>
            <a:spLocks noGrp="1"/>
          </p:cNvSpPr>
          <p:nvPr>
            <p:ph type="body" sz="quarter" idx="21" hasCustomPrompt="1"/>
          </p:nvPr>
        </p:nvSpPr>
        <p:spPr>
          <a:xfrm>
            <a:off x="428624" y="1446213"/>
            <a:ext cx="5486400" cy="548640"/>
          </a:xfrm>
        </p:spPr>
        <p:txBody>
          <a:bodyPr anchor="ctr"/>
          <a:lstStyle>
            <a:lvl1pPr marL="0" indent="0">
              <a:spcAft>
                <a:spcPts val="0"/>
              </a:spcAft>
              <a:buNone/>
              <a:defRPr sz="1800">
                <a:solidFill>
                  <a:schemeClr val="accent1"/>
                </a:solidFill>
                <a:latin typeface="+mj-lt"/>
              </a:defRPr>
            </a:lvl1pPr>
          </a:lstStyle>
          <a:p>
            <a:pPr lvl="0"/>
            <a:r>
              <a:rPr lang="en-US" dirty="0"/>
              <a:t>Heading</a:t>
            </a:r>
          </a:p>
        </p:txBody>
      </p:sp>
      <p:sp>
        <p:nvSpPr>
          <p:cNvPr id="9" name="Text Placeholder 3">
            <a:extLst>
              <a:ext uri="{FF2B5EF4-FFF2-40B4-BE49-F238E27FC236}">
                <a16:creationId xmlns:a16="http://schemas.microsoft.com/office/drawing/2014/main" id="{28E350C6-C030-D9A7-8FFE-0C6BE159F13B}"/>
              </a:ext>
            </a:extLst>
          </p:cNvPr>
          <p:cNvSpPr>
            <a:spLocks noGrp="1"/>
          </p:cNvSpPr>
          <p:nvPr>
            <p:ph type="body" sz="quarter" idx="22" hasCustomPrompt="1"/>
          </p:nvPr>
        </p:nvSpPr>
        <p:spPr>
          <a:xfrm>
            <a:off x="6280150" y="1446213"/>
            <a:ext cx="5486400" cy="548640"/>
          </a:xfrm>
        </p:spPr>
        <p:txBody>
          <a:bodyPr anchor="ctr"/>
          <a:lstStyle>
            <a:lvl1pPr marL="0" indent="0">
              <a:spcAft>
                <a:spcPts val="0"/>
              </a:spcAft>
              <a:buNone/>
              <a:defRPr sz="1800">
                <a:solidFill>
                  <a:schemeClr val="accent3"/>
                </a:solidFill>
                <a:latin typeface="+mj-lt"/>
              </a:defRPr>
            </a:lvl1pPr>
          </a:lstStyle>
          <a:p>
            <a:pPr lvl="0"/>
            <a:r>
              <a:rPr lang="en-US" dirty="0"/>
              <a:t>Heading</a:t>
            </a:r>
          </a:p>
        </p:txBody>
      </p:sp>
      <p:sp>
        <p:nvSpPr>
          <p:cNvPr id="3" name="Slide Number Placeholder 5">
            <a:extLst>
              <a:ext uri="{FF2B5EF4-FFF2-40B4-BE49-F238E27FC236}">
                <a16:creationId xmlns:a16="http://schemas.microsoft.com/office/drawing/2014/main" id="{B5B1AEC1-40BF-926F-B166-C26EDD113684}"/>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4" name="Picture Placeholder 3">
            <a:extLst>
              <a:ext uri="{FF2B5EF4-FFF2-40B4-BE49-F238E27FC236}">
                <a16:creationId xmlns:a16="http://schemas.microsoft.com/office/drawing/2014/main" id="{D273CDCD-A3ED-25B5-B18D-BDF48020EDDD}"/>
              </a:ext>
              <a:ext uri="{C183D7F6-B498-43B3-948B-1728B52AA6E4}">
                <adec:decorative xmlns:adec="http://schemas.microsoft.com/office/drawing/2017/decorative" val="1"/>
              </a:ext>
            </a:extLst>
          </p:cNvPr>
          <p:cNvSpPr>
            <a:spLocks noGrp="1"/>
          </p:cNvSpPr>
          <p:nvPr>
            <p:ph type="pic" sz="quarter" idx="17"/>
          </p:nvPr>
        </p:nvSpPr>
        <p:spPr>
          <a:xfrm>
            <a:off x="428624" y="1994854"/>
            <a:ext cx="5486400" cy="4082096"/>
          </a:xfrm>
        </p:spPr>
        <p:txBody>
          <a:bodyPr anchor="ctr"/>
          <a:lstStyle>
            <a:lvl1pPr marL="0" indent="0" algn="ctr">
              <a:buNone/>
              <a:defRPr/>
            </a:lvl1pPr>
          </a:lstStyle>
          <a:p>
            <a:r>
              <a:rPr lang="fr-FR"/>
              <a:t>Cliquez sur l'icône pour ajouter une image</a:t>
            </a:r>
            <a:endParaRPr lang="en-US" dirty="0"/>
          </a:p>
        </p:txBody>
      </p:sp>
      <p:sp>
        <p:nvSpPr>
          <p:cNvPr id="5" name="Picture Placeholder 3">
            <a:extLst>
              <a:ext uri="{FF2B5EF4-FFF2-40B4-BE49-F238E27FC236}">
                <a16:creationId xmlns:a16="http://schemas.microsoft.com/office/drawing/2014/main" id="{64FC30F8-E61C-6616-BF60-9AFD9F7EBEC9}"/>
              </a:ext>
              <a:ext uri="{C183D7F6-B498-43B3-948B-1728B52AA6E4}">
                <adec:decorative xmlns:adec="http://schemas.microsoft.com/office/drawing/2017/decorative" val="1"/>
              </a:ext>
            </a:extLst>
          </p:cNvPr>
          <p:cNvSpPr>
            <a:spLocks noGrp="1"/>
          </p:cNvSpPr>
          <p:nvPr>
            <p:ph type="pic" sz="quarter" idx="18"/>
          </p:nvPr>
        </p:nvSpPr>
        <p:spPr>
          <a:xfrm>
            <a:off x="6280150" y="1994854"/>
            <a:ext cx="5486400" cy="4082096"/>
          </a:xfrm>
        </p:spPr>
        <p:txBody>
          <a:bodyPr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425068880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hree column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Text Placeholder 3">
            <a:extLst>
              <a:ext uri="{FF2B5EF4-FFF2-40B4-BE49-F238E27FC236}">
                <a16:creationId xmlns:a16="http://schemas.microsoft.com/office/drawing/2014/main" id="{5C2280E2-8456-6A59-68C6-B002ACDE4A5D}"/>
              </a:ext>
            </a:extLst>
          </p:cNvPr>
          <p:cNvSpPr>
            <a:spLocks noGrp="1"/>
          </p:cNvSpPr>
          <p:nvPr>
            <p:ph type="body" sz="quarter" idx="22" hasCustomPrompt="1"/>
          </p:nvPr>
        </p:nvSpPr>
        <p:spPr>
          <a:xfrm>
            <a:off x="428624" y="1446213"/>
            <a:ext cx="3566160" cy="548640"/>
          </a:xfrm>
        </p:spPr>
        <p:txBody>
          <a:bodyPr anchor="ctr"/>
          <a:lstStyle>
            <a:lvl1pPr marL="0" indent="0">
              <a:spcAft>
                <a:spcPts val="0"/>
              </a:spcAft>
              <a:buNone/>
              <a:defRPr sz="1800">
                <a:solidFill>
                  <a:schemeClr val="accent1"/>
                </a:solidFill>
                <a:latin typeface="+mj-lt"/>
              </a:defRPr>
            </a:lvl1pPr>
          </a:lstStyle>
          <a:p>
            <a:pPr lvl="0"/>
            <a:r>
              <a:rPr lang="en-US" dirty="0"/>
              <a:t>Heading</a:t>
            </a:r>
          </a:p>
        </p:txBody>
      </p:sp>
      <p:sp>
        <p:nvSpPr>
          <p:cNvPr id="7" name="Text Placeholder 3">
            <a:extLst>
              <a:ext uri="{FF2B5EF4-FFF2-40B4-BE49-F238E27FC236}">
                <a16:creationId xmlns:a16="http://schemas.microsoft.com/office/drawing/2014/main" id="{52CCFF94-B857-D8DC-B2CD-0FFF4A50C300}"/>
              </a:ext>
            </a:extLst>
          </p:cNvPr>
          <p:cNvSpPr>
            <a:spLocks noGrp="1"/>
          </p:cNvSpPr>
          <p:nvPr>
            <p:ph type="body" sz="quarter" idx="23" hasCustomPrompt="1"/>
          </p:nvPr>
        </p:nvSpPr>
        <p:spPr>
          <a:xfrm>
            <a:off x="4318707" y="1446213"/>
            <a:ext cx="3566160" cy="548640"/>
          </a:xfrm>
        </p:spPr>
        <p:txBody>
          <a:bodyPr anchor="ctr"/>
          <a:lstStyle>
            <a:lvl1pPr marL="0" indent="0">
              <a:spcAft>
                <a:spcPts val="0"/>
              </a:spcAft>
              <a:buNone/>
              <a:defRPr sz="1800">
                <a:solidFill>
                  <a:schemeClr val="accent3"/>
                </a:solidFill>
                <a:latin typeface="+mj-lt"/>
              </a:defRPr>
            </a:lvl1pPr>
          </a:lstStyle>
          <a:p>
            <a:pPr lvl="0"/>
            <a:r>
              <a:rPr lang="en-US" dirty="0"/>
              <a:t>Heading</a:t>
            </a:r>
          </a:p>
        </p:txBody>
      </p:sp>
      <p:sp>
        <p:nvSpPr>
          <p:cNvPr id="9" name="Text Placeholder 3">
            <a:extLst>
              <a:ext uri="{FF2B5EF4-FFF2-40B4-BE49-F238E27FC236}">
                <a16:creationId xmlns:a16="http://schemas.microsoft.com/office/drawing/2014/main" id="{3242A419-9A8D-61BF-51EB-69513EA5BE23}"/>
              </a:ext>
            </a:extLst>
          </p:cNvPr>
          <p:cNvSpPr>
            <a:spLocks noGrp="1"/>
          </p:cNvSpPr>
          <p:nvPr>
            <p:ph type="body" sz="quarter" idx="24" hasCustomPrompt="1"/>
          </p:nvPr>
        </p:nvSpPr>
        <p:spPr>
          <a:xfrm>
            <a:off x="8208790" y="1446213"/>
            <a:ext cx="3566160" cy="548640"/>
          </a:xfrm>
        </p:spPr>
        <p:txBody>
          <a:bodyPr anchor="ctr"/>
          <a:lstStyle>
            <a:lvl1pPr marL="0" indent="0">
              <a:spcAft>
                <a:spcPts val="0"/>
              </a:spcAft>
              <a:buNone/>
              <a:defRPr sz="1800">
                <a:solidFill>
                  <a:schemeClr val="accent5"/>
                </a:solidFill>
                <a:latin typeface="+mj-lt"/>
              </a:defRPr>
            </a:lvl1pPr>
          </a:lstStyle>
          <a:p>
            <a:pPr lvl="0"/>
            <a:r>
              <a:rPr lang="en-US" dirty="0"/>
              <a:t>Heading</a:t>
            </a:r>
          </a:p>
        </p:txBody>
      </p:sp>
      <p:sp>
        <p:nvSpPr>
          <p:cNvPr id="10" name="Slide Number Placeholder 5">
            <a:extLst>
              <a:ext uri="{FF2B5EF4-FFF2-40B4-BE49-F238E27FC236}">
                <a16:creationId xmlns:a16="http://schemas.microsoft.com/office/drawing/2014/main" id="{3D7EF800-D5AD-6EA2-68D5-8EACC1DBE5EA}"/>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3" name="Picture Placeholder 3">
            <a:extLst>
              <a:ext uri="{FF2B5EF4-FFF2-40B4-BE49-F238E27FC236}">
                <a16:creationId xmlns:a16="http://schemas.microsoft.com/office/drawing/2014/main" id="{3ABED1DD-3627-3441-AC4C-69C0E51BE10F}"/>
              </a:ext>
              <a:ext uri="{C183D7F6-B498-43B3-948B-1728B52AA6E4}">
                <adec:decorative xmlns:adec="http://schemas.microsoft.com/office/drawing/2017/decorative" val="1"/>
              </a:ext>
            </a:extLst>
          </p:cNvPr>
          <p:cNvSpPr>
            <a:spLocks noGrp="1"/>
          </p:cNvSpPr>
          <p:nvPr>
            <p:ph type="pic" sz="quarter" idx="19"/>
          </p:nvPr>
        </p:nvSpPr>
        <p:spPr>
          <a:xfrm>
            <a:off x="428624" y="1994854"/>
            <a:ext cx="3566160" cy="4082096"/>
          </a:xfrm>
        </p:spPr>
        <p:txBody>
          <a:bodyPr anchor="ctr"/>
          <a:lstStyle>
            <a:lvl1pPr marL="0" indent="0" algn="ctr">
              <a:buNone/>
              <a:defRPr sz="1400"/>
            </a:lvl1pPr>
          </a:lstStyle>
          <a:p>
            <a:r>
              <a:rPr lang="fr-FR"/>
              <a:t>Cliquez sur l'icône pour ajouter une image</a:t>
            </a:r>
            <a:endParaRPr lang="en-US" dirty="0"/>
          </a:p>
        </p:txBody>
      </p:sp>
      <p:sp>
        <p:nvSpPr>
          <p:cNvPr id="4" name="Picture Placeholder 3">
            <a:extLst>
              <a:ext uri="{FF2B5EF4-FFF2-40B4-BE49-F238E27FC236}">
                <a16:creationId xmlns:a16="http://schemas.microsoft.com/office/drawing/2014/main" id="{2918F928-6CA5-FEF8-D882-6AA9F401BE7D}"/>
              </a:ext>
              <a:ext uri="{C183D7F6-B498-43B3-948B-1728B52AA6E4}">
                <adec:decorative xmlns:adec="http://schemas.microsoft.com/office/drawing/2017/decorative" val="1"/>
              </a:ext>
            </a:extLst>
          </p:cNvPr>
          <p:cNvSpPr>
            <a:spLocks noGrp="1"/>
          </p:cNvSpPr>
          <p:nvPr>
            <p:ph type="pic" sz="quarter" idx="20"/>
          </p:nvPr>
        </p:nvSpPr>
        <p:spPr>
          <a:xfrm>
            <a:off x="4318707" y="1994854"/>
            <a:ext cx="3566160" cy="4082096"/>
          </a:xfrm>
        </p:spPr>
        <p:txBody>
          <a:bodyPr anchor="ctr"/>
          <a:lstStyle>
            <a:lvl1pPr marL="0" indent="0" algn="ctr">
              <a:buNone/>
              <a:defRPr sz="1400"/>
            </a:lvl1pPr>
          </a:lstStyle>
          <a:p>
            <a:r>
              <a:rPr lang="fr-FR"/>
              <a:t>Cliquez sur l'icône pour ajouter une image</a:t>
            </a:r>
            <a:endParaRPr lang="en-US" dirty="0"/>
          </a:p>
        </p:txBody>
      </p:sp>
      <p:sp>
        <p:nvSpPr>
          <p:cNvPr id="5" name="Picture Placeholder 3">
            <a:extLst>
              <a:ext uri="{FF2B5EF4-FFF2-40B4-BE49-F238E27FC236}">
                <a16:creationId xmlns:a16="http://schemas.microsoft.com/office/drawing/2014/main" id="{0ED812F7-BF5D-DF64-7216-C1D7D0E71804}"/>
              </a:ext>
              <a:ext uri="{C183D7F6-B498-43B3-948B-1728B52AA6E4}">
                <adec:decorative xmlns:adec="http://schemas.microsoft.com/office/drawing/2017/decorative" val="1"/>
              </a:ext>
            </a:extLst>
          </p:cNvPr>
          <p:cNvSpPr>
            <a:spLocks noGrp="1"/>
          </p:cNvSpPr>
          <p:nvPr>
            <p:ph type="pic" sz="quarter" idx="21"/>
          </p:nvPr>
        </p:nvSpPr>
        <p:spPr>
          <a:xfrm>
            <a:off x="8208790" y="1994854"/>
            <a:ext cx="3566160" cy="4082096"/>
          </a:xfrm>
        </p:spPr>
        <p:txBody>
          <a:bodyPr anchor="ctr"/>
          <a:lstStyle>
            <a:lvl1pPr marL="0" indent="0" algn="ctr">
              <a:buNone/>
              <a:defRPr sz="1400"/>
            </a:lvl1pPr>
          </a:lstStyle>
          <a:p>
            <a:r>
              <a:rPr lang="fr-FR"/>
              <a:t>Cliquez sur l'icône pour ajouter une image</a:t>
            </a:r>
            <a:endParaRPr lang="en-US" dirty="0"/>
          </a:p>
        </p:txBody>
      </p:sp>
    </p:spTree>
    <p:extLst>
      <p:ext uri="{BB962C8B-B14F-4D97-AF65-F5344CB8AC3E}">
        <p14:creationId xmlns:p14="http://schemas.microsoft.com/office/powerpoint/2010/main" val="375114522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Four column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Text Placeholder 3">
            <a:extLst>
              <a:ext uri="{FF2B5EF4-FFF2-40B4-BE49-F238E27FC236}">
                <a16:creationId xmlns:a16="http://schemas.microsoft.com/office/drawing/2014/main" id="{3B4DF86C-4686-D09F-9CDD-05397E5EA11B}"/>
              </a:ext>
            </a:extLst>
          </p:cNvPr>
          <p:cNvSpPr>
            <a:spLocks noGrp="1"/>
          </p:cNvSpPr>
          <p:nvPr>
            <p:ph type="body" sz="quarter" idx="25" hasCustomPrompt="1"/>
          </p:nvPr>
        </p:nvSpPr>
        <p:spPr>
          <a:xfrm>
            <a:off x="428624" y="1446213"/>
            <a:ext cx="2697480" cy="548640"/>
          </a:xfrm>
        </p:spPr>
        <p:txBody>
          <a:bodyPr anchor="ctr"/>
          <a:lstStyle>
            <a:lvl1pPr marL="0" indent="0">
              <a:spcAft>
                <a:spcPts val="0"/>
              </a:spcAft>
              <a:buNone/>
              <a:defRPr sz="1600">
                <a:solidFill>
                  <a:schemeClr val="accent1"/>
                </a:solidFill>
                <a:latin typeface="+mj-lt"/>
              </a:defRPr>
            </a:lvl1pPr>
          </a:lstStyle>
          <a:p>
            <a:pPr lvl="0"/>
            <a:r>
              <a:rPr lang="en-US" dirty="0"/>
              <a:t>Heading</a:t>
            </a:r>
          </a:p>
        </p:txBody>
      </p:sp>
      <p:sp>
        <p:nvSpPr>
          <p:cNvPr id="4" name="Text Placeholder 3">
            <a:extLst>
              <a:ext uri="{FF2B5EF4-FFF2-40B4-BE49-F238E27FC236}">
                <a16:creationId xmlns:a16="http://schemas.microsoft.com/office/drawing/2014/main" id="{464460DE-EC5C-7D9A-E60B-C77EBEE2719C}"/>
              </a:ext>
            </a:extLst>
          </p:cNvPr>
          <p:cNvSpPr>
            <a:spLocks noGrp="1"/>
          </p:cNvSpPr>
          <p:nvPr>
            <p:ph type="body" sz="quarter" idx="26" hasCustomPrompt="1"/>
          </p:nvPr>
        </p:nvSpPr>
        <p:spPr>
          <a:xfrm>
            <a:off x="3311573" y="1446213"/>
            <a:ext cx="2697480" cy="548640"/>
          </a:xfrm>
        </p:spPr>
        <p:txBody>
          <a:bodyPr anchor="ctr"/>
          <a:lstStyle>
            <a:lvl1pPr marL="0" indent="0">
              <a:spcAft>
                <a:spcPts val="0"/>
              </a:spcAft>
              <a:buNone/>
              <a:defRPr sz="1600">
                <a:solidFill>
                  <a:schemeClr val="accent3"/>
                </a:solidFill>
                <a:latin typeface="+mj-lt"/>
              </a:defRPr>
            </a:lvl1pPr>
          </a:lstStyle>
          <a:p>
            <a:pPr lvl="0"/>
            <a:r>
              <a:rPr lang="en-US" dirty="0"/>
              <a:t>Heading</a:t>
            </a:r>
          </a:p>
        </p:txBody>
      </p:sp>
      <p:sp>
        <p:nvSpPr>
          <p:cNvPr id="5" name="Text Placeholder 3">
            <a:extLst>
              <a:ext uri="{FF2B5EF4-FFF2-40B4-BE49-F238E27FC236}">
                <a16:creationId xmlns:a16="http://schemas.microsoft.com/office/drawing/2014/main" id="{572B8F90-4F7E-E6C3-8446-7D3736C9E4B6}"/>
              </a:ext>
            </a:extLst>
          </p:cNvPr>
          <p:cNvSpPr>
            <a:spLocks noGrp="1"/>
          </p:cNvSpPr>
          <p:nvPr>
            <p:ph type="body" sz="quarter" idx="27" hasCustomPrompt="1"/>
          </p:nvPr>
        </p:nvSpPr>
        <p:spPr>
          <a:xfrm>
            <a:off x="6194522" y="1446213"/>
            <a:ext cx="2697480" cy="548640"/>
          </a:xfrm>
        </p:spPr>
        <p:txBody>
          <a:bodyPr anchor="ctr"/>
          <a:lstStyle>
            <a:lvl1pPr marL="0" indent="0">
              <a:spcAft>
                <a:spcPts val="0"/>
              </a:spcAft>
              <a:buNone/>
              <a:defRPr sz="1600">
                <a:solidFill>
                  <a:schemeClr val="accent5"/>
                </a:solidFill>
                <a:latin typeface="+mj-lt"/>
              </a:defRPr>
            </a:lvl1pPr>
          </a:lstStyle>
          <a:p>
            <a:pPr lvl="0"/>
            <a:r>
              <a:rPr lang="en-US" dirty="0"/>
              <a:t>Heading</a:t>
            </a:r>
          </a:p>
        </p:txBody>
      </p:sp>
      <p:sp>
        <p:nvSpPr>
          <p:cNvPr id="6" name="Text Placeholder 3">
            <a:extLst>
              <a:ext uri="{FF2B5EF4-FFF2-40B4-BE49-F238E27FC236}">
                <a16:creationId xmlns:a16="http://schemas.microsoft.com/office/drawing/2014/main" id="{DE7EB277-5C78-54AF-0C0C-DA543BC54271}"/>
              </a:ext>
            </a:extLst>
          </p:cNvPr>
          <p:cNvSpPr>
            <a:spLocks noGrp="1"/>
          </p:cNvSpPr>
          <p:nvPr>
            <p:ph type="body" sz="quarter" idx="28" hasCustomPrompt="1"/>
          </p:nvPr>
        </p:nvSpPr>
        <p:spPr>
          <a:xfrm>
            <a:off x="9077470" y="1446213"/>
            <a:ext cx="2697480" cy="548640"/>
          </a:xfrm>
        </p:spPr>
        <p:txBody>
          <a:bodyPr anchor="ctr"/>
          <a:lstStyle>
            <a:lvl1pPr marL="0" indent="0">
              <a:spcAft>
                <a:spcPts val="0"/>
              </a:spcAft>
              <a:buNone/>
              <a:defRPr sz="1600">
                <a:solidFill>
                  <a:schemeClr val="accent6"/>
                </a:solidFill>
                <a:latin typeface="+mj-lt"/>
              </a:defRPr>
            </a:lvl1pPr>
          </a:lstStyle>
          <a:p>
            <a:pPr lvl="0"/>
            <a:r>
              <a:rPr lang="en-US" dirty="0"/>
              <a:t>Heading</a:t>
            </a:r>
          </a:p>
        </p:txBody>
      </p:sp>
      <p:sp>
        <p:nvSpPr>
          <p:cNvPr id="7" name="Slide Number Placeholder 5">
            <a:extLst>
              <a:ext uri="{FF2B5EF4-FFF2-40B4-BE49-F238E27FC236}">
                <a16:creationId xmlns:a16="http://schemas.microsoft.com/office/drawing/2014/main" id="{F695E5FE-6AE6-5F54-59EB-08105E1B8272}"/>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25" name="Picture Placeholder 3">
            <a:extLst>
              <a:ext uri="{FF2B5EF4-FFF2-40B4-BE49-F238E27FC236}">
                <a16:creationId xmlns:a16="http://schemas.microsoft.com/office/drawing/2014/main" id="{7F7ACD8F-903F-4AA5-CF40-F541838B617A}"/>
              </a:ext>
              <a:ext uri="{C183D7F6-B498-43B3-948B-1728B52AA6E4}">
                <adec:decorative xmlns:adec="http://schemas.microsoft.com/office/drawing/2017/decorative" val="1"/>
              </a:ext>
            </a:extLst>
          </p:cNvPr>
          <p:cNvSpPr>
            <a:spLocks noGrp="1"/>
          </p:cNvSpPr>
          <p:nvPr>
            <p:ph type="pic" sz="quarter" idx="21"/>
          </p:nvPr>
        </p:nvSpPr>
        <p:spPr>
          <a:xfrm>
            <a:off x="428624" y="1994854"/>
            <a:ext cx="2697480" cy="4082096"/>
          </a:xfrm>
        </p:spPr>
        <p:txBody>
          <a:bodyPr anchor="ctr"/>
          <a:lstStyle>
            <a:lvl1pPr marL="0" indent="0" algn="ctr">
              <a:buNone/>
              <a:defRPr sz="1400"/>
            </a:lvl1pPr>
          </a:lstStyle>
          <a:p>
            <a:r>
              <a:rPr lang="fr-FR"/>
              <a:t>Cliquez sur l'icône pour ajouter une image</a:t>
            </a:r>
            <a:endParaRPr lang="en-US" dirty="0"/>
          </a:p>
        </p:txBody>
      </p:sp>
      <p:sp>
        <p:nvSpPr>
          <p:cNvPr id="28" name="Picture Placeholder 3">
            <a:extLst>
              <a:ext uri="{FF2B5EF4-FFF2-40B4-BE49-F238E27FC236}">
                <a16:creationId xmlns:a16="http://schemas.microsoft.com/office/drawing/2014/main" id="{96B97E46-018E-5555-A397-28255F5CD3CF}"/>
              </a:ext>
              <a:ext uri="{C183D7F6-B498-43B3-948B-1728B52AA6E4}">
                <adec:decorative xmlns:adec="http://schemas.microsoft.com/office/drawing/2017/decorative" val="1"/>
              </a:ext>
            </a:extLst>
          </p:cNvPr>
          <p:cNvSpPr>
            <a:spLocks noGrp="1"/>
          </p:cNvSpPr>
          <p:nvPr>
            <p:ph type="pic" sz="quarter" idx="24"/>
          </p:nvPr>
        </p:nvSpPr>
        <p:spPr>
          <a:xfrm>
            <a:off x="3311573" y="1994854"/>
            <a:ext cx="2697480" cy="4082096"/>
          </a:xfrm>
        </p:spPr>
        <p:txBody>
          <a:bodyPr anchor="ctr"/>
          <a:lstStyle>
            <a:lvl1pPr marL="0" indent="0" algn="ctr">
              <a:buNone/>
              <a:defRPr sz="1400"/>
            </a:lvl1pPr>
          </a:lstStyle>
          <a:p>
            <a:r>
              <a:rPr lang="fr-FR"/>
              <a:t>Cliquez sur l'icône pour ajouter une image</a:t>
            </a:r>
            <a:endParaRPr lang="en-US" dirty="0"/>
          </a:p>
        </p:txBody>
      </p:sp>
      <p:sp>
        <p:nvSpPr>
          <p:cNvPr id="27" name="Picture Placeholder 3">
            <a:extLst>
              <a:ext uri="{FF2B5EF4-FFF2-40B4-BE49-F238E27FC236}">
                <a16:creationId xmlns:a16="http://schemas.microsoft.com/office/drawing/2014/main" id="{FC83B583-51BF-F117-8EAB-16719367BBB6}"/>
              </a:ext>
              <a:ext uri="{C183D7F6-B498-43B3-948B-1728B52AA6E4}">
                <adec:decorative xmlns:adec="http://schemas.microsoft.com/office/drawing/2017/decorative" val="1"/>
              </a:ext>
            </a:extLst>
          </p:cNvPr>
          <p:cNvSpPr>
            <a:spLocks noGrp="1"/>
          </p:cNvSpPr>
          <p:nvPr>
            <p:ph type="pic" sz="quarter" idx="23"/>
          </p:nvPr>
        </p:nvSpPr>
        <p:spPr>
          <a:xfrm>
            <a:off x="6194522" y="1994854"/>
            <a:ext cx="2697480" cy="4082096"/>
          </a:xfrm>
        </p:spPr>
        <p:txBody>
          <a:bodyPr anchor="ctr"/>
          <a:lstStyle>
            <a:lvl1pPr marL="0" indent="0" algn="ctr">
              <a:buNone/>
              <a:defRPr sz="1400"/>
            </a:lvl1pPr>
          </a:lstStyle>
          <a:p>
            <a:r>
              <a:rPr lang="fr-FR"/>
              <a:t>Cliquez sur l'icône pour ajouter une image</a:t>
            </a:r>
            <a:endParaRPr lang="en-US" dirty="0"/>
          </a:p>
        </p:txBody>
      </p:sp>
      <p:sp>
        <p:nvSpPr>
          <p:cNvPr id="26" name="Picture Placeholder 3">
            <a:extLst>
              <a:ext uri="{FF2B5EF4-FFF2-40B4-BE49-F238E27FC236}">
                <a16:creationId xmlns:a16="http://schemas.microsoft.com/office/drawing/2014/main" id="{A45CB8E2-394E-796C-52EE-17D17DF169E6}"/>
              </a:ext>
              <a:ext uri="{C183D7F6-B498-43B3-948B-1728B52AA6E4}">
                <adec:decorative xmlns:adec="http://schemas.microsoft.com/office/drawing/2017/decorative" val="1"/>
              </a:ext>
            </a:extLst>
          </p:cNvPr>
          <p:cNvSpPr>
            <a:spLocks noGrp="1"/>
          </p:cNvSpPr>
          <p:nvPr>
            <p:ph type="pic" sz="quarter" idx="22"/>
          </p:nvPr>
        </p:nvSpPr>
        <p:spPr>
          <a:xfrm>
            <a:off x="9077470" y="1994854"/>
            <a:ext cx="2697480" cy="4082096"/>
          </a:xfrm>
        </p:spPr>
        <p:txBody>
          <a:bodyPr anchor="ctr"/>
          <a:lstStyle>
            <a:lvl1pPr marL="0" indent="0" algn="ctr">
              <a:buNone/>
              <a:defRPr sz="1400"/>
            </a:lvl1pPr>
          </a:lstStyle>
          <a:p>
            <a:r>
              <a:rPr lang="fr-FR"/>
              <a:t>Cliquez sur l'icône pour ajouter une image</a:t>
            </a:r>
            <a:endParaRPr lang="en-US" dirty="0"/>
          </a:p>
        </p:txBody>
      </p:sp>
    </p:spTree>
    <p:extLst>
      <p:ext uri="{BB962C8B-B14F-4D97-AF65-F5344CB8AC3E}">
        <p14:creationId xmlns:p14="http://schemas.microsoft.com/office/powerpoint/2010/main" val="43593912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wo column pictur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5" name="Text Placeholder 3">
            <a:extLst>
              <a:ext uri="{FF2B5EF4-FFF2-40B4-BE49-F238E27FC236}">
                <a16:creationId xmlns:a16="http://schemas.microsoft.com/office/drawing/2014/main" id="{14016A94-A7DE-DAE3-0EE2-A8FF8619D3F5}"/>
              </a:ext>
            </a:extLst>
          </p:cNvPr>
          <p:cNvSpPr>
            <a:spLocks noGrp="1"/>
          </p:cNvSpPr>
          <p:nvPr>
            <p:ph type="body" sz="quarter" idx="22" hasCustomPrompt="1"/>
          </p:nvPr>
        </p:nvSpPr>
        <p:spPr>
          <a:xfrm>
            <a:off x="428624" y="2968820"/>
            <a:ext cx="5486400" cy="548640"/>
          </a:xfrm>
        </p:spPr>
        <p:txBody>
          <a:bodyPr anchor="ctr"/>
          <a:lstStyle>
            <a:lvl1pPr marL="0" indent="0">
              <a:spcAft>
                <a:spcPts val="0"/>
              </a:spcAft>
              <a:buNone/>
              <a:defRPr sz="1800">
                <a:solidFill>
                  <a:schemeClr val="accent1"/>
                </a:solidFill>
                <a:latin typeface="+mj-lt"/>
              </a:defRPr>
            </a:lvl1pPr>
          </a:lstStyle>
          <a:p>
            <a:pPr lvl="0"/>
            <a:r>
              <a:rPr lang="en-US" dirty="0"/>
              <a:t>Heading</a:t>
            </a:r>
          </a:p>
        </p:txBody>
      </p:sp>
      <p:sp>
        <p:nvSpPr>
          <p:cNvPr id="9" name="Content Placeholder 2">
            <a:extLst>
              <a:ext uri="{FF2B5EF4-FFF2-40B4-BE49-F238E27FC236}">
                <a16:creationId xmlns:a16="http://schemas.microsoft.com/office/drawing/2014/main" id="{8145BD5C-F8FB-36C9-4EE1-AB37715D6736}"/>
              </a:ext>
            </a:extLst>
          </p:cNvPr>
          <p:cNvSpPr>
            <a:spLocks noGrp="1"/>
          </p:cNvSpPr>
          <p:nvPr>
            <p:ph idx="12" hasCustomPrompt="1"/>
          </p:nvPr>
        </p:nvSpPr>
        <p:spPr>
          <a:xfrm>
            <a:off x="428624" y="3517460"/>
            <a:ext cx="5486400" cy="2559490"/>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6" name="Text Placeholder 3">
            <a:extLst>
              <a:ext uri="{FF2B5EF4-FFF2-40B4-BE49-F238E27FC236}">
                <a16:creationId xmlns:a16="http://schemas.microsoft.com/office/drawing/2014/main" id="{0005BD77-4BBE-2F03-AFA8-87F126BB6A24}"/>
              </a:ext>
            </a:extLst>
          </p:cNvPr>
          <p:cNvSpPr>
            <a:spLocks noGrp="1"/>
          </p:cNvSpPr>
          <p:nvPr>
            <p:ph type="body" sz="quarter" idx="26" hasCustomPrompt="1"/>
          </p:nvPr>
        </p:nvSpPr>
        <p:spPr>
          <a:xfrm>
            <a:off x="6276978" y="2968820"/>
            <a:ext cx="5486400" cy="548640"/>
          </a:xfrm>
        </p:spPr>
        <p:txBody>
          <a:bodyPr anchor="ctr"/>
          <a:lstStyle>
            <a:lvl1pPr marL="0" indent="0">
              <a:spcAft>
                <a:spcPts val="0"/>
              </a:spcAft>
              <a:buNone/>
              <a:defRPr sz="1800">
                <a:solidFill>
                  <a:schemeClr val="accent3"/>
                </a:solidFill>
                <a:latin typeface="+mj-lt"/>
              </a:defRPr>
            </a:lvl1pPr>
          </a:lstStyle>
          <a:p>
            <a:pPr lvl="0"/>
            <a:r>
              <a:rPr lang="en-US" dirty="0"/>
              <a:t>Heading</a:t>
            </a:r>
          </a:p>
        </p:txBody>
      </p:sp>
      <p:sp>
        <p:nvSpPr>
          <p:cNvPr id="10" name="Content Placeholder 2">
            <a:extLst>
              <a:ext uri="{FF2B5EF4-FFF2-40B4-BE49-F238E27FC236}">
                <a16:creationId xmlns:a16="http://schemas.microsoft.com/office/drawing/2014/main" id="{4DA3DC55-D289-438E-D71E-EB8529434583}"/>
              </a:ext>
            </a:extLst>
          </p:cNvPr>
          <p:cNvSpPr>
            <a:spLocks noGrp="1"/>
          </p:cNvSpPr>
          <p:nvPr>
            <p:ph idx="27" hasCustomPrompt="1"/>
          </p:nvPr>
        </p:nvSpPr>
        <p:spPr>
          <a:xfrm>
            <a:off x="6276978" y="3517460"/>
            <a:ext cx="5486400" cy="2559490"/>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7" name="Slide Number Placeholder 5">
            <a:extLst>
              <a:ext uri="{FF2B5EF4-FFF2-40B4-BE49-F238E27FC236}">
                <a16:creationId xmlns:a16="http://schemas.microsoft.com/office/drawing/2014/main" id="{DF72C938-C047-38AD-D83C-189C1AC036A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25" name="Picture Placeholder 3">
            <a:extLst>
              <a:ext uri="{FF2B5EF4-FFF2-40B4-BE49-F238E27FC236}">
                <a16:creationId xmlns:a16="http://schemas.microsoft.com/office/drawing/2014/main" id="{7F7ACD8F-903F-4AA5-CF40-F541838B617A}"/>
              </a:ext>
              <a:ext uri="{C183D7F6-B498-43B3-948B-1728B52AA6E4}">
                <adec:decorative xmlns:adec="http://schemas.microsoft.com/office/drawing/2017/decorative" val="1"/>
              </a:ext>
            </a:extLst>
          </p:cNvPr>
          <p:cNvSpPr>
            <a:spLocks noGrp="1"/>
          </p:cNvSpPr>
          <p:nvPr>
            <p:ph type="pic" sz="quarter" idx="21"/>
          </p:nvPr>
        </p:nvSpPr>
        <p:spPr>
          <a:xfrm>
            <a:off x="428624" y="1446213"/>
            <a:ext cx="5486400" cy="1522607"/>
          </a:xfrm>
        </p:spPr>
        <p:txBody>
          <a:bodyPr anchor="ctr"/>
          <a:lstStyle>
            <a:lvl1pPr marL="0" indent="0" algn="ctr">
              <a:buNone/>
              <a:defRPr sz="1400"/>
            </a:lvl1pPr>
          </a:lstStyle>
          <a:p>
            <a:r>
              <a:rPr lang="fr-FR"/>
              <a:t>Cliquez sur l'icône pour ajouter une image</a:t>
            </a:r>
            <a:endParaRPr lang="en-US" dirty="0"/>
          </a:p>
        </p:txBody>
      </p:sp>
      <p:sp>
        <p:nvSpPr>
          <p:cNvPr id="28" name="Picture Placeholder 3">
            <a:extLst>
              <a:ext uri="{FF2B5EF4-FFF2-40B4-BE49-F238E27FC236}">
                <a16:creationId xmlns:a16="http://schemas.microsoft.com/office/drawing/2014/main" id="{96B97E46-018E-5555-A397-28255F5CD3CF}"/>
              </a:ext>
              <a:ext uri="{C183D7F6-B498-43B3-948B-1728B52AA6E4}">
                <adec:decorative xmlns:adec="http://schemas.microsoft.com/office/drawing/2017/decorative" val="1"/>
              </a:ext>
            </a:extLst>
          </p:cNvPr>
          <p:cNvSpPr>
            <a:spLocks noGrp="1"/>
          </p:cNvSpPr>
          <p:nvPr>
            <p:ph type="pic" sz="quarter" idx="24"/>
          </p:nvPr>
        </p:nvSpPr>
        <p:spPr>
          <a:xfrm>
            <a:off x="6276978" y="1446213"/>
            <a:ext cx="5486400" cy="1522607"/>
          </a:xfrm>
        </p:spPr>
        <p:txBody>
          <a:bodyPr anchor="ctr"/>
          <a:lstStyle>
            <a:lvl1pPr marL="0" indent="0" algn="ctr">
              <a:buNone/>
              <a:defRPr sz="1400"/>
            </a:lvl1pPr>
          </a:lstStyle>
          <a:p>
            <a:r>
              <a:rPr lang="fr-FR"/>
              <a:t>Cliquez sur l'icône pour ajouter une image</a:t>
            </a:r>
            <a:endParaRPr lang="en-US" dirty="0"/>
          </a:p>
        </p:txBody>
      </p:sp>
    </p:spTree>
    <p:extLst>
      <p:ext uri="{BB962C8B-B14F-4D97-AF65-F5344CB8AC3E}">
        <p14:creationId xmlns:p14="http://schemas.microsoft.com/office/powerpoint/2010/main" val="174612301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hree column pictur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Text Placeholder 3">
            <a:extLst>
              <a:ext uri="{FF2B5EF4-FFF2-40B4-BE49-F238E27FC236}">
                <a16:creationId xmlns:a16="http://schemas.microsoft.com/office/drawing/2014/main" id="{2C979499-D739-73B9-FE75-660BB28AD740}"/>
              </a:ext>
            </a:extLst>
          </p:cNvPr>
          <p:cNvSpPr>
            <a:spLocks noGrp="1"/>
          </p:cNvSpPr>
          <p:nvPr>
            <p:ph type="body" sz="quarter" idx="22" hasCustomPrompt="1"/>
          </p:nvPr>
        </p:nvSpPr>
        <p:spPr>
          <a:xfrm>
            <a:off x="428624" y="2968820"/>
            <a:ext cx="3566160" cy="548640"/>
          </a:xfrm>
        </p:spPr>
        <p:txBody>
          <a:bodyPr anchor="ctr"/>
          <a:lstStyle>
            <a:lvl1pPr marL="0" indent="0">
              <a:spcAft>
                <a:spcPts val="0"/>
              </a:spcAft>
              <a:buNone/>
              <a:defRPr sz="1600">
                <a:solidFill>
                  <a:schemeClr val="accent1"/>
                </a:solidFill>
                <a:latin typeface="+mj-lt"/>
              </a:defRPr>
            </a:lvl1pPr>
          </a:lstStyle>
          <a:p>
            <a:pPr lvl="0"/>
            <a:r>
              <a:rPr lang="en-US" dirty="0"/>
              <a:t>Heading</a:t>
            </a:r>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428624" y="3517460"/>
            <a:ext cx="356616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7" name="Text Placeholder 3">
            <a:extLst>
              <a:ext uri="{FF2B5EF4-FFF2-40B4-BE49-F238E27FC236}">
                <a16:creationId xmlns:a16="http://schemas.microsoft.com/office/drawing/2014/main" id="{30756F07-9227-C871-FCFC-7AA0F5D4A4FB}"/>
              </a:ext>
            </a:extLst>
          </p:cNvPr>
          <p:cNvSpPr>
            <a:spLocks noGrp="1"/>
          </p:cNvSpPr>
          <p:nvPr>
            <p:ph type="body" sz="quarter" idx="27" hasCustomPrompt="1"/>
          </p:nvPr>
        </p:nvSpPr>
        <p:spPr>
          <a:xfrm>
            <a:off x="4312920" y="2968820"/>
            <a:ext cx="3566160" cy="548640"/>
          </a:xfrm>
        </p:spPr>
        <p:txBody>
          <a:bodyPr anchor="ctr"/>
          <a:lstStyle>
            <a:lvl1pPr marL="0" indent="0">
              <a:spcAft>
                <a:spcPts val="0"/>
              </a:spcAft>
              <a:buNone/>
              <a:defRPr sz="1600">
                <a:solidFill>
                  <a:schemeClr val="accent3"/>
                </a:solidFill>
                <a:latin typeface="+mj-lt"/>
              </a:defRPr>
            </a:lvl1pPr>
          </a:lstStyle>
          <a:p>
            <a:pPr lvl="0"/>
            <a:r>
              <a:rPr lang="en-US" dirty="0"/>
              <a:t>Heading</a:t>
            </a:r>
          </a:p>
        </p:txBody>
      </p:sp>
      <p:sp>
        <p:nvSpPr>
          <p:cNvPr id="4" name="Text Placeholder 11">
            <a:extLst>
              <a:ext uri="{FF2B5EF4-FFF2-40B4-BE49-F238E27FC236}">
                <a16:creationId xmlns:a16="http://schemas.microsoft.com/office/drawing/2014/main" id="{C5932779-A5A3-2204-2100-9B029C79E90C}"/>
              </a:ext>
            </a:extLst>
          </p:cNvPr>
          <p:cNvSpPr>
            <a:spLocks noGrp="1"/>
          </p:cNvSpPr>
          <p:nvPr>
            <p:ph type="body" sz="quarter" idx="25" hasCustomPrompt="1"/>
          </p:nvPr>
        </p:nvSpPr>
        <p:spPr>
          <a:xfrm>
            <a:off x="4312920" y="3517460"/>
            <a:ext cx="356616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9" name="Text Placeholder 3">
            <a:extLst>
              <a:ext uri="{FF2B5EF4-FFF2-40B4-BE49-F238E27FC236}">
                <a16:creationId xmlns:a16="http://schemas.microsoft.com/office/drawing/2014/main" id="{2B6D4682-833F-2E78-0271-A3BC65DC1283}"/>
              </a:ext>
            </a:extLst>
          </p:cNvPr>
          <p:cNvSpPr>
            <a:spLocks noGrp="1"/>
          </p:cNvSpPr>
          <p:nvPr>
            <p:ph type="body" sz="quarter" idx="28" hasCustomPrompt="1"/>
          </p:nvPr>
        </p:nvSpPr>
        <p:spPr>
          <a:xfrm>
            <a:off x="8197215" y="2968820"/>
            <a:ext cx="3566160" cy="548640"/>
          </a:xfrm>
        </p:spPr>
        <p:txBody>
          <a:bodyPr anchor="ctr"/>
          <a:lstStyle>
            <a:lvl1pPr marL="0" indent="0">
              <a:spcAft>
                <a:spcPts val="0"/>
              </a:spcAft>
              <a:buNone/>
              <a:defRPr sz="1600">
                <a:solidFill>
                  <a:schemeClr val="accent5"/>
                </a:solidFill>
                <a:latin typeface="+mj-lt"/>
              </a:defRPr>
            </a:lvl1pPr>
          </a:lstStyle>
          <a:p>
            <a:pPr lvl="0"/>
            <a:r>
              <a:rPr lang="en-US" dirty="0"/>
              <a:t>Heading</a:t>
            </a:r>
          </a:p>
        </p:txBody>
      </p:sp>
      <p:sp>
        <p:nvSpPr>
          <p:cNvPr id="5" name="Text Placeholder 11">
            <a:extLst>
              <a:ext uri="{FF2B5EF4-FFF2-40B4-BE49-F238E27FC236}">
                <a16:creationId xmlns:a16="http://schemas.microsoft.com/office/drawing/2014/main" id="{11F392C6-99EB-D1AC-BECC-4494D2B1CBFF}"/>
              </a:ext>
            </a:extLst>
          </p:cNvPr>
          <p:cNvSpPr>
            <a:spLocks noGrp="1"/>
          </p:cNvSpPr>
          <p:nvPr>
            <p:ph type="body" sz="quarter" idx="26" hasCustomPrompt="1"/>
          </p:nvPr>
        </p:nvSpPr>
        <p:spPr>
          <a:xfrm>
            <a:off x="8197215" y="3517460"/>
            <a:ext cx="356616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10" name="Slide Number Placeholder 5">
            <a:extLst>
              <a:ext uri="{FF2B5EF4-FFF2-40B4-BE49-F238E27FC236}">
                <a16:creationId xmlns:a16="http://schemas.microsoft.com/office/drawing/2014/main" id="{08CA3288-0FCF-ED06-AD6E-E7CB3C8DC965}"/>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25" name="Picture Placeholder 3">
            <a:extLst>
              <a:ext uri="{FF2B5EF4-FFF2-40B4-BE49-F238E27FC236}">
                <a16:creationId xmlns:a16="http://schemas.microsoft.com/office/drawing/2014/main" id="{7F7ACD8F-903F-4AA5-CF40-F541838B617A}"/>
              </a:ext>
              <a:ext uri="{C183D7F6-B498-43B3-948B-1728B52AA6E4}">
                <adec:decorative xmlns:adec="http://schemas.microsoft.com/office/drawing/2017/decorative" val="1"/>
              </a:ext>
            </a:extLst>
          </p:cNvPr>
          <p:cNvSpPr>
            <a:spLocks noGrp="1"/>
          </p:cNvSpPr>
          <p:nvPr>
            <p:ph type="pic" sz="quarter" idx="21"/>
          </p:nvPr>
        </p:nvSpPr>
        <p:spPr>
          <a:xfrm>
            <a:off x="428624" y="1446213"/>
            <a:ext cx="3566160" cy="1522607"/>
          </a:xfrm>
        </p:spPr>
        <p:txBody>
          <a:bodyPr anchor="ctr"/>
          <a:lstStyle>
            <a:lvl1pPr marL="0" indent="0" algn="ctr">
              <a:buNone/>
              <a:defRPr sz="1400"/>
            </a:lvl1pPr>
          </a:lstStyle>
          <a:p>
            <a:r>
              <a:rPr lang="fr-FR"/>
              <a:t>Cliquez sur l'icône pour ajouter une image</a:t>
            </a:r>
            <a:endParaRPr lang="en-US" dirty="0"/>
          </a:p>
        </p:txBody>
      </p:sp>
      <p:sp>
        <p:nvSpPr>
          <p:cNvPr id="28" name="Picture Placeholder 3">
            <a:extLst>
              <a:ext uri="{FF2B5EF4-FFF2-40B4-BE49-F238E27FC236}">
                <a16:creationId xmlns:a16="http://schemas.microsoft.com/office/drawing/2014/main" id="{96B97E46-018E-5555-A397-28255F5CD3CF}"/>
              </a:ext>
              <a:ext uri="{C183D7F6-B498-43B3-948B-1728B52AA6E4}">
                <adec:decorative xmlns:adec="http://schemas.microsoft.com/office/drawing/2017/decorative" val="1"/>
              </a:ext>
            </a:extLst>
          </p:cNvPr>
          <p:cNvSpPr>
            <a:spLocks noGrp="1"/>
          </p:cNvSpPr>
          <p:nvPr>
            <p:ph type="pic" sz="quarter" idx="24"/>
          </p:nvPr>
        </p:nvSpPr>
        <p:spPr>
          <a:xfrm>
            <a:off x="4312920" y="1446213"/>
            <a:ext cx="3566160" cy="1522607"/>
          </a:xfrm>
        </p:spPr>
        <p:txBody>
          <a:bodyPr anchor="ctr"/>
          <a:lstStyle>
            <a:lvl1pPr marL="0" indent="0" algn="ctr">
              <a:buNone/>
              <a:defRPr sz="1400"/>
            </a:lvl1pPr>
          </a:lstStyle>
          <a:p>
            <a:r>
              <a:rPr lang="fr-FR"/>
              <a:t>Cliquez sur l'icône pour ajouter une image</a:t>
            </a:r>
            <a:endParaRPr lang="en-US" dirty="0"/>
          </a:p>
        </p:txBody>
      </p:sp>
      <p:sp>
        <p:nvSpPr>
          <p:cNvPr id="27" name="Picture Placeholder 3">
            <a:extLst>
              <a:ext uri="{FF2B5EF4-FFF2-40B4-BE49-F238E27FC236}">
                <a16:creationId xmlns:a16="http://schemas.microsoft.com/office/drawing/2014/main" id="{FC83B583-51BF-F117-8EAB-16719367BBB6}"/>
              </a:ext>
              <a:ext uri="{C183D7F6-B498-43B3-948B-1728B52AA6E4}">
                <adec:decorative xmlns:adec="http://schemas.microsoft.com/office/drawing/2017/decorative" val="1"/>
              </a:ext>
            </a:extLst>
          </p:cNvPr>
          <p:cNvSpPr>
            <a:spLocks noGrp="1"/>
          </p:cNvSpPr>
          <p:nvPr>
            <p:ph type="pic" sz="quarter" idx="23"/>
          </p:nvPr>
        </p:nvSpPr>
        <p:spPr>
          <a:xfrm>
            <a:off x="8197215" y="1446213"/>
            <a:ext cx="3566160" cy="1522607"/>
          </a:xfrm>
        </p:spPr>
        <p:txBody>
          <a:bodyPr anchor="ctr"/>
          <a:lstStyle>
            <a:lvl1pPr marL="0" indent="0" algn="ctr">
              <a:buNone/>
              <a:defRPr sz="1400"/>
            </a:lvl1pPr>
          </a:lstStyle>
          <a:p>
            <a:r>
              <a:rPr lang="fr-FR"/>
              <a:t>Cliquez sur l'icône pour ajouter une image</a:t>
            </a:r>
            <a:endParaRPr lang="en-US" dirty="0"/>
          </a:p>
        </p:txBody>
      </p:sp>
    </p:spTree>
    <p:extLst>
      <p:ext uri="{BB962C8B-B14F-4D97-AF65-F5344CB8AC3E}">
        <p14:creationId xmlns:p14="http://schemas.microsoft.com/office/powerpoint/2010/main" val="419221700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Four column pictur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Text Placeholder 3">
            <a:extLst>
              <a:ext uri="{FF2B5EF4-FFF2-40B4-BE49-F238E27FC236}">
                <a16:creationId xmlns:a16="http://schemas.microsoft.com/office/drawing/2014/main" id="{58EA87E5-B00B-294C-9BEB-D8AB1DA7D633}"/>
              </a:ext>
            </a:extLst>
          </p:cNvPr>
          <p:cNvSpPr>
            <a:spLocks noGrp="1"/>
          </p:cNvSpPr>
          <p:nvPr>
            <p:ph type="body" sz="quarter" idx="28" hasCustomPrompt="1"/>
          </p:nvPr>
        </p:nvSpPr>
        <p:spPr>
          <a:xfrm>
            <a:off x="428624" y="2968820"/>
            <a:ext cx="2697480" cy="548640"/>
          </a:xfrm>
        </p:spPr>
        <p:txBody>
          <a:bodyPr anchor="ctr"/>
          <a:lstStyle>
            <a:lvl1pPr marL="0" indent="0">
              <a:spcAft>
                <a:spcPts val="0"/>
              </a:spcAft>
              <a:buNone/>
              <a:defRPr sz="1600">
                <a:solidFill>
                  <a:schemeClr val="accent1"/>
                </a:solidFill>
                <a:latin typeface="+mj-lt"/>
              </a:defRPr>
            </a:lvl1pPr>
          </a:lstStyle>
          <a:p>
            <a:pPr lvl="0"/>
            <a:r>
              <a:rPr lang="en-US" dirty="0"/>
              <a:t>Heading</a:t>
            </a:r>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428624" y="3517460"/>
            <a:ext cx="269748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7" name="Text Placeholder 3">
            <a:extLst>
              <a:ext uri="{FF2B5EF4-FFF2-40B4-BE49-F238E27FC236}">
                <a16:creationId xmlns:a16="http://schemas.microsoft.com/office/drawing/2014/main" id="{2CC21B11-4BB9-E7F7-2D10-7A711FE51A2C}"/>
              </a:ext>
            </a:extLst>
          </p:cNvPr>
          <p:cNvSpPr>
            <a:spLocks noGrp="1"/>
          </p:cNvSpPr>
          <p:nvPr>
            <p:ph type="body" sz="quarter" idx="29" hasCustomPrompt="1"/>
          </p:nvPr>
        </p:nvSpPr>
        <p:spPr>
          <a:xfrm>
            <a:off x="3311573" y="2968820"/>
            <a:ext cx="2697480" cy="548640"/>
          </a:xfrm>
        </p:spPr>
        <p:txBody>
          <a:bodyPr anchor="ctr"/>
          <a:lstStyle>
            <a:lvl1pPr marL="0" indent="0">
              <a:spcAft>
                <a:spcPts val="0"/>
              </a:spcAft>
              <a:buNone/>
              <a:defRPr sz="1600">
                <a:solidFill>
                  <a:schemeClr val="accent3"/>
                </a:solidFill>
                <a:latin typeface="+mj-lt"/>
              </a:defRPr>
            </a:lvl1pPr>
          </a:lstStyle>
          <a:p>
            <a:pPr lvl="0"/>
            <a:r>
              <a:rPr lang="en-US" dirty="0"/>
              <a:t>Heading</a:t>
            </a:r>
          </a:p>
        </p:txBody>
      </p:sp>
      <p:sp>
        <p:nvSpPr>
          <p:cNvPr id="4" name="Text Placeholder 11">
            <a:extLst>
              <a:ext uri="{FF2B5EF4-FFF2-40B4-BE49-F238E27FC236}">
                <a16:creationId xmlns:a16="http://schemas.microsoft.com/office/drawing/2014/main" id="{C5932779-A5A3-2204-2100-9B029C79E90C}"/>
              </a:ext>
            </a:extLst>
          </p:cNvPr>
          <p:cNvSpPr>
            <a:spLocks noGrp="1"/>
          </p:cNvSpPr>
          <p:nvPr>
            <p:ph type="body" sz="quarter" idx="25" hasCustomPrompt="1"/>
          </p:nvPr>
        </p:nvSpPr>
        <p:spPr>
          <a:xfrm>
            <a:off x="3311573" y="3517460"/>
            <a:ext cx="269748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11" name="Text Placeholder 3">
            <a:extLst>
              <a:ext uri="{FF2B5EF4-FFF2-40B4-BE49-F238E27FC236}">
                <a16:creationId xmlns:a16="http://schemas.microsoft.com/office/drawing/2014/main" id="{60624600-098D-4116-2BA4-B77914ACDD08}"/>
              </a:ext>
            </a:extLst>
          </p:cNvPr>
          <p:cNvSpPr>
            <a:spLocks noGrp="1"/>
          </p:cNvSpPr>
          <p:nvPr>
            <p:ph type="body" sz="quarter" idx="30" hasCustomPrompt="1"/>
          </p:nvPr>
        </p:nvSpPr>
        <p:spPr>
          <a:xfrm>
            <a:off x="6194522" y="2968820"/>
            <a:ext cx="2697480" cy="548640"/>
          </a:xfrm>
        </p:spPr>
        <p:txBody>
          <a:bodyPr anchor="ctr"/>
          <a:lstStyle>
            <a:lvl1pPr marL="0" indent="0">
              <a:spcAft>
                <a:spcPts val="0"/>
              </a:spcAft>
              <a:buNone/>
              <a:defRPr sz="1600">
                <a:solidFill>
                  <a:schemeClr val="accent5"/>
                </a:solidFill>
                <a:latin typeface="+mj-lt"/>
              </a:defRPr>
            </a:lvl1pPr>
          </a:lstStyle>
          <a:p>
            <a:pPr lvl="0"/>
            <a:r>
              <a:rPr lang="en-US" dirty="0"/>
              <a:t>Heading</a:t>
            </a:r>
          </a:p>
        </p:txBody>
      </p:sp>
      <p:sp>
        <p:nvSpPr>
          <p:cNvPr id="5" name="Text Placeholder 11">
            <a:extLst>
              <a:ext uri="{FF2B5EF4-FFF2-40B4-BE49-F238E27FC236}">
                <a16:creationId xmlns:a16="http://schemas.microsoft.com/office/drawing/2014/main" id="{11F392C6-99EB-D1AC-BECC-4494D2B1CBFF}"/>
              </a:ext>
            </a:extLst>
          </p:cNvPr>
          <p:cNvSpPr>
            <a:spLocks noGrp="1"/>
          </p:cNvSpPr>
          <p:nvPr>
            <p:ph type="body" sz="quarter" idx="26" hasCustomPrompt="1"/>
          </p:nvPr>
        </p:nvSpPr>
        <p:spPr>
          <a:xfrm>
            <a:off x="6194522" y="3517460"/>
            <a:ext cx="269748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13" name="Text Placeholder 3">
            <a:extLst>
              <a:ext uri="{FF2B5EF4-FFF2-40B4-BE49-F238E27FC236}">
                <a16:creationId xmlns:a16="http://schemas.microsoft.com/office/drawing/2014/main" id="{FBA7EB72-6B8C-7C86-47F1-FB927F697C15}"/>
              </a:ext>
            </a:extLst>
          </p:cNvPr>
          <p:cNvSpPr>
            <a:spLocks noGrp="1"/>
          </p:cNvSpPr>
          <p:nvPr>
            <p:ph type="body" sz="quarter" idx="31" hasCustomPrompt="1"/>
          </p:nvPr>
        </p:nvSpPr>
        <p:spPr>
          <a:xfrm>
            <a:off x="9077470" y="2968820"/>
            <a:ext cx="2697480" cy="548640"/>
          </a:xfrm>
        </p:spPr>
        <p:txBody>
          <a:bodyPr anchor="ctr"/>
          <a:lstStyle>
            <a:lvl1pPr marL="0" indent="0">
              <a:spcAft>
                <a:spcPts val="0"/>
              </a:spcAft>
              <a:buNone/>
              <a:defRPr sz="1600">
                <a:solidFill>
                  <a:schemeClr val="accent6"/>
                </a:solidFill>
                <a:latin typeface="+mj-lt"/>
              </a:defRPr>
            </a:lvl1pPr>
          </a:lstStyle>
          <a:p>
            <a:pPr lvl="0"/>
            <a:r>
              <a:rPr lang="en-US" dirty="0"/>
              <a:t>Heading</a:t>
            </a:r>
          </a:p>
        </p:txBody>
      </p:sp>
      <p:sp>
        <p:nvSpPr>
          <p:cNvPr id="9" name="Text Placeholder 11">
            <a:extLst>
              <a:ext uri="{FF2B5EF4-FFF2-40B4-BE49-F238E27FC236}">
                <a16:creationId xmlns:a16="http://schemas.microsoft.com/office/drawing/2014/main" id="{0FB8ABDB-A570-09B0-47F8-17E0EAF3EA3E}"/>
              </a:ext>
            </a:extLst>
          </p:cNvPr>
          <p:cNvSpPr>
            <a:spLocks noGrp="1"/>
          </p:cNvSpPr>
          <p:nvPr>
            <p:ph type="body" sz="quarter" idx="27" hasCustomPrompt="1"/>
          </p:nvPr>
        </p:nvSpPr>
        <p:spPr>
          <a:xfrm>
            <a:off x="9077470" y="3517460"/>
            <a:ext cx="269748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10" name="Slide Number Placeholder 5">
            <a:extLst>
              <a:ext uri="{FF2B5EF4-FFF2-40B4-BE49-F238E27FC236}">
                <a16:creationId xmlns:a16="http://schemas.microsoft.com/office/drawing/2014/main" id="{D8D0839C-757C-586E-BFC4-95B70BCF5722}"/>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25" name="Picture Placeholder 3">
            <a:extLst>
              <a:ext uri="{FF2B5EF4-FFF2-40B4-BE49-F238E27FC236}">
                <a16:creationId xmlns:a16="http://schemas.microsoft.com/office/drawing/2014/main" id="{7F7ACD8F-903F-4AA5-CF40-F541838B617A}"/>
              </a:ext>
              <a:ext uri="{C183D7F6-B498-43B3-948B-1728B52AA6E4}">
                <adec:decorative xmlns:adec="http://schemas.microsoft.com/office/drawing/2017/decorative" val="1"/>
              </a:ext>
            </a:extLst>
          </p:cNvPr>
          <p:cNvSpPr>
            <a:spLocks noGrp="1"/>
          </p:cNvSpPr>
          <p:nvPr>
            <p:ph type="pic" sz="quarter" idx="21"/>
          </p:nvPr>
        </p:nvSpPr>
        <p:spPr>
          <a:xfrm>
            <a:off x="428624" y="1446213"/>
            <a:ext cx="2697480" cy="1522607"/>
          </a:xfrm>
        </p:spPr>
        <p:txBody>
          <a:bodyPr anchor="ctr"/>
          <a:lstStyle>
            <a:lvl1pPr marL="0" indent="0" algn="ctr">
              <a:buNone/>
              <a:defRPr sz="1400"/>
            </a:lvl1pPr>
          </a:lstStyle>
          <a:p>
            <a:r>
              <a:rPr lang="fr-FR"/>
              <a:t>Cliquez sur l'icône pour ajouter une image</a:t>
            </a:r>
            <a:endParaRPr lang="en-US" dirty="0"/>
          </a:p>
        </p:txBody>
      </p:sp>
      <p:sp>
        <p:nvSpPr>
          <p:cNvPr id="28" name="Picture Placeholder 3">
            <a:extLst>
              <a:ext uri="{FF2B5EF4-FFF2-40B4-BE49-F238E27FC236}">
                <a16:creationId xmlns:a16="http://schemas.microsoft.com/office/drawing/2014/main" id="{96B97E46-018E-5555-A397-28255F5CD3CF}"/>
              </a:ext>
              <a:ext uri="{C183D7F6-B498-43B3-948B-1728B52AA6E4}">
                <adec:decorative xmlns:adec="http://schemas.microsoft.com/office/drawing/2017/decorative" val="1"/>
              </a:ext>
            </a:extLst>
          </p:cNvPr>
          <p:cNvSpPr>
            <a:spLocks noGrp="1"/>
          </p:cNvSpPr>
          <p:nvPr>
            <p:ph type="pic" sz="quarter" idx="24"/>
          </p:nvPr>
        </p:nvSpPr>
        <p:spPr>
          <a:xfrm>
            <a:off x="3311573" y="1446213"/>
            <a:ext cx="2697480" cy="1522607"/>
          </a:xfrm>
        </p:spPr>
        <p:txBody>
          <a:bodyPr anchor="ctr"/>
          <a:lstStyle>
            <a:lvl1pPr marL="0" indent="0" algn="ctr">
              <a:buNone/>
              <a:defRPr sz="1400"/>
            </a:lvl1pPr>
          </a:lstStyle>
          <a:p>
            <a:r>
              <a:rPr lang="fr-FR"/>
              <a:t>Cliquez sur l'icône pour ajouter une image</a:t>
            </a:r>
            <a:endParaRPr lang="en-US" dirty="0"/>
          </a:p>
        </p:txBody>
      </p:sp>
      <p:sp>
        <p:nvSpPr>
          <p:cNvPr id="27" name="Picture Placeholder 3">
            <a:extLst>
              <a:ext uri="{FF2B5EF4-FFF2-40B4-BE49-F238E27FC236}">
                <a16:creationId xmlns:a16="http://schemas.microsoft.com/office/drawing/2014/main" id="{FC83B583-51BF-F117-8EAB-16719367BBB6}"/>
              </a:ext>
              <a:ext uri="{C183D7F6-B498-43B3-948B-1728B52AA6E4}">
                <adec:decorative xmlns:adec="http://schemas.microsoft.com/office/drawing/2017/decorative" val="1"/>
              </a:ext>
            </a:extLst>
          </p:cNvPr>
          <p:cNvSpPr>
            <a:spLocks noGrp="1"/>
          </p:cNvSpPr>
          <p:nvPr>
            <p:ph type="pic" sz="quarter" idx="23"/>
          </p:nvPr>
        </p:nvSpPr>
        <p:spPr>
          <a:xfrm>
            <a:off x="6194522" y="1446213"/>
            <a:ext cx="2697480" cy="1522607"/>
          </a:xfrm>
        </p:spPr>
        <p:txBody>
          <a:bodyPr anchor="ctr"/>
          <a:lstStyle>
            <a:lvl1pPr marL="0" indent="0" algn="ctr">
              <a:buNone/>
              <a:defRPr sz="1400"/>
            </a:lvl1pPr>
          </a:lstStyle>
          <a:p>
            <a:r>
              <a:rPr lang="fr-FR"/>
              <a:t>Cliquez sur l'icône pour ajouter une image</a:t>
            </a:r>
            <a:endParaRPr lang="en-US" dirty="0"/>
          </a:p>
        </p:txBody>
      </p:sp>
      <p:sp>
        <p:nvSpPr>
          <p:cNvPr id="26" name="Picture Placeholder 3">
            <a:extLst>
              <a:ext uri="{FF2B5EF4-FFF2-40B4-BE49-F238E27FC236}">
                <a16:creationId xmlns:a16="http://schemas.microsoft.com/office/drawing/2014/main" id="{A45CB8E2-394E-796C-52EE-17D17DF169E6}"/>
              </a:ext>
              <a:ext uri="{C183D7F6-B498-43B3-948B-1728B52AA6E4}">
                <adec:decorative xmlns:adec="http://schemas.microsoft.com/office/drawing/2017/decorative" val="1"/>
              </a:ext>
            </a:extLst>
          </p:cNvPr>
          <p:cNvSpPr>
            <a:spLocks noGrp="1"/>
          </p:cNvSpPr>
          <p:nvPr>
            <p:ph type="pic" sz="quarter" idx="22"/>
          </p:nvPr>
        </p:nvSpPr>
        <p:spPr>
          <a:xfrm>
            <a:off x="9077470" y="1446213"/>
            <a:ext cx="2697480" cy="1522607"/>
          </a:xfrm>
        </p:spPr>
        <p:txBody>
          <a:bodyPr anchor="ctr"/>
          <a:lstStyle>
            <a:lvl1pPr marL="0" indent="0" algn="ctr">
              <a:buNone/>
              <a:defRPr sz="1400"/>
            </a:lvl1pPr>
          </a:lstStyle>
          <a:p>
            <a:r>
              <a:rPr lang="fr-FR"/>
              <a:t>Cliquez sur l'icône pour ajouter une image</a:t>
            </a:r>
            <a:endParaRPr lang="en-US" dirty="0"/>
          </a:p>
        </p:txBody>
      </p:sp>
    </p:spTree>
    <p:extLst>
      <p:ext uri="{BB962C8B-B14F-4D97-AF65-F5344CB8AC3E}">
        <p14:creationId xmlns:p14="http://schemas.microsoft.com/office/powerpoint/2010/main" val="391887102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Blue box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10" name="Text Placeholder 11">
            <a:extLst>
              <a:ext uri="{FF2B5EF4-FFF2-40B4-BE49-F238E27FC236}">
                <a16:creationId xmlns:a16="http://schemas.microsoft.com/office/drawing/2014/main" id="{E75B62F6-55F7-EC3C-2ED6-BBCF8B1F3040}"/>
              </a:ext>
            </a:extLst>
          </p:cNvPr>
          <p:cNvSpPr>
            <a:spLocks noGrp="1"/>
          </p:cNvSpPr>
          <p:nvPr>
            <p:ph type="body" sz="quarter" idx="14" hasCustomPrompt="1"/>
          </p:nvPr>
        </p:nvSpPr>
        <p:spPr>
          <a:xfrm>
            <a:off x="428624" y="1446213"/>
            <a:ext cx="2697480" cy="4630737"/>
          </a:xfrm>
          <a:solidFill>
            <a:schemeClr val="accent1"/>
          </a:solidFill>
        </p:spPr>
        <p:txBody>
          <a:bodyPr lIns="91440" tIns="91440" rIns="91440" bIns="45720" anchor="t">
            <a:noAutofit/>
          </a:bodyPr>
          <a:lstStyle>
            <a:lvl1pPr marL="0" indent="0" algn="l">
              <a:buNone/>
              <a:defRPr sz="2000">
                <a:solidFill>
                  <a:schemeClr val="bg1"/>
                </a:solidFill>
                <a:latin typeface="+mj-lt"/>
              </a:defRPr>
            </a:lvl1pPr>
          </a:lstStyle>
          <a:p>
            <a:pPr lvl="0"/>
            <a:r>
              <a:rPr lang="en-US" dirty="0"/>
              <a:t>Heading</a:t>
            </a:r>
          </a:p>
        </p:txBody>
      </p:sp>
      <p:sp>
        <p:nvSpPr>
          <p:cNvPr id="5" name="Content Placeholder 2">
            <a:extLst>
              <a:ext uri="{FF2B5EF4-FFF2-40B4-BE49-F238E27FC236}">
                <a16:creationId xmlns:a16="http://schemas.microsoft.com/office/drawing/2014/main" id="{10E88463-50FF-3CD8-E203-3C696879E54D}"/>
              </a:ext>
            </a:extLst>
          </p:cNvPr>
          <p:cNvSpPr>
            <a:spLocks noGrp="1"/>
          </p:cNvSpPr>
          <p:nvPr>
            <p:ph idx="12" hasCustomPrompt="1"/>
          </p:nvPr>
        </p:nvSpPr>
        <p:spPr>
          <a:xfrm>
            <a:off x="3126104" y="1446213"/>
            <a:ext cx="8640446" cy="4630737"/>
          </a:xfrm>
        </p:spPr>
        <p:txBody>
          <a:bodyPr lIns="137160" tIns="91440" rIns="91440" bIns="4572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4" name="Slide Number Placeholder 5">
            <a:extLst>
              <a:ext uri="{FF2B5EF4-FFF2-40B4-BE49-F238E27FC236}">
                <a16:creationId xmlns:a16="http://schemas.microsoft.com/office/drawing/2014/main" id="{A1B59311-C109-90D5-373E-703450BE4378}"/>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18320501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Imag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Content Placeholder 2">
            <a:extLst>
              <a:ext uri="{FF2B5EF4-FFF2-40B4-BE49-F238E27FC236}">
                <a16:creationId xmlns:a16="http://schemas.microsoft.com/office/drawing/2014/main" id="{2BCEDC2E-0B96-BB68-C6CE-4DEBC490BB97}"/>
              </a:ext>
            </a:extLst>
          </p:cNvPr>
          <p:cNvSpPr>
            <a:spLocks noGrp="1"/>
          </p:cNvSpPr>
          <p:nvPr>
            <p:ph idx="12" hasCustomPrompt="1"/>
          </p:nvPr>
        </p:nvSpPr>
        <p:spPr>
          <a:xfrm>
            <a:off x="3126104" y="1446213"/>
            <a:ext cx="8640446" cy="4630737"/>
          </a:xfrm>
        </p:spPr>
        <p:txBody>
          <a:bodyPr lIns="137160" tIns="91440" rIns="91440" bIns="4572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2816F5F7-DC15-93E3-03C3-BC68295C29D3}"/>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4" name="Picture Placeholder 3">
            <a:extLst>
              <a:ext uri="{FF2B5EF4-FFF2-40B4-BE49-F238E27FC236}">
                <a16:creationId xmlns:a16="http://schemas.microsoft.com/office/drawing/2014/main" id="{78F88F08-9355-72DC-FA2D-5379EE038153}"/>
              </a:ext>
              <a:ext uri="{C183D7F6-B498-43B3-948B-1728B52AA6E4}">
                <adec:decorative xmlns:adec="http://schemas.microsoft.com/office/drawing/2017/decorative" val="1"/>
              </a:ext>
            </a:extLst>
          </p:cNvPr>
          <p:cNvSpPr>
            <a:spLocks noGrp="1"/>
          </p:cNvSpPr>
          <p:nvPr>
            <p:ph type="pic" sz="quarter" idx="21"/>
          </p:nvPr>
        </p:nvSpPr>
        <p:spPr>
          <a:xfrm>
            <a:off x="428624" y="1446213"/>
            <a:ext cx="2697480" cy="4630737"/>
          </a:xfrm>
        </p:spPr>
        <p:txBody>
          <a:bodyPr anchor="ctr"/>
          <a:lstStyle>
            <a:lvl1pPr marL="0" indent="0" algn="ctr">
              <a:buNone/>
              <a:defRPr sz="1600"/>
            </a:lvl1pPr>
          </a:lstStyle>
          <a:p>
            <a:r>
              <a:rPr lang="fr-FR"/>
              <a:t>Cliquez sur l'icône pour ajouter une image</a:t>
            </a:r>
            <a:endParaRPr lang="en-US" dirty="0"/>
          </a:p>
        </p:txBody>
      </p:sp>
    </p:spTree>
    <p:extLst>
      <p:ext uri="{BB962C8B-B14F-4D97-AF65-F5344CB8AC3E}">
        <p14:creationId xmlns:p14="http://schemas.microsoft.com/office/powerpoint/2010/main" val="308298416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hree icons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1801504" y="1469073"/>
            <a:ext cx="9965046" cy="141732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5" name="Text Placeholder 11">
            <a:extLst>
              <a:ext uri="{FF2B5EF4-FFF2-40B4-BE49-F238E27FC236}">
                <a16:creationId xmlns:a16="http://schemas.microsoft.com/office/drawing/2014/main" id="{A1AB26F9-0173-EB8B-A0B2-71203D4C68A5}"/>
              </a:ext>
            </a:extLst>
          </p:cNvPr>
          <p:cNvSpPr>
            <a:spLocks noGrp="1"/>
          </p:cNvSpPr>
          <p:nvPr>
            <p:ph type="body" sz="quarter" idx="23" hasCustomPrompt="1"/>
          </p:nvPr>
        </p:nvSpPr>
        <p:spPr>
          <a:xfrm>
            <a:off x="1801504" y="3064352"/>
            <a:ext cx="9965046" cy="1417320"/>
          </a:xfrm>
        </p:spPr>
        <p:txBody>
          <a:bodyPr lIns="0" tIns="45720" rIns="0" bIns="45720" anchor="ctr"/>
          <a:lstStyle>
            <a:lvl1pPr marL="0" indent="0">
              <a:spcAft>
                <a:spcPts val="200"/>
              </a:spcAft>
              <a:buNone/>
              <a:defRPr sz="1600">
                <a:solidFill>
                  <a:schemeClr val="accent3"/>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6" name="Text Placeholder 11">
            <a:extLst>
              <a:ext uri="{FF2B5EF4-FFF2-40B4-BE49-F238E27FC236}">
                <a16:creationId xmlns:a16="http://schemas.microsoft.com/office/drawing/2014/main" id="{C5BC671B-E3BA-C641-C295-075806A97A8B}"/>
              </a:ext>
            </a:extLst>
          </p:cNvPr>
          <p:cNvSpPr>
            <a:spLocks noGrp="1"/>
          </p:cNvSpPr>
          <p:nvPr>
            <p:ph type="body" sz="quarter" idx="24" hasCustomPrompt="1"/>
          </p:nvPr>
        </p:nvSpPr>
        <p:spPr>
          <a:xfrm>
            <a:off x="1801504" y="4659630"/>
            <a:ext cx="9965046" cy="1417320"/>
          </a:xfrm>
        </p:spPr>
        <p:txBody>
          <a:bodyPr lIns="0" tIns="45720" rIns="0" bIns="45720" anchor="ctr"/>
          <a:lstStyle>
            <a:lvl1pPr marL="0" indent="0">
              <a:spcAft>
                <a:spcPts val="200"/>
              </a:spcAft>
              <a:buNone/>
              <a:defRPr sz="1600">
                <a:solidFill>
                  <a:schemeClr val="accent5"/>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9" name="Slide Number Placeholder 5">
            <a:extLst>
              <a:ext uri="{FF2B5EF4-FFF2-40B4-BE49-F238E27FC236}">
                <a16:creationId xmlns:a16="http://schemas.microsoft.com/office/drawing/2014/main" id="{B8D7EE73-BD0F-1407-31F4-45DE38083EA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1" name="Group 10">
            <a:extLst>
              <a:ext uri="{FF2B5EF4-FFF2-40B4-BE49-F238E27FC236}">
                <a16:creationId xmlns:a16="http://schemas.microsoft.com/office/drawing/2014/main" id="{055B8971-4A56-8869-5B97-CA90764D9B26}"/>
              </a:ext>
              <a:ext uri="{C183D7F6-B498-43B3-948B-1728B52AA6E4}">
                <adec:decorative xmlns:adec="http://schemas.microsoft.com/office/drawing/2017/decorative" val="1"/>
              </a:ext>
            </a:extLst>
          </p:cNvPr>
          <p:cNvGrpSpPr/>
          <p:nvPr userDrawn="1"/>
        </p:nvGrpSpPr>
        <p:grpSpPr>
          <a:xfrm>
            <a:off x="1799590" y="2975372"/>
            <a:ext cx="9966960" cy="1595279"/>
            <a:chOff x="1799590" y="2975372"/>
            <a:chExt cx="9966960" cy="1595279"/>
          </a:xfrm>
        </p:grpSpPr>
        <p:cxnSp>
          <p:nvCxnSpPr>
            <p:cNvPr id="4" name="Straight Connector 3">
              <a:extLst>
                <a:ext uri="{FF2B5EF4-FFF2-40B4-BE49-F238E27FC236}">
                  <a16:creationId xmlns:a16="http://schemas.microsoft.com/office/drawing/2014/main" id="{B7476357-305F-5973-5369-7AC81D8D5961}"/>
                </a:ext>
              </a:extLst>
            </p:cNvPr>
            <p:cNvCxnSpPr>
              <a:cxnSpLocks/>
            </p:cNvCxnSpPr>
            <p:nvPr userDrawn="1"/>
          </p:nvCxnSpPr>
          <p:spPr>
            <a:xfrm>
              <a:off x="1799590" y="2975372"/>
              <a:ext cx="996696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FD72055C-7159-2B40-7017-C8F627D20E68}"/>
                </a:ext>
              </a:extLst>
            </p:cNvPr>
            <p:cNvCxnSpPr>
              <a:cxnSpLocks/>
            </p:cNvCxnSpPr>
            <p:nvPr userDrawn="1"/>
          </p:nvCxnSpPr>
          <p:spPr>
            <a:xfrm>
              <a:off x="1799590" y="4570651"/>
              <a:ext cx="996696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10" name="Picture Placeholder 9">
            <a:extLst>
              <a:ext uri="{FF2B5EF4-FFF2-40B4-BE49-F238E27FC236}">
                <a16:creationId xmlns:a16="http://schemas.microsoft.com/office/drawing/2014/main" id="{7B65EF11-27C6-3489-DD6F-30BE392A095F}"/>
              </a:ext>
              <a:ext uri="{C183D7F6-B498-43B3-948B-1728B52AA6E4}">
                <adec:decorative xmlns:adec="http://schemas.microsoft.com/office/drawing/2017/decorative" val="1"/>
              </a:ext>
            </a:extLst>
          </p:cNvPr>
          <p:cNvSpPr>
            <a:spLocks noGrp="1" noChangeAspect="1"/>
          </p:cNvSpPr>
          <p:nvPr>
            <p:ph type="pic" sz="quarter" idx="20" hasCustomPrompt="1"/>
          </p:nvPr>
        </p:nvSpPr>
        <p:spPr>
          <a:xfrm>
            <a:off x="425450" y="1583373"/>
            <a:ext cx="1188720" cy="1188720"/>
          </a:xfrm>
          <a:prstGeom prst="rect">
            <a:avLst/>
          </a:prstGeom>
        </p:spPr>
        <p:txBody>
          <a:bodyPr anchor="ctr"/>
          <a:lstStyle>
            <a:lvl1pPr marL="0" indent="0" algn="ctr">
              <a:buNone/>
              <a:defRPr sz="1200"/>
            </a:lvl1pPr>
          </a:lstStyle>
          <a:p>
            <a:r>
              <a:rPr lang="en-US" dirty="0"/>
              <a:t>Click here to add icon</a:t>
            </a:r>
          </a:p>
        </p:txBody>
      </p:sp>
      <p:sp>
        <p:nvSpPr>
          <p:cNvPr id="14" name="Picture Placeholder 9">
            <a:extLst>
              <a:ext uri="{FF2B5EF4-FFF2-40B4-BE49-F238E27FC236}">
                <a16:creationId xmlns:a16="http://schemas.microsoft.com/office/drawing/2014/main" id="{34FDC33C-83ED-0DED-F0E9-23BB9B01EA18}"/>
              </a:ext>
              <a:ext uri="{C183D7F6-B498-43B3-948B-1728B52AA6E4}">
                <adec:decorative xmlns:adec="http://schemas.microsoft.com/office/drawing/2017/decorative" val="1"/>
              </a:ext>
            </a:extLst>
          </p:cNvPr>
          <p:cNvSpPr>
            <a:spLocks noGrp="1" noChangeAspect="1"/>
          </p:cNvSpPr>
          <p:nvPr>
            <p:ph type="pic" sz="quarter" idx="21" hasCustomPrompt="1"/>
          </p:nvPr>
        </p:nvSpPr>
        <p:spPr>
          <a:xfrm>
            <a:off x="425450" y="3178652"/>
            <a:ext cx="1188720" cy="1188720"/>
          </a:xfrm>
          <a:prstGeom prst="rect">
            <a:avLst/>
          </a:prstGeom>
        </p:spPr>
        <p:txBody>
          <a:bodyPr anchor="ctr"/>
          <a:lstStyle>
            <a:lvl1pPr marL="0" indent="0" algn="ctr">
              <a:buNone/>
              <a:defRPr sz="1200"/>
            </a:lvl1pPr>
          </a:lstStyle>
          <a:p>
            <a:pPr marL="0" marR="0" lvl="0" indent="0" algn="ctr"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None/>
              <a:tabLst/>
              <a:defRPr/>
            </a:pPr>
            <a:r>
              <a:rPr lang="en-US" dirty="0"/>
              <a:t>Click here to add icon</a:t>
            </a:r>
          </a:p>
        </p:txBody>
      </p:sp>
      <p:sp>
        <p:nvSpPr>
          <p:cNvPr id="15" name="Picture Placeholder 9">
            <a:extLst>
              <a:ext uri="{FF2B5EF4-FFF2-40B4-BE49-F238E27FC236}">
                <a16:creationId xmlns:a16="http://schemas.microsoft.com/office/drawing/2014/main" id="{C01BBE2D-9FF8-C873-8A2E-50CE50A2A903}"/>
              </a:ext>
              <a:ext uri="{C183D7F6-B498-43B3-948B-1728B52AA6E4}">
                <adec:decorative xmlns:adec="http://schemas.microsoft.com/office/drawing/2017/decorative" val="1"/>
              </a:ext>
            </a:extLst>
          </p:cNvPr>
          <p:cNvSpPr>
            <a:spLocks noGrp="1" noChangeAspect="1"/>
          </p:cNvSpPr>
          <p:nvPr>
            <p:ph type="pic" sz="quarter" idx="22" hasCustomPrompt="1"/>
          </p:nvPr>
        </p:nvSpPr>
        <p:spPr>
          <a:xfrm>
            <a:off x="425450" y="4773930"/>
            <a:ext cx="1188720" cy="1188720"/>
          </a:xfrm>
          <a:prstGeom prst="rect">
            <a:avLst/>
          </a:prstGeom>
        </p:spPr>
        <p:txBody>
          <a:bodyPr anchor="ctr"/>
          <a:lstStyle>
            <a:lvl1pPr marL="0" indent="0" algn="ctr">
              <a:buNone/>
              <a:defRPr sz="1200"/>
            </a:lvl1pPr>
          </a:lstStyle>
          <a:p>
            <a:pPr marL="0" marR="0" lvl="0" indent="0" algn="ctr"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None/>
              <a:tabLst/>
              <a:defRPr/>
            </a:pPr>
            <a:r>
              <a:rPr lang="en-US" dirty="0"/>
              <a:t>Click here to add icon</a:t>
            </a:r>
          </a:p>
        </p:txBody>
      </p:sp>
    </p:spTree>
    <p:extLst>
      <p:ext uri="{BB962C8B-B14F-4D97-AF65-F5344CB8AC3E}">
        <p14:creationId xmlns:p14="http://schemas.microsoft.com/office/powerpoint/2010/main" val="317333615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Eight icons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11" name="Text Placeholder 11">
            <a:extLst>
              <a:ext uri="{FF2B5EF4-FFF2-40B4-BE49-F238E27FC236}">
                <a16:creationId xmlns:a16="http://schemas.microsoft.com/office/drawing/2014/main" id="{AD89EBC5-7786-3168-7F27-AA8125DACF78}"/>
              </a:ext>
            </a:extLst>
          </p:cNvPr>
          <p:cNvSpPr>
            <a:spLocks noGrp="1"/>
          </p:cNvSpPr>
          <p:nvPr>
            <p:ph type="body" sz="quarter" idx="36" hasCustomPrompt="1"/>
          </p:nvPr>
        </p:nvSpPr>
        <p:spPr>
          <a:xfrm>
            <a:off x="1512137" y="1307023"/>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5" name="Text Placeholder 11">
            <a:extLst>
              <a:ext uri="{FF2B5EF4-FFF2-40B4-BE49-F238E27FC236}">
                <a16:creationId xmlns:a16="http://schemas.microsoft.com/office/drawing/2014/main" id="{12771577-6DF7-C28B-98C1-13903E641423}"/>
              </a:ext>
            </a:extLst>
          </p:cNvPr>
          <p:cNvSpPr>
            <a:spLocks noGrp="1"/>
          </p:cNvSpPr>
          <p:nvPr>
            <p:ph type="body" sz="quarter" idx="39" hasCustomPrompt="1"/>
          </p:nvPr>
        </p:nvSpPr>
        <p:spPr>
          <a:xfrm>
            <a:off x="1512137" y="2562105"/>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3" name="Text Placeholder 11">
            <a:extLst>
              <a:ext uri="{FF2B5EF4-FFF2-40B4-BE49-F238E27FC236}">
                <a16:creationId xmlns:a16="http://schemas.microsoft.com/office/drawing/2014/main" id="{70C21BF9-98CF-2439-2FC3-3163C556C2CB}"/>
              </a:ext>
            </a:extLst>
          </p:cNvPr>
          <p:cNvSpPr>
            <a:spLocks noGrp="1"/>
          </p:cNvSpPr>
          <p:nvPr>
            <p:ph type="body" sz="quarter" idx="38" hasCustomPrompt="1"/>
          </p:nvPr>
        </p:nvSpPr>
        <p:spPr>
          <a:xfrm>
            <a:off x="1512137" y="3817187"/>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2" name="Text Placeholder 11">
            <a:extLst>
              <a:ext uri="{FF2B5EF4-FFF2-40B4-BE49-F238E27FC236}">
                <a16:creationId xmlns:a16="http://schemas.microsoft.com/office/drawing/2014/main" id="{8ACBFC19-88E9-647B-456B-987298401E2E}"/>
              </a:ext>
            </a:extLst>
          </p:cNvPr>
          <p:cNvSpPr>
            <a:spLocks noGrp="1"/>
          </p:cNvSpPr>
          <p:nvPr>
            <p:ph type="body" sz="quarter" idx="37" hasCustomPrompt="1"/>
          </p:nvPr>
        </p:nvSpPr>
        <p:spPr>
          <a:xfrm>
            <a:off x="1512137" y="5072270"/>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8" name="Text Placeholder 11">
            <a:extLst>
              <a:ext uri="{FF2B5EF4-FFF2-40B4-BE49-F238E27FC236}">
                <a16:creationId xmlns:a16="http://schemas.microsoft.com/office/drawing/2014/main" id="{E7C72D8B-534B-6DE5-0B48-3CB97967D311}"/>
              </a:ext>
            </a:extLst>
          </p:cNvPr>
          <p:cNvSpPr>
            <a:spLocks noGrp="1"/>
          </p:cNvSpPr>
          <p:nvPr>
            <p:ph type="body" sz="quarter" idx="40" hasCustomPrompt="1"/>
          </p:nvPr>
        </p:nvSpPr>
        <p:spPr>
          <a:xfrm>
            <a:off x="7385531" y="1307023"/>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9" name="Text Placeholder 11">
            <a:extLst>
              <a:ext uri="{FF2B5EF4-FFF2-40B4-BE49-F238E27FC236}">
                <a16:creationId xmlns:a16="http://schemas.microsoft.com/office/drawing/2014/main" id="{E56446B9-85DF-3D97-4D7B-6A4467036639}"/>
              </a:ext>
            </a:extLst>
          </p:cNvPr>
          <p:cNvSpPr>
            <a:spLocks noGrp="1"/>
          </p:cNvSpPr>
          <p:nvPr>
            <p:ph type="body" sz="quarter" idx="41" hasCustomPrompt="1"/>
          </p:nvPr>
        </p:nvSpPr>
        <p:spPr>
          <a:xfrm>
            <a:off x="7385531" y="2562105"/>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32" name="Text Placeholder 11">
            <a:extLst>
              <a:ext uri="{FF2B5EF4-FFF2-40B4-BE49-F238E27FC236}">
                <a16:creationId xmlns:a16="http://schemas.microsoft.com/office/drawing/2014/main" id="{CE2966E9-E5B2-905D-1BF4-C087E4D1BD05}"/>
              </a:ext>
            </a:extLst>
          </p:cNvPr>
          <p:cNvSpPr>
            <a:spLocks noGrp="1"/>
          </p:cNvSpPr>
          <p:nvPr>
            <p:ph type="body" sz="quarter" idx="42" hasCustomPrompt="1"/>
          </p:nvPr>
        </p:nvSpPr>
        <p:spPr>
          <a:xfrm>
            <a:off x="7385531" y="3817187"/>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33" name="Text Placeholder 11">
            <a:extLst>
              <a:ext uri="{FF2B5EF4-FFF2-40B4-BE49-F238E27FC236}">
                <a16:creationId xmlns:a16="http://schemas.microsoft.com/office/drawing/2014/main" id="{2291F0A7-9B4B-3796-A3FB-37ECE65A9A89}"/>
              </a:ext>
            </a:extLst>
          </p:cNvPr>
          <p:cNvSpPr>
            <a:spLocks noGrp="1"/>
          </p:cNvSpPr>
          <p:nvPr>
            <p:ph type="body" sz="quarter" idx="43" hasCustomPrompt="1"/>
          </p:nvPr>
        </p:nvSpPr>
        <p:spPr>
          <a:xfrm>
            <a:off x="7385531" y="5072270"/>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3" name="Slide Number Placeholder 5">
            <a:extLst>
              <a:ext uri="{FF2B5EF4-FFF2-40B4-BE49-F238E27FC236}">
                <a16:creationId xmlns:a16="http://schemas.microsoft.com/office/drawing/2014/main" id="{88F45AF8-A8C0-A223-DBED-02A7C9E91BF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4" name="Group 3">
            <a:extLst>
              <a:ext uri="{FF2B5EF4-FFF2-40B4-BE49-F238E27FC236}">
                <a16:creationId xmlns:a16="http://schemas.microsoft.com/office/drawing/2014/main" id="{D4998533-267D-FA29-C957-06907F5AB9F7}"/>
              </a:ext>
              <a:ext uri="{C183D7F6-B498-43B3-948B-1728B52AA6E4}">
                <adec:decorative xmlns:adec="http://schemas.microsoft.com/office/drawing/2017/decorative" val="1"/>
              </a:ext>
            </a:extLst>
          </p:cNvPr>
          <p:cNvGrpSpPr/>
          <p:nvPr userDrawn="1"/>
        </p:nvGrpSpPr>
        <p:grpSpPr>
          <a:xfrm>
            <a:off x="1512137" y="2437484"/>
            <a:ext cx="10262514" cy="2510164"/>
            <a:chOff x="1512137" y="2437484"/>
            <a:chExt cx="10262514" cy="2510164"/>
          </a:xfrm>
        </p:grpSpPr>
        <p:cxnSp>
          <p:nvCxnSpPr>
            <p:cNvPr id="6" name="Straight Connector 5">
              <a:extLst>
                <a:ext uri="{FF2B5EF4-FFF2-40B4-BE49-F238E27FC236}">
                  <a16:creationId xmlns:a16="http://schemas.microsoft.com/office/drawing/2014/main" id="{3C5E0B42-4FAD-B122-9855-574B2EA9EF99}"/>
                </a:ext>
              </a:extLst>
            </p:cNvPr>
            <p:cNvCxnSpPr>
              <a:cxnSpLocks/>
            </p:cNvCxnSpPr>
            <p:nvPr userDrawn="1"/>
          </p:nvCxnSpPr>
          <p:spPr>
            <a:xfrm>
              <a:off x="1512137" y="2437484"/>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B11C842-3283-E596-DE19-3297AED53101}"/>
                </a:ext>
              </a:extLst>
            </p:cNvPr>
            <p:cNvCxnSpPr>
              <a:cxnSpLocks/>
            </p:cNvCxnSpPr>
            <p:nvPr userDrawn="1"/>
          </p:nvCxnSpPr>
          <p:spPr>
            <a:xfrm>
              <a:off x="1512137" y="3692566"/>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1378A91-CE46-5522-9C0B-EA8A8EEE264C}"/>
                </a:ext>
              </a:extLst>
            </p:cNvPr>
            <p:cNvCxnSpPr>
              <a:cxnSpLocks/>
            </p:cNvCxnSpPr>
            <p:nvPr userDrawn="1"/>
          </p:nvCxnSpPr>
          <p:spPr>
            <a:xfrm>
              <a:off x="1512137" y="4947648"/>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4455D23A-01AB-588F-517A-144079958FC2}"/>
                </a:ext>
              </a:extLst>
            </p:cNvPr>
            <p:cNvCxnSpPr>
              <a:cxnSpLocks/>
            </p:cNvCxnSpPr>
            <p:nvPr userDrawn="1"/>
          </p:nvCxnSpPr>
          <p:spPr>
            <a:xfrm>
              <a:off x="7385531" y="2437484"/>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326F57-826B-3ACC-E1E9-43A337E58CE7}"/>
                </a:ext>
              </a:extLst>
            </p:cNvPr>
            <p:cNvCxnSpPr>
              <a:cxnSpLocks/>
            </p:cNvCxnSpPr>
            <p:nvPr userDrawn="1"/>
          </p:nvCxnSpPr>
          <p:spPr>
            <a:xfrm>
              <a:off x="7385531" y="3692566"/>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9BA8E10-C301-B50F-BA49-15050943AAD9}"/>
                </a:ext>
              </a:extLst>
            </p:cNvPr>
            <p:cNvCxnSpPr>
              <a:cxnSpLocks/>
            </p:cNvCxnSpPr>
            <p:nvPr userDrawn="1"/>
          </p:nvCxnSpPr>
          <p:spPr>
            <a:xfrm>
              <a:off x="7385531" y="4947648"/>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24" name="Picture Placeholder 9">
            <a:extLst>
              <a:ext uri="{FF2B5EF4-FFF2-40B4-BE49-F238E27FC236}">
                <a16:creationId xmlns:a16="http://schemas.microsoft.com/office/drawing/2014/main" id="{B43F4B7B-2CB6-3C5D-41D4-F0733252324A}"/>
              </a:ext>
              <a:ext uri="{C183D7F6-B498-43B3-948B-1728B52AA6E4}">
                <adec:decorative xmlns:adec="http://schemas.microsoft.com/office/drawing/2017/decorative" val="1"/>
              </a:ext>
            </a:extLst>
          </p:cNvPr>
          <p:cNvSpPr>
            <a:spLocks noGrp="1" noChangeAspect="1"/>
          </p:cNvSpPr>
          <p:nvPr>
            <p:ph type="pic" sz="quarter" idx="28" hasCustomPrompt="1"/>
          </p:nvPr>
        </p:nvSpPr>
        <p:spPr>
          <a:xfrm>
            <a:off x="425450" y="1352743"/>
            <a:ext cx="914400" cy="914400"/>
          </a:xfrm>
          <a:prstGeom prst="rect">
            <a:avLst/>
          </a:prstGeom>
        </p:spPr>
        <p:txBody>
          <a:bodyPr anchor="ctr"/>
          <a:lstStyle>
            <a:lvl1pPr marL="0" indent="0" algn="ctr">
              <a:buNone/>
              <a:defRPr sz="1200"/>
            </a:lvl1pPr>
          </a:lstStyle>
          <a:p>
            <a:r>
              <a:rPr lang="en-US" dirty="0"/>
              <a:t>Click here to add icon</a:t>
            </a:r>
          </a:p>
        </p:txBody>
      </p:sp>
      <p:sp>
        <p:nvSpPr>
          <p:cNvPr id="26" name="Picture Placeholder 9">
            <a:extLst>
              <a:ext uri="{FF2B5EF4-FFF2-40B4-BE49-F238E27FC236}">
                <a16:creationId xmlns:a16="http://schemas.microsoft.com/office/drawing/2014/main" id="{EB7D8D35-559F-0ECB-0A77-87FEE0425347}"/>
              </a:ext>
              <a:ext uri="{C183D7F6-B498-43B3-948B-1728B52AA6E4}">
                <adec:decorative xmlns:adec="http://schemas.microsoft.com/office/drawing/2017/decorative" val="1"/>
              </a:ext>
            </a:extLst>
          </p:cNvPr>
          <p:cNvSpPr>
            <a:spLocks noGrp="1" noChangeAspect="1"/>
          </p:cNvSpPr>
          <p:nvPr>
            <p:ph type="pic" sz="quarter" idx="30" hasCustomPrompt="1"/>
          </p:nvPr>
        </p:nvSpPr>
        <p:spPr>
          <a:xfrm>
            <a:off x="425450" y="2607825"/>
            <a:ext cx="914400" cy="914400"/>
          </a:xfrm>
          <a:prstGeom prst="rect">
            <a:avLst/>
          </a:prstGeom>
        </p:spPr>
        <p:txBody>
          <a:bodyPr anchor="ctr"/>
          <a:lstStyle>
            <a:lvl1pPr marL="0" indent="0" algn="ctr">
              <a:buNone/>
              <a:defRPr sz="1200"/>
            </a:lvl1pPr>
          </a:lstStyle>
          <a:p>
            <a:r>
              <a:rPr lang="en-US" dirty="0"/>
              <a:t>Click here to add icon</a:t>
            </a:r>
          </a:p>
        </p:txBody>
      </p:sp>
      <p:sp>
        <p:nvSpPr>
          <p:cNvPr id="28" name="Picture Placeholder 9">
            <a:extLst>
              <a:ext uri="{FF2B5EF4-FFF2-40B4-BE49-F238E27FC236}">
                <a16:creationId xmlns:a16="http://schemas.microsoft.com/office/drawing/2014/main" id="{0815622D-F593-5765-4DE3-9C3B3DA20081}"/>
              </a:ext>
              <a:ext uri="{C183D7F6-B498-43B3-948B-1728B52AA6E4}">
                <adec:decorative xmlns:adec="http://schemas.microsoft.com/office/drawing/2017/decorative" val="1"/>
              </a:ext>
            </a:extLst>
          </p:cNvPr>
          <p:cNvSpPr>
            <a:spLocks noGrp="1" noChangeAspect="1"/>
          </p:cNvSpPr>
          <p:nvPr>
            <p:ph type="pic" sz="quarter" idx="32" hasCustomPrompt="1"/>
          </p:nvPr>
        </p:nvSpPr>
        <p:spPr>
          <a:xfrm>
            <a:off x="425450" y="3862907"/>
            <a:ext cx="914400" cy="914400"/>
          </a:xfrm>
          <a:prstGeom prst="rect">
            <a:avLst/>
          </a:prstGeom>
        </p:spPr>
        <p:txBody>
          <a:bodyPr anchor="ctr"/>
          <a:lstStyle>
            <a:lvl1pPr marL="0" indent="0" algn="ctr">
              <a:buNone/>
              <a:defRPr sz="1200"/>
            </a:lvl1pPr>
          </a:lstStyle>
          <a:p>
            <a:r>
              <a:rPr lang="en-US" dirty="0"/>
              <a:t>Click here to add icon</a:t>
            </a:r>
          </a:p>
        </p:txBody>
      </p:sp>
      <p:sp>
        <p:nvSpPr>
          <p:cNvPr id="30" name="Picture Placeholder 9">
            <a:extLst>
              <a:ext uri="{FF2B5EF4-FFF2-40B4-BE49-F238E27FC236}">
                <a16:creationId xmlns:a16="http://schemas.microsoft.com/office/drawing/2014/main" id="{B1B97117-9F24-6123-995B-5C808A68E78F}"/>
              </a:ext>
              <a:ext uri="{C183D7F6-B498-43B3-948B-1728B52AA6E4}">
                <adec:decorative xmlns:adec="http://schemas.microsoft.com/office/drawing/2017/decorative" val="1"/>
              </a:ext>
            </a:extLst>
          </p:cNvPr>
          <p:cNvSpPr>
            <a:spLocks noGrp="1" noChangeAspect="1"/>
          </p:cNvSpPr>
          <p:nvPr>
            <p:ph type="pic" sz="quarter" idx="34" hasCustomPrompt="1"/>
          </p:nvPr>
        </p:nvSpPr>
        <p:spPr>
          <a:xfrm>
            <a:off x="425450" y="5117990"/>
            <a:ext cx="914400" cy="914400"/>
          </a:xfrm>
          <a:prstGeom prst="rect">
            <a:avLst/>
          </a:prstGeom>
        </p:spPr>
        <p:txBody>
          <a:bodyPr anchor="ctr"/>
          <a:lstStyle>
            <a:lvl1pPr marL="0" indent="0" algn="ctr">
              <a:buNone/>
              <a:defRPr sz="1200"/>
            </a:lvl1pPr>
          </a:lstStyle>
          <a:p>
            <a:r>
              <a:rPr lang="en-US" dirty="0"/>
              <a:t>Click here to add icon</a:t>
            </a:r>
          </a:p>
        </p:txBody>
      </p:sp>
      <p:sp>
        <p:nvSpPr>
          <p:cNvPr id="25" name="Picture Placeholder 9">
            <a:extLst>
              <a:ext uri="{FF2B5EF4-FFF2-40B4-BE49-F238E27FC236}">
                <a16:creationId xmlns:a16="http://schemas.microsoft.com/office/drawing/2014/main" id="{0D74B06B-61ED-CEFB-E3B3-9FC646969EA4}"/>
              </a:ext>
              <a:ext uri="{C183D7F6-B498-43B3-948B-1728B52AA6E4}">
                <adec:decorative xmlns:adec="http://schemas.microsoft.com/office/drawing/2017/decorative" val="1"/>
              </a:ext>
            </a:extLst>
          </p:cNvPr>
          <p:cNvSpPr>
            <a:spLocks noGrp="1" noChangeAspect="1"/>
          </p:cNvSpPr>
          <p:nvPr>
            <p:ph type="pic" sz="quarter" idx="29" hasCustomPrompt="1"/>
          </p:nvPr>
        </p:nvSpPr>
        <p:spPr>
          <a:xfrm>
            <a:off x="6305389" y="1352743"/>
            <a:ext cx="914400" cy="914400"/>
          </a:xfrm>
          <a:prstGeom prst="rect">
            <a:avLst/>
          </a:prstGeom>
        </p:spPr>
        <p:txBody>
          <a:bodyPr anchor="ctr"/>
          <a:lstStyle>
            <a:lvl1pPr marL="0" indent="0" algn="ctr">
              <a:buNone/>
              <a:defRPr sz="1200"/>
            </a:lvl1pPr>
          </a:lstStyle>
          <a:p>
            <a:r>
              <a:rPr lang="en-US" dirty="0"/>
              <a:t>Click here to add icon</a:t>
            </a:r>
          </a:p>
        </p:txBody>
      </p:sp>
      <p:sp>
        <p:nvSpPr>
          <p:cNvPr id="27" name="Picture Placeholder 9">
            <a:extLst>
              <a:ext uri="{FF2B5EF4-FFF2-40B4-BE49-F238E27FC236}">
                <a16:creationId xmlns:a16="http://schemas.microsoft.com/office/drawing/2014/main" id="{C8F1CBD6-68D2-0E56-C57A-4BB197422862}"/>
              </a:ext>
              <a:ext uri="{C183D7F6-B498-43B3-948B-1728B52AA6E4}">
                <adec:decorative xmlns:adec="http://schemas.microsoft.com/office/drawing/2017/decorative" val="1"/>
              </a:ext>
            </a:extLst>
          </p:cNvPr>
          <p:cNvSpPr>
            <a:spLocks noGrp="1" noChangeAspect="1"/>
          </p:cNvSpPr>
          <p:nvPr>
            <p:ph type="pic" sz="quarter" idx="31" hasCustomPrompt="1"/>
          </p:nvPr>
        </p:nvSpPr>
        <p:spPr>
          <a:xfrm>
            <a:off x="6305389" y="2607825"/>
            <a:ext cx="914400" cy="914400"/>
          </a:xfrm>
          <a:prstGeom prst="rect">
            <a:avLst/>
          </a:prstGeom>
        </p:spPr>
        <p:txBody>
          <a:bodyPr anchor="ctr"/>
          <a:lstStyle>
            <a:lvl1pPr marL="0" indent="0" algn="ctr">
              <a:buNone/>
              <a:defRPr sz="1200"/>
            </a:lvl1pPr>
          </a:lstStyle>
          <a:p>
            <a:r>
              <a:rPr lang="en-US" dirty="0"/>
              <a:t>Click here to add icon</a:t>
            </a:r>
          </a:p>
        </p:txBody>
      </p:sp>
      <p:sp>
        <p:nvSpPr>
          <p:cNvPr id="29" name="Picture Placeholder 9">
            <a:extLst>
              <a:ext uri="{FF2B5EF4-FFF2-40B4-BE49-F238E27FC236}">
                <a16:creationId xmlns:a16="http://schemas.microsoft.com/office/drawing/2014/main" id="{8A4B5D9B-DD42-E12C-B8B1-D148773ADFC2}"/>
              </a:ext>
              <a:ext uri="{C183D7F6-B498-43B3-948B-1728B52AA6E4}">
                <adec:decorative xmlns:adec="http://schemas.microsoft.com/office/drawing/2017/decorative" val="1"/>
              </a:ext>
            </a:extLst>
          </p:cNvPr>
          <p:cNvSpPr>
            <a:spLocks noGrp="1" noChangeAspect="1"/>
          </p:cNvSpPr>
          <p:nvPr>
            <p:ph type="pic" sz="quarter" idx="33" hasCustomPrompt="1"/>
          </p:nvPr>
        </p:nvSpPr>
        <p:spPr>
          <a:xfrm>
            <a:off x="6305389" y="3862907"/>
            <a:ext cx="914400" cy="914400"/>
          </a:xfrm>
          <a:prstGeom prst="rect">
            <a:avLst/>
          </a:prstGeom>
        </p:spPr>
        <p:txBody>
          <a:bodyPr anchor="ctr"/>
          <a:lstStyle>
            <a:lvl1pPr marL="0" indent="0" algn="ctr">
              <a:buNone/>
              <a:defRPr sz="1200"/>
            </a:lvl1pPr>
          </a:lstStyle>
          <a:p>
            <a:r>
              <a:rPr lang="en-US" dirty="0"/>
              <a:t>Click here to add icon</a:t>
            </a:r>
          </a:p>
        </p:txBody>
      </p:sp>
      <p:sp>
        <p:nvSpPr>
          <p:cNvPr id="31" name="Picture Placeholder 9">
            <a:extLst>
              <a:ext uri="{FF2B5EF4-FFF2-40B4-BE49-F238E27FC236}">
                <a16:creationId xmlns:a16="http://schemas.microsoft.com/office/drawing/2014/main" id="{4FE3643B-04DC-9C04-EC21-6FC260035471}"/>
              </a:ext>
              <a:ext uri="{C183D7F6-B498-43B3-948B-1728B52AA6E4}">
                <adec:decorative xmlns:adec="http://schemas.microsoft.com/office/drawing/2017/decorative" val="1"/>
              </a:ext>
            </a:extLst>
          </p:cNvPr>
          <p:cNvSpPr>
            <a:spLocks noGrp="1" noChangeAspect="1"/>
          </p:cNvSpPr>
          <p:nvPr>
            <p:ph type="pic" sz="quarter" idx="35" hasCustomPrompt="1"/>
          </p:nvPr>
        </p:nvSpPr>
        <p:spPr>
          <a:xfrm>
            <a:off x="6305389" y="5117990"/>
            <a:ext cx="914400" cy="914400"/>
          </a:xfrm>
          <a:prstGeom prst="rect">
            <a:avLst/>
          </a:prstGeom>
        </p:spPr>
        <p:txBody>
          <a:bodyPr anchor="ctr"/>
          <a:lstStyle>
            <a:lvl1pPr marL="0" indent="0" algn="ctr">
              <a:buNone/>
              <a:defRPr sz="1200"/>
            </a:lvl1pPr>
          </a:lstStyle>
          <a:p>
            <a:r>
              <a:rPr lang="en-US" dirty="0"/>
              <a:t>Click here to add icon</a:t>
            </a:r>
          </a:p>
        </p:txBody>
      </p:sp>
    </p:spTree>
    <p:extLst>
      <p:ext uri="{BB962C8B-B14F-4D97-AF65-F5344CB8AC3E}">
        <p14:creationId xmlns:p14="http://schemas.microsoft.com/office/powerpoint/2010/main" val="166490713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ur circle tex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11" name="Text Placeholder 11">
            <a:extLst>
              <a:ext uri="{FF2B5EF4-FFF2-40B4-BE49-F238E27FC236}">
                <a16:creationId xmlns:a16="http://schemas.microsoft.com/office/drawing/2014/main" id="{A89770E9-16F2-7FFA-DCB8-9440D4376679}"/>
              </a:ext>
            </a:extLst>
          </p:cNvPr>
          <p:cNvSpPr>
            <a:spLocks noGrp="1" noChangeAspect="1"/>
          </p:cNvSpPr>
          <p:nvPr>
            <p:ph type="body" sz="quarter" idx="14" hasCustomPrompt="1"/>
          </p:nvPr>
        </p:nvSpPr>
        <p:spPr>
          <a:xfrm>
            <a:off x="425450" y="1446213"/>
            <a:ext cx="1051560" cy="105156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4" name="Text Placeholder 11">
            <a:extLst>
              <a:ext uri="{FF2B5EF4-FFF2-40B4-BE49-F238E27FC236}">
                <a16:creationId xmlns:a16="http://schemas.microsoft.com/office/drawing/2014/main" id="{F190266A-6EA5-DA1F-2689-9203581580EC}"/>
              </a:ext>
            </a:extLst>
          </p:cNvPr>
          <p:cNvSpPr>
            <a:spLocks noGrp="1"/>
          </p:cNvSpPr>
          <p:nvPr>
            <p:ph type="body" sz="quarter" idx="36" hasCustomPrompt="1"/>
          </p:nvPr>
        </p:nvSpPr>
        <p:spPr>
          <a:xfrm>
            <a:off x="1643606" y="1469073"/>
            <a:ext cx="10122944"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2" name="Text Placeholder 11">
            <a:extLst>
              <a:ext uri="{FF2B5EF4-FFF2-40B4-BE49-F238E27FC236}">
                <a16:creationId xmlns:a16="http://schemas.microsoft.com/office/drawing/2014/main" id="{51F13AE0-9183-D602-5CE3-A9A8CFB65524}"/>
              </a:ext>
            </a:extLst>
          </p:cNvPr>
          <p:cNvSpPr>
            <a:spLocks noGrp="1" noChangeAspect="1"/>
          </p:cNvSpPr>
          <p:nvPr>
            <p:ph type="body" sz="quarter" idx="15" hasCustomPrompt="1"/>
          </p:nvPr>
        </p:nvSpPr>
        <p:spPr>
          <a:xfrm>
            <a:off x="425450" y="2638464"/>
            <a:ext cx="1051560" cy="1051560"/>
          </a:xfrm>
          <a:prstGeom prst="ellipse">
            <a:avLst/>
          </a:prstGeom>
          <a:solidFill>
            <a:schemeClr val="accent3"/>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5" name="Text Placeholder 11">
            <a:extLst>
              <a:ext uri="{FF2B5EF4-FFF2-40B4-BE49-F238E27FC236}">
                <a16:creationId xmlns:a16="http://schemas.microsoft.com/office/drawing/2014/main" id="{5401359C-8F5C-6329-FB4C-ACDB3E530D46}"/>
              </a:ext>
            </a:extLst>
          </p:cNvPr>
          <p:cNvSpPr>
            <a:spLocks noGrp="1"/>
          </p:cNvSpPr>
          <p:nvPr>
            <p:ph type="body" sz="quarter" idx="37" hasCustomPrompt="1"/>
          </p:nvPr>
        </p:nvSpPr>
        <p:spPr>
          <a:xfrm>
            <a:off x="1643606" y="2661324"/>
            <a:ext cx="10122944" cy="1005840"/>
          </a:xfrm>
        </p:spPr>
        <p:txBody>
          <a:bodyPr lIns="0" tIns="45720" rIns="0" bIns="45720" anchor="ctr"/>
          <a:lstStyle>
            <a:lvl1pPr marL="0" indent="0">
              <a:spcAft>
                <a:spcPts val="200"/>
              </a:spcAft>
              <a:buNone/>
              <a:defRPr sz="1600">
                <a:solidFill>
                  <a:schemeClr val="accent3"/>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3" name="Text Placeholder 11">
            <a:extLst>
              <a:ext uri="{FF2B5EF4-FFF2-40B4-BE49-F238E27FC236}">
                <a16:creationId xmlns:a16="http://schemas.microsoft.com/office/drawing/2014/main" id="{9AAE432B-E20C-7DDA-7B74-202DD9899130}"/>
              </a:ext>
            </a:extLst>
          </p:cNvPr>
          <p:cNvSpPr>
            <a:spLocks noGrp="1" noChangeAspect="1"/>
          </p:cNvSpPr>
          <p:nvPr>
            <p:ph type="body" sz="quarter" idx="16" hasCustomPrompt="1"/>
          </p:nvPr>
        </p:nvSpPr>
        <p:spPr>
          <a:xfrm>
            <a:off x="425450" y="3832331"/>
            <a:ext cx="1051560" cy="105156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6" name="Text Placeholder 11">
            <a:extLst>
              <a:ext uri="{FF2B5EF4-FFF2-40B4-BE49-F238E27FC236}">
                <a16:creationId xmlns:a16="http://schemas.microsoft.com/office/drawing/2014/main" id="{46420016-65BB-65D1-7A9B-BC72F9D6828A}"/>
              </a:ext>
            </a:extLst>
          </p:cNvPr>
          <p:cNvSpPr>
            <a:spLocks noGrp="1"/>
          </p:cNvSpPr>
          <p:nvPr>
            <p:ph type="body" sz="quarter" idx="38" hasCustomPrompt="1"/>
          </p:nvPr>
        </p:nvSpPr>
        <p:spPr>
          <a:xfrm>
            <a:off x="1643606" y="3855191"/>
            <a:ext cx="10122944"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5" name="Text Placeholder 11">
            <a:extLst>
              <a:ext uri="{FF2B5EF4-FFF2-40B4-BE49-F238E27FC236}">
                <a16:creationId xmlns:a16="http://schemas.microsoft.com/office/drawing/2014/main" id="{6AA48CE4-D48F-1815-952F-AE9234ABC8B0}"/>
              </a:ext>
            </a:extLst>
          </p:cNvPr>
          <p:cNvSpPr>
            <a:spLocks noGrp="1" noChangeAspect="1"/>
          </p:cNvSpPr>
          <p:nvPr>
            <p:ph type="body" sz="quarter" idx="17" hasCustomPrompt="1"/>
          </p:nvPr>
        </p:nvSpPr>
        <p:spPr>
          <a:xfrm>
            <a:off x="425450" y="5025390"/>
            <a:ext cx="1051560" cy="1051560"/>
          </a:xfrm>
          <a:prstGeom prst="ellipse">
            <a:avLst/>
          </a:prstGeom>
          <a:solidFill>
            <a:schemeClr val="accent3"/>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7" name="Text Placeholder 11">
            <a:extLst>
              <a:ext uri="{FF2B5EF4-FFF2-40B4-BE49-F238E27FC236}">
                <a16:creationId xmlns:a16="http://schemas.microsoft.com/office/drawing/2014/main" id="{2E30510B-0B2F-B2B8-13C1-8A4B008236D0}"/>
              </a:ext>
            </a:extLst>
          </p:cNvPr>
          <p:cNvSpPr>
            <a:spLocks noGrp="1"/>
          </p:cNvSpPr>
          <p:nvPr>
            <p:ph type="body" sz="quarter" idx="39" hasCustomPrompt="1"/>
          </p:nvPr>
        </p:nvSpPr>
        <p:spPr>
          <a:xfrm>
            <a:off x="1643606" y="5048250"/>
            <a:ext cx="10122944" cy="1005840"/>
          </a:xfrm>
        </p:spPr>
        <p:txBody>
          <a:bodyPr lIns="0" tIns="45720" rIns="0" bIns="45720" anchor="ctr"/>
          <a:lstStyle>
            <a:lvl1pPr marL="0" indent="0">
              <a:spcAft>
                <a:spcPts val="200"/>
              </a:spcAft>
              <a:buNone/>
              <a:defRPr sz="1600">
                <a:solidFill>
                  <a:schemeClr val="accent3"/>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3" name="Slide Number Placeholder 5">
            <a:extLst>
              <a:ext uri="{FF2B5EF4-FFF2-40B4-BE49-F238E27FC236}">
                <a16:creationId xmlns:a16="http://schemas.microsoft.com/office/drawing/2014/main" id="{B7F83E17-8512-7962-C5E1-591C2FB9ADD6}"/>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9" name="Group 8">
            <a:extLst>
              <a:ext uri="{FF2B5EF4-FFF2-40B4-BE49-F238E27FC236}">
                <a16:creationId xmlns:a16="http://schemas.microsoft.com/office/drawing/2014/main" id="{EE0F0882-44F5-44B1-C186-702F2480C0F2}"/>
              </a:ext>
              <a:ext uri="{C183D7F6-B498-43B3-948B-1728B52AA6E4}">
                <adec:decorative xmlns:adec="http://schemas.microsoft.com/office/drawing/2017/decorative" val="1"/>
              </a:ext>
            </a:extLst>
          </p:cNvPr>
          <p:cNvGrpSpPr/>
          <p:nvPr userDrawn="1"/>
        </p:nvGrpSpPr>
        <p:grpSpPr>
          <a:xfrm>
            <a:off x="1643606" y="2568119"/>
            <a:ext cx="10122943" cy="2386522"/>
            <a:chOff x="1643606" y="2568119"/>
            <a:chExt cx="10122943" cy="2386522"/>
          </a:xfrm>
        </p:grpSpPr>
        <p:cxnSp>
          <p:nvCxnSpPr>
            <p:cNvPr id="20" name="Straight Connector 19">
              <a:extLst>
                <a:ext uri="{FF2B5EF4-FFF2-40B4-BE49-F238E27FC236}">
                  <a16:creationId xmlns:a16="http://schemas.microsoft.com/office/drawing/2014/main" id="{B9FCB7CB-F0E3-E9F1-33DB-E06C950D986F}"/>
                </a:ext>
              </a:extLst>
            </p:cNvPr>
            <p:cNvCxnSpPr/>
            <p:nvPr userDrawn="1"/>
          </p:nvCxnSpPr>
          <p:spPr>
            <a:xfrm>
              <a:off x="1643606" y="2568119"/>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AD6C658A-1C1E-8319-759A-C14D8B1EDFF1}"/>
                </a:ext>
              </a:extLst>
            </p:cNvPr>
            <p:cNvCxnSpPr/>
            <p:nvPr userDrawn="1"/>
          </p:nvCxnSpPr>
          <p:spPr>
            <a:xfrm>
              <a:off x="1643606" y="3761178"/>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CDCFDCD5-F742-BE4C-C5AC-89AD0A324771}"/>
                </a:ext>
              </a:extLst>
            </p:cNvPr>
            <p:cNvCxnSpPr/>
            <p:nvPr userDrawn="1"/>
          </p:nvCxnSpPr>
          <p:spPr>
            <a:xfrm>
              <a:off x="1643606" y="4954641"/>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7562859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Four circle tex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Text Placeholder 11">
            <a:extLst>
              <a:ext uri="{FF2B5EF4-FFF2-40B4-BE49-F238E27FC236}">
                <a16:creationId xmlns:a16="http://schemas.microsoft.com/office/drawing/2014/main" id="{D73F7F6A-A03C-29C6-C5D4-5A7B3542360A}"/>
              </a:ext>
            </a:extLst>
          </p:cNvPr>
          <p:cNvSpPr>
            <a:spLocks noGrp="1" noChangeAspect="1"/>
          </p:cNvSpPr>
          <p:nvPr>
            <p:ph type="body" sz="quarter" idx="14" hasCustomPrompt="1"/>
          </p:nvPr>
        </p:nvSpPr>
        <p:spPr>
          <a:xfrm>
            <a:off x="425450" y="1446213"/>
            <a:ext cx="1051560" cy="105156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1643606" y="1469073"/>
            <a:ext cx="10122944"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5" name="Text Placeholder 11">
            <a:extLst>
              <a:ext uri="{FF2B5EF4-FFF2-40B4-BE49-F238E27FC236}">
                <a16:creationId xmlns:a16="http://schemas.microsoft.com/office/drawing/2014/main" id="{B7BFB2D0-1EAF-DCB0-6345-DF88DCCF0E69}"/>
              </a:ext>
            </a:extLst>
          </p:cNvPr>
          <p:cNvSpPr>
            <a:spLocks noGrp="1" noChangeAspect="1"/>
          </p:cNvSpPr>
          <p:nvPr>
            <p:ph type="body" sz="quarter" idx="15" hasCustomPrompt="1"/>
          </p:nvPr>
        </p:nvSpPr>
        <p:spPr>
          <a:xfrm>
            <a:off x="425450" y="2638464"/>
            <a:ext cx="1051560" cy="1051560"/>
          </a:xfrm>
          <a:prstGeom prst="ellipse">
            <a:avLst/>
          </a:prstGeom>
          <a:solidFill>
            <a:schemeClr val="accent3"/>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16" name="Text Placeholder 11">
            <a:extLst>
              <a:ext uri="{FF2B5EF4-FFF2-40B4-BE49-F238E27FC236}">
                <a16:creationId xmlns:a16="http://schemas.microsoft.com/office/drawing/2014/main" id="{4735C080-32FA-626B-8BAA-894D7FBECC72}"/>
              </a:ext>
            </a:extLst>
          </p:cNvPr>
          <p:cNvSpPr>
            <a:spLocks noGrp="1"/>
          </p:cNvSpPr>
          <p:nvPr>
            <p:ph type="body" sz="quarter" idx="18" hasCustomPrompt="1"/>
          </p:nvPr>
        </p:nvSpPr>
        <p:spPr>
          <a:xfrm>
            <a:off x="1643606" y="2661324"/>
            <a:ext cx="10122944"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6" name="Text Placeholder 11">
            <a:extLst>
              <a:ext uri="{FF2B5EF4-FFF2-40B4-BE49-F238E27FC236}">
                <a16:creationId xmlns:a16="http://schemas.microsoft.com/office/drawing/2014/main" id="{42951087-268C-82C9-8EE2-ACDB75F9C8F8}"/>
              </a:ext>
            </a:extLst>
          </p:cNvPr>
          <p:cNvSpPr>
            <a:spLocks noGrp="1" noChangeAspect="1"/>
          </p:cNvSpPr>
          <p:nvPr>
            <p:ph type="body" sz="quarter" idx="16" hasCustomPrompt="1"/>
          </p:nvPr>
        </p:nvSpPr>
        <p:spPr>
          <a:xfrm>
            <a:off x="425450" y="3832331"/>
            <a:ext cx="1051560" cy="105156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17" name="Text Placeholder 11">
            <a:extLst>
              <a:ext uri="{FF2B5EF4-FFF2-40B4-BE49-F238E27FC236}">
                <a16:creationId xmlns:a16="http://schemas.microsoft.com/office/drawing/2014/main" id="{B27BDBB0-751D-2EB5-F060-4BB0656BBE51}"/>
              </a:ext>
            </a:extLst>
          </p:cNvPr>
          <p:cNvSpPr>
            <a:spLocks noGrp="1"/>
          </p:cNvSpPr>
          <p:nvPr>
            <p:ph type="body" sz="quarter" idx="19" hasCustomPrompt="1"/>
          </p:nvPr>
        </p:nvSpPr>
        <p:spPr>
          <a:xfrm>
            <a:off x="1643606" y="3855191"/>
            <a:ext cx="10122944"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7" name="Text Placeholder 11">
            <a:extLst>
              <a:ext uri="{FF2B5EF4-FFF2-40B4-BE49-F238E27FC236}">
                <a16:creationId xmlns:a16="http://schemas.microsoft.com/office/drawing/2014/main" id="{D6FBDD42-ED0C-5362-9314-8816E840A6CF}"/>
              </a:ext>
            </a:extLst>
          </p:cNvPr>
          <p:cNvSpPr>
            <a:spLocks noGrp="1" noChangeAspect="1"/>
          </p:cNvSpPr>
          <p:nvPr>
            <p:ph type="body" sz="quarter" idx="17" hasCustomPrompt="1"/>
          </p:nvPr>
        </p:nvSpPr>
        <p:spPr>
          <a:xfrm>
            <a:off x="425450" y="5025390"/>
            <a:ext cx="1051560" cy="1051560"/>
          </a:xfrm>
          <a:prstGeom prst="ellipse">
            <a:avLst/>
          </a:prstGeom>
          <a:solidFill>
            <a:schemeClr val="accent3"/>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18" name="Text Placeholder 11">
            <a:extLst>
              <a:ext uri="{FF2B5EF4-FFF2-40B4-BE49-F238E27FC236}">
                <a16:creationId xmlns:a16="http://schemas.microsoft.com/office/drawing/2014/main" id="{25BAE7B8-AA80-9379-0D79-99D8A5FB8883}"/>
              </a:ext>
            </a:extLst>
          </p:cNvPr>
          <p:cNvSpPr>
            <a:spLocks noGrp="1"/>
          </p:cNvSpPr>
          <p:nvPr>
            <p:ph type="body" sz="quarter" idx="20" hasCustomPrompt="1"/>
          </p:nvPr>
        </p:nvSpPr>
        <p:spPr>
          <a:xfrm>
            <a:off x="1643606" y="5048250"/>
            <a:ext cx="10122944"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9" name="Slide Number Placeholder 5">
            <a:extLst>
              <a:ext uri="{FF2B5EF4-FFF2-40B4-BE49-F238E27FC236}">
                <a16:creationId xmlns:a16="http://schemas.microsoft.com/office/drawing/2014/main" id="{25805B27-E793-67C5-14F5-AF176406658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0" name="Group 9">
            <a:extLst>
              <a:ext uri="{FF2B5EF4-FFF2-40B4-BE49-F238E27FC236}">
                <a16:creationId xmlns:a16="http://schemas.microsoft.com/office/drawing/2014/main" id="{B7BA0B3A-C5FE-73FE-0313-2D261BC14E1D}"/>
              </a:ext>
              <a:ext uri="{C183D7F6-B498-43B3-948B-1728B52AA6E4}">
                <adec:decorative xmlns:adec="http://schemas.microsoft.com/office/drawing/2017/decorative" val="1"/>
              </a:ext>
            </a:extLst>
          </p:cNvPr>
          <p:cNvGrpSpPr/>
          <p:nvPr userDrawn="1"/>
        </p:nvGrpSpPr>
        <p:grpSpPr>
          <a:xfrm>
            <a:off x="1643606" y="2568119"/>
            <a:ext cx="10122943" cy="2386522"/>
            <a:chOff x="1643606" y="2568119"/>
            <a:chExt cx="10122943" cy="2386522"/>
          </a:xfrm>
        </p:grpSpPr>
        <p:cxnSp>
          <p:nvCxnSpPr>
            <p:cNvPr id="20" name="Straight Connector 19">
              <a:extLst>
                <a:ext uri="{FF2B5EF4-FFF2-40B4-BE49-F238E27FC236}">
                  <a16:creationId xmlns:a16="http://schemas.microsoft.com/office/drawing/2014/main" id="{B9FCB7CB-F0E3-E9F1-33DB-E06C950D986F}"/>
                </a:ext>
              </a:extLst>
            </p:cNvPr>
            <p:cNvCxnSpPr/>
            <p:nvPr userDrawn="1"/>
          </p:nvCxnSpPr>
          <p:spPr>
            <a:xfrm>
              <a:off x="1643606" y="2568119"/>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AD6C658A-1C1E-8319-759A-C14D8B1EDFF1}"/>
                </a:ext>
              </a:extLst>
            </p:cNvPr>
            <p:cNvCxnSpPr/>
            <p:nvPr userDrawn="1"/>
          </p:nvCxnSpPr>
          <p:spPr>
            <a:xfrm>
              <a:off x="1643606" y="3761178"/>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CDCFDCD5-F742-BE4C-C5AC-89AD0A324771}"/>
                </a:ext>
              </a:extLst>
            </p:cNvPr>
            <p:cNvCxnSpPr/>
            <p:nvPr userDrawn="1"/>
          </p:nvCxnSpPr>
          <p:spPr>
            <a:xfrm>
              <a:off x="1643606" y="4954641"/>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5201706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Eight circl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11" name="Text Placeholder 11">
            <a:extLst>
              <a:ext uri="{FF2B5EF4-FFF2-40B4-BE49-F238E27FC236}">
                <a16:creationId xmlns:a16="http://schemas.microsoft.com/office/drawing/2014/main" id="{A89770E9-16F2-7FFA-DCB8-9440D4376679}"/>
              </a:ext>
            </a:extLst>
          </p:cNvPr>
          <p:cNvSpPr>
            <a:spLocks noGrp="1" noChangeAspect="1"/>
          </p:cNvSpPr>
          <p:nvPr>
            <p:ph type="body" sz="quarter" idx="14" hasCustomPrompt="1"/>
          </p:nvPr>
        </p:nvSpPr>
        <p:spPr>
          <a:xfrm>
            <a:off x="425450" y="1469073"/>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1585732" y="1469073"/>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9" name="Text Placeholder 11">
            <a:extLst>
              <a:ext uri="{FF2B5EF4-FFF2-40B4-BE49-F238E27FC236}">
                <a16:creationId xmlns:a16="http://schemas.microsoft.com/office/drawing/2014/main" id="{F21F880F-FB7C-4634-306F-F1211CD4DE2E}"/>
              </a:ext>
            </a:extLst>
          </p:cNvPr>
          <p:cNvSpPr>
            <a:spLocks noGrp="1" noChangeAspect="1"/>
          </p:cNvSpPr>
          <p:nvPr>
            <p:ph type="body" sz="quarter" idx="27" hasCustomPrompt="1"/>
          </p:nvPr>
        </p:nvSpPr>
        <p:spPr>
          <a:xfrm>
            <a:off x="425450" y="2669752"/>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16" name="Text Placeholder 11">
            <a:extLst>
              <a:ext uri="{FF2B5EF4-FFF2-40B4-BE49-F238E27FC236}">
                <a16:creationId xmlns:a16="http://schemas.microsoft.com/office/drawing/2014/main" id="{4735C080-32FA-626B-8BAA-894D7FBECC72}"/>
              </a:ext>
            </a:extLst>
          </p:cNvPr>
          <p:cNvSpPr>
            <a:spLocks noGrp="1"/>
          </p:cNvSpPr>
          <p:nvPr>
            <p:ph type="body" sz="quarter" idx="18" hasCustomPrompt="1"/>
          </p:nvPr>
        </p:nvSpPr>
        <p:spPr>
          <a:xfrm>
            <a:off x="1585732" y="2669751"/>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10" name="Text Placeholder 11">
            <a:extLst>
              <a:ext uri="{FF2B5EF4-FFF2-40B4-BE49-F238E27FC236}">
                <a16:creationId xmlns:a16="http://schemas.microsoft.com/office/drawing/2014/main" id="{279C447D-3CA9-F6B7-7D94-8FE95A45534D}"/>
              </a:ext>
            </a:extLst>
          </p:cNvPr>
          <p:cNvSpPr>
            <a:spLocks noGrp="1" noChangeAspect="1"/>
          </p:cNvSpPr>
          <p:nvPr>
            <p:ph type="body" sz="quarter" idx="28" hasCustomPrompt="1"/>
          </p:nvPr>
        </p:nvSpPr>
        <p:spPr>
          <a:xfrm>
            <a:off x="425450" y="3870431"/>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17" name="Text Placeholder 11">
            <a:extLst>
              <a:ext uri="{FF2B5EF4-FFF2-40B4-BE49-F238E27FC236}">
                <a16:creationId xmlns:a16="http://schemas.microsoft.com/office/drawing/2014/main" id="{B27BDBB0-751D-2EB5-F060-4BB0656BBE51}"/>
              </a:ext>
            </a:extLst>
          </p:cNvPr>
          <p:cNvSpPr>
            <a:spLocks noGrp="1"/>
          </p:cNvSpPr>
          <p:nvPr>
            <p:ph type="body" sz="quarter" idx="19" hasCustomPrompt="1"/>
          </p:nvPr>
        </p:nvSpPr>
        <p:spPr>
          <a:xfrm>
            <a:off x="1585732" y="3870429"/>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24" name="Text Placeholder 11">
            <a:extLst>
              <a:ext uri="{FF2B5EF4-FFF2-40B4-BE49-F238E27FC236}">
                <a16:creationId xmlns:a16="http://schemas.microsoft.com/office/drawing/2014/main" id="{E8B13DF0-07C0-23DB-928E-C1C480CADC08}"/>
              </a:ext>
            </a:extLst>
          </p:cNvPr>
          <p:cNvSpPr>
            <a:spLocks noGrp="1" noChangeAspect="1"/>
          </p:cNvSpPr>
          <p:nvPr>
            <p:ph type="body" sz="quarter" idx="29" hasCustomPrompt="1"/>
          </p:nvPr>
        </p:nvSpPr>
        <p:spPr>
          <a:xfrm>
            <a:off x="425450" y="5071110"/>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4" name="Text Placeholder 11">
            <a:extLst>
              <a:ext uri="{FF2B5EF4-FFF2-40B4-BE49-F238E27FC236}">
                <a16:creationId xmlns:a16="http://schemas.microsoft.com/office/drawing/2014/main" id="{A275FC47-DC0A-178E-6514-4A3C25D30369}"/>
              </a:ext>
            </a:extLst>
          </p:cNvPr>
          <p:cNvSpPr>
            <a:spLocks noGrp="1"/>
          </p:cNvSpPr>
          <p:nvPr>
            <p:ph type="body" sz="quarter" idx="26" hasCustomPrompt="1"/>
          </p:nvPr>
        </p:nvSpPr>
        <p:spPr>
          <a:xfrm>
            <a:off x="1585732" y="5071110"/>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26" name="Text Placeholder 11">
            <a:extLst>
              <a:ext uri="{FF2B5EF4-FFF2-40B4-BE49-F238E27FC236}">
                <a16:creationId xmlns:a16="http://schemas.microsoft.com/office/drawing/2014/main" id="{38FFF44D-3DD9-2074-EE5A-CD230E0EF2E3}"/>
              </a:ext>
            </a:extLst>
          </p:cNvPr>
          <p:cNvSpPr>
            <a:spLocks noGrp="1" noChangeAspect="1"/>
          </p:cNvSpPr>
          <p:nvPr>
            <p:ph type="body" sz="quarter" idx="31" hasCustomPrompt="1"/>
          </p:nvPr>
        </p:nvSpPr>
        <p:spPr>
          <a:xfrm>
            <a:off x="6277612" y="1469073"/>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25" name="Text Placeholder 11">
            <a:extLst>
              <a:ext uri="{FF2B5EF4-FFF2-40B4-BE49-F238E27FC236}">
                <a16:creationId xmlns:a16="http://schemas.microsoft.com/office/drawing/2014/main" id="{2FD121F6-8F18-F351-DBC7-3754FAF17745}"/>
              </a:ext>
            </a:extLst>
          </p:cNvPr>
          <p:cNvSpPr>
            <a:spLocks noGrp="1"/>
          </p:cNvSpPr>
          <p:nvPr>
            <p:ph type="body" sz="quarter" idx="30" hasCustomPrompt="1"/>
          </p:nvPr>
        </p:nvSpPr>
        <p:spPr>
          <a:xfrm>
            <a:off x="7437894" y="1469073"/>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33" name="Text Placeholder 11">
            <a:extLst>
              <a:ext uri="{FF2B5EF4-FFF2-40B4-BE49-F238E27FC236}">
                <a16:creationId xmlns:a16="http://schemas.microsoft.com/office/drawing/2014/main" id="{E8B77CFA-033A-8C42-DC31-5E9EB70B6CB6}"/>
              </a:ext>
            </a:extLst>
          </p:cNvPr>
          <p:cNvSpPr>
            <a:spLocks noGrp="1" noChangeAspect="1"/>
          </p:cNvSpPr>
          <p:nvPr>
            <p:ph type="body" sz="quarter" idx="35" hasCustomPrompt="1"/>
          </p:nvPr>
        </p:nvSpPr>
        <p:spPr>
          <a:xfrm>
            <a:off x="6277612" y="2669752"/>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27" name="Text Placeholder 11">
            <a:extLst>
              <a:ext uri="{FF2B5EF4-FFF2-40B4-BE49-F238E27FC236}">
                <a16:creationId xmlns:a16="http://schemas.microsoft.com/office/drawing/2014/main" id="{767642CB-C789-58FD-115F-E4DFAD0EB09C}"/>
              </a:ext>
            </a:extLst>
          </p:cNvPr>
          <p:cNvSpPr>
            <a:spLocks noGrp="1"/>
          </p:cNvSpPr>
          <p:nvPr>
            <p:ph type="body" sz="quarter" idx="32" hasCustomPrompt="1"/>
          </p:nvPr>
        </p:nvSpPr>
        <p:spPr>
          <a:xfrm>
            <a:off x="7437894" y="2669751"/>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34" name="Text Placeholder 11">
            <a:extLst>
              <a:ext uri="{FF2B5EF4-FFF2-40B4-BE49-F238E27FC236}">
                <a16:creationId xmlns:a16="http://schemas.microsoft.com/office/drawing/2014/main" id="{763A6193-E0FB-D95B-DE6F-0B20335C56ED}"/>
              </a:ext>
            </a:extLst>
          </p:cNvPr>
          <p:cNvSpPr>
            <a:spLocks noGrp="1" noChangeAspect="1"/>
          </p:cNvSpPr>
          <p:nvPr>
            <p:ph type="body" sz="quarter" idx="36" hasCustomPrompt="1"/>
          </p:nvPr>
        </p:nvSpPr>
        <p:spPr>
          <a:xfrm>
            <a:off x="6277612" y="3870431"/>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28" name="Text Placeholder 11">
            <a:extLst>
              <a:ext uri="{FF2B5EF4-FFF2-40B4-BE49-F238E27FC236}">
                <a16:creationId xmlns:a16="http://schemas.microsoft.com/office/drawing/2014/main" id="{303C1E23-393C-1C89-1D7F-C9C3B6C502F6}"/>
              </a:ext>
            </a:extLst>
          </p:cNvPr>
          <p:cNvSpPr>
            <a:spLocks noGrp="1"/>
          </p:cNvSpPr>
          <p:nvPr>
            <p:ph type="body" sz="quarter" idx="33" hasCustomPrompt="1"/>
          </p:nvPr>
        </p:nvSpPr>
        <p:spPr>
          <a:xfrm>
            <a:off x="7437894" y="3870429"/>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35" name="Text Placeholder 11">
            <a:extLst>
              <a:ext uri="{FF2B5EF4-FFF2-40B4-BE49-F238E27FC236}">
                <a16:creationId xmlns:a16="http://schemas.microsoft.com/office/drawing/2014/main" id="{91EE428F-3890-D952-4727-56BDAAAEACA7}"/>
              </a:ext>
            </a:extLst>
          </p:cNvPr>
          <p:cNvSpPr>
            <a:spLocks noGrp="1" noChangeAspect="1"/>
          </p:cNvSpPr>
          <p:nvPr>
            <p:ph type="body" sz="quarter" idx="37" hasCustomPrompt="1"/>
          </p:nvPr>
        </p:nvSpPr>
        <p:spPr>
          <a:xfrm>
            <a:off x="6277612" y="5071110"/>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31" name="Text Placeholder 11">
            <a:extLst>
              <a:ext uri="{FF2B5EF4-FFF2-40B4-BE49-F238E27FC236}">
                <a16:creationId xmlns:a16="http://schemas.microsoft.com/office/drawing/2014/main" id="{3E87BD83-BA4C-45EB-3B54-F2529CA84476}"/>
              </a:ext>
            </a:extLst>
          </p:cNvPr>
          <p:cNvSpPr>
            <a:spLocks noGrp="1"/>
          </p:cNvSpPr>
          <p:nvPr>
            <p:ph type="body" sz="quarter" idx="34" hasCustomPrompt="1"/>
          </p:nvPr>
        </p:nvSpPr>
        <p:spPr>
          <a:xfrm>
            <a:off x="7437894" y="5071110"/>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12" name="Slide Number Placeholder 5">
            <a:extLst>
              <a:ext uri="{FF2B5EF4-FFF2-40B4-BE49-F238E27FC236}">
                <a16:creationId xmlns:a16="http://schemas.microsoft.com/office/drawing/2014/main" id="{59A5C8E2-2ADE-518A-D8DD-1D93CC3C251F}"/>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3" name="Group 12">
            <a:extLst>
              <a:ext uri="{FF2B5EF4-FFF2-40B4-BE49-F238E27FC236}">
                <a16:creationId xmlns:a16="http://schemas.microsoft.com/office/drawing/2014/main" id="{A11A5917-6CBF-E43C-C0D8-255CE71EA4ED}"/>
              </a:ext>
              <a:ext uri="{C183D7F6-B498-43B3-948B-1728B52AA6E4}">
                <adec:decorative xmlns:adec="http://schemas.microsoft.com/office/drawing/2017/decorative" val="1"/>
              </a:ext>
            </a:extLst>
          </p:cNvPr>
          <p:cNvGrpSpPr/>
          <p:nvPr userDrawn="1"/>
        </p:nvGrpSpPr>
        <p:grpSpPr>
          <a:xfrm>
            <a:off x="1585732" y="2572332"/>
            <a:ext cx="10177274" cy="2401356"/>
            <a:chOff x="1585732" y="2572332"/>
            <a:chExt cx="10177274" cy="2401356"/>
          </a:xfrm>
        </p:grpSpPr>
        <p:cxnSp>
          <p:nvCxnSpPr>
            <p:cNvPr id="6" name="Straight Connector 5">
              <a:extLst>
                <a:ext uri="{FF2B5EF4-FFF2-40B4-BE49-F238E27FC236}">
                  <a16:creationId xmlns:a16="http://schemas.microsoft.com/office/drawing/2014/main" id="{3C5E0B42-4FAD-B122-9855-574B2EA9EF99}"/>
                </a:ext>
              </a:extLst>
            </p:cNvPr>
            <p:cNvCxnSpPr>
              <a:cxnSpLocks/>
            </p:cNvCxnSpPr>
            <p:nvPr userDrawn="1"/>
          </p:nvCxnSpPr>
          <p:spPr>
            <a:xfrm>
              <a:off x="1585732" y="2572332"/>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B11C842-3283-E596-DE19-3297AED53101}"/>
                </a:ext>
              </a:extLst>
            </p:cNvPr>
            <p:cNvCxnSpPr>
              <a:cxnSpLocks/>
            </p:cNvCxnSpPr>
            <p:nvPr userDrawn="1"/>
          </p:nvCxnSpPr>
          <p:spPr>
            <a:xfrm>
              <a:off x="1585732" y="3773010"/>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6CDB6E7F-7626-2933-1F97-7A46A34A7E06}"/>
                </a:ext>
              </a:extLst>
            </p:cNvPr>
            <p:cNvCxnSpPr>
              <a:cxnSpLocks/>
            </p:cNvCxnSpPr>
            <p:nvPr userDrawn="1"/>
          </p:nvCxnSpPr>
          <p:spPr>
            <a:xfrm>
              <a:off x="1585732" y="4973688"/>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01415C93-4DCF-B7CB-80ED-110311DD037A}"/>
                </a:ext>
              </a:extLst>
            </p:cNvPr>
            <p:cNvCxnSpPr>
              <a:cxnSpLocks/>
            </p:cNvCxnSpPr>
            <p:nvPr userDrawn="1"/>
          </p:nvCxnSpPr>
          <p:spPr>
            <a:xfrm>
              <a:off x="7437894" y="2572332"/>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7A2FDD71-D37A-FD5D-32D8-73CE6AAACBFF}"/>
                </a:ext>
              </a:extLst>
            </p:cNvPr>
            <p:cNvCxnSpPr>
              <a:cxnSpLocks/>
            </p:cNvCxnSpPr>
            <p:nvPr userDrawn="1"/>
          </p:nvCxnSpPr>
          <p:spPr>
            <a:xfrm>
              <a:off x="7437894" y="3773010"/>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3F9CE9F6-6355-A268-FC3F-D648B8F23A64}"/>
                </a:ext>
              </a:extLst>
            </p:cNvPr>
            <p:cNvCxnSpPr>
              <a:cxnSpLocks/>
            </p:cNvCxnSpPr>
            <p:nvPr userDrawn="1"/>
          </p:nvCxnSpPr>
          <p:spPr>
            <a:xfrm>
              <a:off x="7437894" y="4973688"/>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5232548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ircle curve 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8298687"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4" y="709990"/>
            <a:ext cx="8298686"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A3280943-14D9-E1AA-7579-C65E38FD82CA}"/>
              </a:ext>
            </a:extLst>
          </p:cNvPr>
          <p:cNvSpPr>
            <a:spLocks noGrp="1"/>
          </p:cNvSpPr>
          <p:nvPr>
            <p:ph idx="13" hasCustomPrompt="1"/>
          </p:nvPr>
        </p:nvSpPr>
        <p:spPr>
          <a:xfrm>
            <a:off x="428624" y="1446212"/>
            <a:ext cx="5394960" cy="4630737"/>
          </a:xfrm>
        </p:spPr>
        <p:txBody>
          <a:bodyPr lIns="0" tIns="0" rIns="0" bIns="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3" name="Slide Number Placeholder 5">
            <a:extLst>
              <a:ext uri="{FF2B5EF4-FFF2-40B4-BE49-F238E27FC236}">
                <a16:creationId xmlns:a16="http://schemas.microsoft.com/office/drawing/2014/main" id="{29F78020-D828-4016-3BC7-400A2B1744A8}"/>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0" name="Group 9">
            <a:extLst>
              <a:ext uri="{FF2B5EF4-FFF2-40B4-BE49-F238E27FC236}">
                <a16:creationId xmlns:a16="http://schemas.microsoft.com/office/drawing/2014/main" id="{5A042A46-97C5-F787-43FC-5F9827AA18E8}"/>
              </a:ext>
              <a:ext uri="{C183D7F6-B498-43B3-948B-1728B52AA6E4}">
                <adec:decorative xmlns:adec="http://schemas.microsoft.com/office/drawing/2017/decorative" val="1"/>
              </a:ext>
            </a:extLst>
          </p:cNvPr>
          <p:cNvGrpSpPr/>
          <p:nvPr userDrawn="1"/>
        </p:nvGrpSpPr>
        <p:grpSpPr>
          <a:xfrm>
            <a:off x="5961999" y="274592"/>
            <a:ext cx="5812951" cy="5812951"/>
            <a:chOff x="6364404" y="688572"/>
            <a:chExt cx="5398971" cy="5398971"/>
          </a:xfrm>
        </p:grpSpPr>
        <p:pic>
          <p:nvPicPr>
            <p:cNvPr id="6" name="Graphic 5">
              <a:extLst>
                <a:ext uri="{FF2B5EF4-FFF2-40B4-BE49-F238E27FC236}">
                  <a16:creationId xmlns:a16="http://schemas.microsoft.com/office/drawing/2014/main" id="{19388112-1510-8BE1-AA73-ACED720525D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6364404" y="3388057"/>
              <a:ext cx="2699486" cy="2699486"/>
            </a:xfrm>
            <a:prstGeom prst="rect">
              <a:avLst/>
            </a:prstGeom>
          </p:spPr>
        </p:pic>
        <p:pic>
          <p:nvPicPr>
            <p:cNvPr id="7" name="Graphic 6">
              <a:extLst>
                <a:ext uri="{FF2B5EF4-FFF2-40B4-BE49-F238E27FC236}">
                  <a16:creationId xmlns:a16="http://schemas.microsoft.com/office/drawing/2014/main" id="{BD334C72-E7A6-7287-6BE0-BD3FDACC0AC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9063889" y="688572"/>
              <a:ext cx="2699486" cy="2699486"/>
            </a:xfrm>
            <a:prstGeom prst="rect">
              <a:avLst/>
            </a:prstGeom>
          </p:spPr>
        </p:pic>
      </p:grpSp>
      <p:sp>
        <p:nvSpPr>
          <p:cNvPr id="9" name="Picture Placeholder 6">
            <a:extLst>
              <a:ext uri="{FF2B5EF4-FFF2-40B4-BE49-F238E27FC236}">
                <a16:creationId xmlns:a16="http://schemas.microsoft.com/office/drawing/2014/main" id="{3C6A4090-631D-D30D-81B3-FF74F215083D}"/>
              </a:ext>
              <a:ext uri="{C183D7F6-B498-43B3-948B-1728B52AA6E4}">
                <adec:decorative xmlns:adec="http://schemas.microsoft.com/office/drawing/2017/decorative" val="1"/>
              </a:ext>
            </a:extLst>
          </p:cNvPr>
          <p:cNvSpPr>
            <a:spLocks noGrp="1" noChangeAspect="1"/>
          </p:cNvSpPr>
          <p:nvPr>
            <p:ph type="pic" sz="quarter" idx="11"/>
          </p:nvPr>
        </p:nvSpPr>
        <p:spPr>
          <a:xfrm>
            <a:off x="7130379" y="1441448"/>
            <a:ext cx="3474722" cy="3474720"/>
          </a:xfrm>
          <a:prstGeom prst="ellipse">
            <a:avLst/>
          </a:prstGeom>
        </p:spPr>
        <p:txBody>
          <a:bodyPr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27036437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ircle curve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3514164" y="291451"/>
            <a:ext cx="8252386"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3514164" y="709990"/>
            <a:ext cx="8252386"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1754A373-88C4-A82B-E350-FCFB019D452F}"/>
              </a:ext>
            </a:extLst>
          </p:cNvPr>
          <p:cNvSpPr>
            <a:spLocks noGrp="1"/>
          </p:cNvSpPr>
          <p:nvPr>
            <p:ph idx="13" hasCustomPrompt="1"/>
          </p:nvPr>
        </p:nvSpPr>
        <p:spPr>
          <a:xfrm>
            <a:off x="6450568" y="1446212"/>
            <a:ext cx="5315982" cy="4630737"/>
          </a:xfrm>
        </p:spPr>
        <p:txBody>
          <a:bodyPr lIns="0" tIns="0" rIns="0" bIns="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3" name="Slide Number Placeholder 5">
            <a:extLst>
              <a:ext uri="{FF2B5EF4-FFF2-40B4-BE49-F238E27FC236}">
                <a16:creationId xmlns:a16="http://schemas.microsoft.com/office/drawing/2014/main" id="{516BDD6C-589C-E59D-505F-90F87C6A5387}"/>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0" name="Group 9">
            <a:extLst>
              <a:ext uri="{FF2B5EF4-FFF2-40B4-BE49-F238E27FC236}">
                <a16:creationId xmlns:a16="http://schemas.microsoft.com/office/drawing/2014/main" id="{5A042A46-97C5-F787-43FC-5F9827AA18E8}"/>
              </a:ext>
              <a:ext uri="{C183D7F6-B498-43B3-948B-1728B52AA6E4}">
                <adec:decorative xmlns:adec="http://schemas.microsoft.com/office/drawing/2017/decorative" val="1"/>
              </a:ext>
            </a:extLst>
          </p:cNvPr>
          <p:cNvGrpSpPr/>
          <p:nvPr userDrawn="1"/>
        </p:nvGrpSpPr>
        <p:grpSpPr>
          <a:xfrm flipH="1">
            <a:off x="428623" y="274592"/>
            <a:ext cx="5812951" cy="5812951"/>
            <a:chOff x="6364404" y="688572"/>
            <a:chExt cx="5398971" cy="5398971"/>
          </a:xfrm>
        </p:grpSpPr>
        <p:pic>
          <p:nvPicPr>
            <p:cNvPr id="6" name="Graphic 5">
              <a:extLst>
                <a:ext uri="{FF2B5EF4-FFF2-40B4-BE49-F238E27FC236}">
                  <a16:creationId xmlns:a16="http://schemas.microsoft.com/office/drawing/2014/main" id="{19388112-1510-8BE1-AA73-ACED720525D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6364404" y="3388057"/>
              <a:ext cx="2699486" cy="2699486"/>
            </a:xfrm>
            <a:prstGeom prst="rect">
              <a:avLst/>
            </a:prstGeom>
          </p:spPr>
        </p:pic>
        <p:pic>
          <p:nvPicPr>
            <p:cNvPr id="7" name="Graphic 6">
              <a:extLst>
                <a:ext uri="{FF2B5EF4-FFF2-40B4-BE49-F238E27FC236}">
                  <a16:creationId xmlns:a16="http://schemas.microsoft.com/office/drawing/2014/main" id="{BD334C72-E7A6-7287-6BE0-BD3FDACC0AC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9063889" y="688572"/>
              <a:ext cx="2699486" cy="2699486"/>
            </a:xfrm>
            <a:prstGeom prst="rect">
              <a:avLst/>
            </a:prstGeom>
          </p:spPr>
        </p:pic>
      </p:grpSp>
      <p:sp>
        <p:nvSpPr>
          <p:cNvPr id="9" name="Picture Placeholder 6">
            <a:extLst>
              <a:ext uri="{FF2B5EF4-FFF2-40B4-BE49-F238E27FC236}">
                <a16:creationId xmlns:a16="http://schemas.microsoft.com/office/drawing/2014/main" id="{3C6A4090-631D-D30D-81B3-FF74F215083D}"/>
              </a:ext>
              <a:ext uri="{C183D7F6-B498-43B3-948B-1728B52AA6E4}">
                <adec:decorative xmlns:adec="http://schemas.microsoft.com/office/drawing/2017/decorative" val="1"/>
              </a:ext>
            </a:extLst>
          </p:cNvPr>
          <p:cNvSpPr>
            <a:spLocks noGrp="1" noChangeAspect="1"/>
          </p:cNvSpPr>
          <p:nvPr>
            <p:ph type="pic" sz="quarter" idx="11"/>
          </p:nvPr>
        </p:nvSpPr>
        <p:spPr>
          <a:xfrm>
            <a:off x="1597003" y="1441448"/>
            <a:ext cx="3474722" cy="3474720"/>
          </a:xfrm>
          <a:prstGeom prst="ellipse">
            <a:avLst/>
          </a:prstGeom>
        </p:spPr>
        <p:txBody>
          <a:bodyPr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502212706"/>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ircle curve 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10" name="Content Placeholder 2">
            <a:extLst>
              <a:ext uri="{FF2B5EF4-FFF2-40B4-BE49-F238E27FC236}">
                <a16:creationId xmlns:a16="http://schemas.microsoft.com/office/drawing/2014/main" id="{15D281C0-60B3-6172-E427-F7E32C30796B}"/>
              </a:ext>
            </a:extLst>
          </p:cNvPr>
          <p:cNvSpPr>
            <a:spLocks noGrp="1"/>
          </p:cNvSpPr>
          <p:nvPr>
            <p:ph idx="13" hasCustomPrompt="1"/>
          </p:nvPr>
        </p:nvSpPr>
        <p:spPr>
          <a:xfrm>
            <a:off x="5254906" y="1446212"/>
            <a:ext cx="6511644" cy="4630737"/>
          </a:xfrm>
        </p:spPr>
        <p:txBody>
          <a:bodyPr lIns="0" tIns="0" rIns="0" bIns="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9" name="Slide Number Placeholder 5">
            <a:extLst>
              <a:ext uri="{FF2B5EF4-FFF2-40B4-BE49-F238E27FC236}">
                <a16:creationId xmlns:a16="http://schemas.microsoft.com/office/drawing/2014/main" id="{7708C7AB-438A-DC8C-37D8-D7D68BAB13CD}"/>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4" name="Group 3">
            <a:extLst>
              <a:ext uri="{FF2B5EF4-FFF2-40B4-BE49-F238E27FC236}">
                <a16:creationId xmlns:a16="http://schemas.microsoft.com/office/drawing/2014/main" id="{37533B7B-CFCE-C743-5F19-2A8A364B144A}"/>
              </a:ext>
              <a:ext uri="{C183D7F6-B498-43B3-948B-1728B52AA6E4}">
                <adec:decorative xmlns:adec="http://schemas.microsoft.com/office/drawing/2017/decorative" val="1"/>
              </a:ext>
            </a:extLst>
          </p:cNvPr>
          <p:cNvGrpSpPr/>
          <p:nvPr userDrawn="1"/>
        </p:nvGrpSpPr>
        <p:grpSpPr>
          <a:xfrm flipH="1">
            <a:off x="428625" y="1456405"/>
            <a:ext cx="4631138" cy="4631138"/>
            <a:chOff x="6364404" y="688572"/>
            <a:chExt cx="5398971" cy="5398971"/>
          </a:xfrm>
        </p:grpSpPr>
        <p:pic>
          <p:nvPicPr>
            <p:cNvPr id="5" name="Graphic 4">
              <a:extLst>
                <a:ext uri="{FF2B5EF4-FFF2-40B4-BE49-F238E27FC236}">
                  <a16:creationId xmlns:a16="http://schemas.microsoft.com/office/drawing/2014/main" id="{F0EA9041-DFBD-0DC8-66E1-193CA3018FF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6364404" y="3388057"/>
              <a:ext cx="2699486" cy="2699486"/>
            </a:xfrm>
            <a:prstGeom prst="rect">
              <a:avLst/>
            </a:prstGeom>
          </p:spPr>
        </p:pic>
        <p:pic>
          <p:nvPicPr>
            <p:cNvPr id="6" name="Graphic 5">
              <a:extLst>
                <a:ext uri="{FF2B5EF4-FFF2-40B4-BE49-F238E27FC236}">
                  <a16:creationId xmlns:a16="http://schemas.microsoft.com/office/drawing/2014/main" id="{14ADEFBA-0047-A23F-7A01-9D71C4274E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9063889" y="688572"/>
              <a:ext cx="2699486" cy="2699486"/>
            </a:xfrm>
            <a:prstGeom prst="rect">
              <a:avLst/>
            </a:prstGeom>
          </p:spPr>
        </p:pic>
      </p:grpSp>
      <p:sp>
        <p:nvSpPr>
          <p:cNvPr id="7" name="Picture Placeholder 6">
            <a:extLst>
              <a:ext uri="{FF2B5EF4-FFF2-40B4-BE49-F238E27FC236}">
                <a16:creationId xmlns:a16="http://schemas.microsoft.com/office/drawing/2014/main" id="{4A8ACBE3-F84F-9311-A090-BF6945A40482}"/>
              </a:ext>
              <a:ext uri="{C183D7F6-B498-43B3-948B-1728B52AA6E4}">
                <adec:decorative xmlns:adec="http://schemas.microsoft.com/office/drawing/2017/decorative" val="1"/>
              </a:ext>
            </a:extLst>
          </p:cNvPr>
          <p:cNvSpPr>
            <a:spLocks noGrp="1" noChangeAspect="1"/>
          </p:cNvSpPr>
          <p:nvPr>
            <p:ph type="pic" sz="quarter" idx="11"/>
          </p:nvPr>
        </p:nvSpPr>
        <p:spPr>
          <a:xfrm>
            <a:off x="1358739" y="2390067"/>
            <a:ext cx="2765586" cy="2765584"/>
          </a:xfrm>
          <a:prstGeom prst="ellipse">
            <a:avLst/>
          </a:prstGeom>
        </p:spPr>
        <p:txBody>
          <a:bodyPr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273263558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Circle curve quote 1">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D608C7D-CAC2-E061-16C4-46C8B746882D}"/>
              </a:ext>
            </a:extLst>
          </p:cNvPr>
          <p:cNvSpPr>
            <a:spLocks noGrp="1"/>
          </p:cNvSpPr>
          <p:nvPr>
            <p:ph type="title" hasCustomPrompt="1"/>
          </p:nvPr>
        </p:nvSpPr>
        <p:spPr>
          <a:xfrm>
            <a:off x="428624" y="-972518"/>
            <a:ext cx="11337925" cy="796568"/>
          </a:xfrm>
        </p:spPr>
        <p:txBody>
          <a:bodyPr anchor="b"/>
          <a:lstStyle>
            <a:lvl1pPr>
              <a:defRPr/>
            </a:lvl1pPr>
          </a:lstStyle>
          <a:p>
            <a:r>
              <a:rPr lang="en-US" dirty="0"/>
              <a:t>Title</a:t>
            </a:r>
          </a:p>
        </p:txBody>
      </p:sp>
      <p:sp>
        <p:nvSpPr>
          <p:cNvPr id="8" name="Rectangle 7">
            <a:extLst>
              <a:ext uri="{FF2B5EF4-FFF2-40B4-BE49-F238E27FC236}">
                <a16:creationId xmlns:a16="http://schemas.microsoft.com/office/drawing/2014/main" id="{E9A78271-D975-392F-26ED-9AF02A595AA3}"/>
              </a:ext>
              <a:ext uri="{C183D7F6-B498-43B3-948B-1728B52AA6E4}">
                <adec:decorative xmlns:adec="http://schemas.microsoft.com/office/drawing/2017/decorative" val="1"/>
              </a:ext>
            </a:extLst>
          </p:cNvPr>
          <p:cNvSpPr/>
          <p:nvPr userDrawn="1"/>
        </p:nvSpPr>
        <p:spPr>
          <a:xfrm>
            <a:off x="6096000" y="0"/>
            <a:ext cx="60960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6458857" y="477673"/>
            <a:ext cx="5304517" cy="5599278"/>
          </a:xfrm>
        </p:spPr>
        <p:txBody>
          <a:bodyPr wrap="square">
            <a:noAutofit/>
          </a:bodyPr>
          <a:lstStyle>
            <a:lvl1pPr marL="0" indent="0">
              <a:spcAft>
                <a:spcPts val="600"/>
              </a:spcAft>
              <a:buNone/>
              <a:defRPr sz="2000">
                <a:solidFill>
                  <a:schemeClr val="bg1"/>
                </a:solidFill>
                <a:latin typeface="+mn-lt"/>
              </a:defRPr>
            </a:lvl1pPr>
            <a:lvl2pPr marL="228600" indent="0">
              <a:buNone/>
              <a:defRPr/>
            </a:lvl2pPr>
            <a:lvl3pPr marL="457200" indent="0">
              <a:buNone/>
              <a:defRPr/>
            </a:lvl3pPr>
            <a:lvl4pPr marL="685800" indent="0">
              <a:buNone/>
              <a:defRPr/>
            </a:lvl4pPr>
            <a:lvl5pPr marL="914400" indent="0">
              <a:buNone/>
              <a:defRPr/>
            </a:lvl5pPr>
          </a:lstStyle>
          <a:p>
            <a:r>
              <a:rPr lang="en-US" dirty="0"/>
              <a:t>Quote/Body text</a:t>
            </a:r>
          </a:p>
        </p:txBody>
      </p:sp>
      <p:sp>
        <p:nvSpPr>
          <p:cNvPr id="2" name="Slide Number Placeholder 5">
            <a:extLst>
              <a:ext uri="{FF2B5EF4-FFF2-40B4-BE49-F238E27FC236}">
                <a16:creationId xmlns:a16="http://schemas.microsoft.com/office/drawing/2014/main" id="{512E530A-B778-4B96-FF9C-7B751B733D7B}"/>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5" name="Graphique 10" descr="Atos logo">
            <a:extLst>
              <a:ext uri="{FF2B5EF4-FFF2-40B4-BE49-F238E27FC236}">
                <a16:creationId xmlns:a16="http://schemas.microsoft.com/office/drawing/2014/main" id="{025140E0-C2C6-A3A5-0B7E-678902A455D4}"/>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grpSp>
        <p:nvGrpSpPr>
          <p:cNvPr id="6" name="Group 5">
            <a:extLst>
              <a:ext uri="{FF2B5EF4-FFF2-40B4-BE49-F238E27FC236}">
                <a16:creationId xmlns:a16="http://schemas.microsoft.com/office/drawing/2014/main" id="{19778ECC-DF3B-21C8-2028-9C37F39EDD7F}"/>
              </a:ext>
              <a:ext uri="{C183D7F6-B498-43B3-948B-1728B52AA6E4}">
                <adec:decorative xmlns:adec="http://schemas.microsoft.com/office/drawing/2017/decorative" val="1"/>
              </a:ext>
            </a:extLst>
          </p:cNvPr>
          <p:cNvGrpSpPr/>
          <p:nvPr userDrawn="1"/>
        </p:nvGrpSpPr>
        <p:grpSpPr>
          <a:xfrm>
            <a:off x="428625" y="688572"/>
            <a:ext cx="5398971" cy="5398971"/>
            <a:chOff x="428625" y="688572"/>
            <a:chExt cx="5398971" cy="5398971"/>
          </a:xfrm>
        </p:grpSpPr>
        <p:pic>
          <p:nvPicPr>
            <p:cNvPr id="12" name="Graphic 11">
              <a:extLst>
                <a:ext uri="{FF2B5EF4-FFF2-40B4-BE49-F238E27FC236}">
                  <a16:creationId xmlns:a16="http://schemas.microsoft.com/office/drawing/2014/main" id="{DDD74B7C-D695-9400-9632-BD81C62538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428625" y="3388057"/>
              <a:ext cx="2699486" cy="2699486"/>
            </a:xfrm>
            <a:prstGeom prst="rect">
              <a:avLst/>
            </a:prstGeom>
          </p:spPr>
        </p:pic>
        <p:pic>
          <p:nvPicPr>
            <p:cNvPr id="13" name="Graphic 12">
              <a:extLst>
                <a:ext uri="{FF2B5EF4-FFF2-40B4-BE49-F238E27FC236}">
                  <a16:creationId xmlns:a16="http://schemas.microsoft.com/office/drawing/2014/main" id="{867E329A-F569-FD2D-40BC-C949E9EC7C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3128110" y="688572"/>
              <a:ext cx="2699486" cy="2699486"/>
            </a:xfrm>
            <a:prstGeom prst="rect">
              <a:avLst/>
            </a:prstGeom>
          </p:spPr>
        </p:pic>
      </p:grpSp>
      <p:sp>
        <p:nvSpPr>
          <p:cNvPr id="7" name="Picture Placeholder 6">
            <a:extLst>
              <a:ext uri="{FF2B5EF4-FFF2-40B4-BE49-F238E27FC236}">
                <a16:creationId xmlns:a16="http://schemas.microsoft.com/office/drawing/2014/main" id="{7BB21A47-0ACD-51C0-D2C7-23A1141D8604}"/>
              </a:ext>
              <a:ext uri="{C183D7F6-B498-43B3-948B-1728B52AA6E4}">
                <adec:decorative xmlns:adec="http://schemas.microsoft.com/office/drawing/2017/decorative" val="1"/>
              </a:ext>
            </a:extLst>
          </p:cNvPr>
          <p:cNvSpPr>
            <a:spLocks noGrp="1" noChangeAspect="1"/>
          </p:cNvSpPr>
          <p:nvPr>
            <p:ph type="pic" sz="quarter" idx="11"/>
          </p:nvPr>
        </p:nvSpPr>
        <p:spPr>
          <a:xfrm>
            <a:off x="1516747" y="1776294"/>
            <a:ext cx="3218690" cy="3218688"/>
          </a:xfrm>
          <a:prstGeom prst="ellipse">
            <a:avLst/>
          </a:prstGeom>
        </p:spPr>
        <p:txBody>
          <a:bodyPr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2572366710"/>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Circle curve quote 2">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5FD19C8-A9BF-5C73-C5BC-BA598A545343}"/>
              </a:ext>
              <a:ext uri="{C183D7F6-B498-43B3-948B-1728B52AA6E4}">
                <adec:decorative xmlns:adec="http://schemas.microsoft.com/office/drawing/2017/decorative" val="1"/>
              </a:ext>
            </a:extLst>
          </p:cNvPr>
          <p:cNvGrpSpPr/>
          <p:nvPr userDrawn="1"/>
        </p:nvGrpSpPr>
        <p:grpSpPr>
          <a:xfrm>
            <a:off x="428625" y="688572"/>
            <a:ext cx="5398971" cy="5398971"/>
            <a:chOff x="428625" y="688572"/>
            <a:chExt cx="5398971" cy="5398971"/>
          </a:xfrm>
        </p:grpSpPr>
        <p:pic>
          <p:nvPicPr>
            <p:cNvPr id="12" name="Graphic 11">
              <a:extLst>
                <a:ext uri="{FF2B5EF4-FFF2-40B4-BE49-F238E27FC236}">
                  <a16:creationId xmlns:a16="http://schemas.microsoft.com/office/drawing/2014/main" id="{DDD74B7C-D695-9400-9632-BD81C62538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428625" y="3388057"/>
              <a:ext cx="2699486" cy="2699486"/>
            </a:xfrm>
            <a:prstGeom prst="rect">
              <a:avLst/>
            </a:prstGeom>
          </p:spPr>
        </p:pic>
        <p:pic>
          <p:nvPicPr>
            <p:cNvPr id="13" name="Graphic 12">
              <a:extLst>
                <a:ext uri="{FF2B5EF4-FFF2-40B4-BE49-F238E27FC236}">
                  <a16:creationId xmlns:a16="http://schemas.microsoft.com/office/drawing/2014/main" id="{867E329A-F569-FD2D-40BC-C949E9EC7C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3128110" y="688572"/>
              <a:ext cx="2699486" cy="2699486"/>
            </a:xfrm>
            <a:prstGeom prst="rect">
              <a:avLst/>
            </a:prstGeom>
          </p:spPr>
        </p:pic>
      </p:grpSp>
      <p:sp>
        <p:nvSpPr>
          <p:cNvPr id="7" name="Title 6">
            <a:extLst>
              <a:ext uri="{FF2B5EF4-FFF2-40B4-BE49-F238E27FC236}">
                <a16:creationId xmlns:a16="http://schemas.microsoft.com/office/drawing/2014/main" id="{571E8B8B-07EF-1513-B4C6-C31171443239}"/>
              </a:ext>
            </a:extLst>
          </p:cNvPr>
          <p:cNvSpPr>
            <a:spLocks noGrp="1"/>
          </p:cNvSpPr>
          <p:nvPr>
            <p:ph type="title" hasCustomPrompt="1"/>
          </p:nvPr>
        </p:nvSpPr>
        <p:spPr>
          <a:xfrm>
            <a:off x="1518765" y="1778713"/>
            <a:ext cx="3218690" cy="3218688"/>
          </a:xfrm>
        </p:spPr>
        <p:txBody>
          <a:bodyPr anchor="ctr"/>
          <a:lstStyle>
            <a:lvl1pPr algn="ctr">
              <a:defRPr>
                <a:solidFill>
                  <a:schemeClr val="accent3"/>
                </a:solidFill>
              </a:defRPr>
            </a:lvl1pPr>
          </a:lstStyle>
          <a:p>
            <a:r>
              <a:rPr lang="en-US" dirty="0"/>
              <a:t>Title example </a:t>
            </a:r>
            <a:br>
              <a:rPr lang="en-US" dirty="0"/>
            </a:br>
            <a:r>
              <a:rPr lang="en-US" dirty="0"/>
              <a:t>over two lines</a:t>
            </a:r>
          </a:p>
        </p:txBody>
      </p:sp>
      <p:sp>
        <p:nvSpPr>
          <p:cNvPr id="8" name="Rectangle 7">
            <a:extLst>
              <a:ext uri="{FF2B5EF4-FFF2-40B4-BE49-F238E27FC236}">
                <a16:creationId xmlns:a16="http://schemas.microsoft.com/office/drawing/2014/main" id="{E9A78271-D975-392F-26ED-9AF02A595AA3}"/>
              </a:ext>
              <a:ext uri="{C183D7F6-B498-43B3-948B-1728B52AA6E4}">
                <adec:decorative xmlns:adec="http://schemas.microsoft.com/office/drawing/2017/decorative" val="1"/>
              </a:ext>
            </a:extLst>
          </p:cNvPr>
          <p:cNvSpPr/>
          <p:nvPr userDrawn="1"/>
        </p:nvSpPr>
        <p:spPr>
          <a:xfrm>
            <a:off x="6096000" y="0"/>
            <a:ext cx="60960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6458857" y="477673"/>
            <a:ext cx="5304517" cy="5599278"/>
          </a:xfrm>
        </p:spPr>
        <p:txBody>
          <a:bodyPr wrap="square">
            <a:noAutofit/>
          </a:bodyPr>
          <a:lstStyle>
            <a:lvl1pPr marL="0" indent="0">
              <a:spcAft>
                <a:spcPts val="600"/>
              </a:spcAft>
              <a:buNone/>
              <a:defRPr sz="2000">
                <a:solidFill>
                  <a:schemeClr val="bg1"/>
                </a:solidFill>
                <a:latin typeface="+mn-lt"/>
              </a:defRPr>
            </a:lvl1pPr>
            <a:lvl2pPr marL="228600" indent="0">
              <a:buNone/>
              <a:defRPr/>
            </a:lvl2pPr>
            <a:lvl3pPr marL="457200" indent="0">
              <a:buNone/>
              <a:defRPr/>
            </a:lvl3pPr>
            <a:lvl4pPr marL="685800" indent="0">
              <a:buNone/>
              <a:defRPr/>
            </a:lvl4pPr>
            <a:lvl5pPr marL="914400" indent="0">
              <a:buNone/>
              <a:defRPr/>
            </a:lvl5pPr>
          </a:lstStyle>
          <a:p>
            <a:r>
              <a:rPr lang="en-US" dirty="0"/>
              <a:t>Quote/Body text</a:t>
            </a:r>
          </a:p>
        </p:txBody>
      </p:sp>
      <p:sp>
        <p:nvSpPr>
          <p:cNvPr id="2" name="Slide Number Placeholder 5">
            <a:extLst>
              <a:ext uri="{FF2B5EF4-FFF2-40B4-BE49-F238E27FC236}">
                <a16:creationId xmlns:a16="http://schemas.microsoft.com/office/drawing/2014/main" id="{9D9D97E0-3D8D-7FAB-987B-9840782C00B0}"/>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5" name="Graphique 10" descr="Atos logo">
            <a:extLst>
              <a:ext uri="{FF2B5EF4-FFF2-40B4-BE49-F238E27FC236}">
                <a16:creationId xmlns:a16="http://schemas.microsoft.com/office/drawing/2014/main" id="{025140E0-C2C6-A3A5-0B7E-678902A455D4}"/>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3867814866"/>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ircle curve quote 3">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01E3036-17F2-B2D8-A1D0-CDDB9D0DD68D}"/>
              </a:ext>
              <a:ext uri="{C183D7F6-B498-43B3-948B-1728B52AA6E4}">
                <adec:decorative xmlns:adec="http://schemas.microsoft.com/office/drawing/2017/decorative" val="1"/>
              </a:ext>
            </a:extLst>
          </p:cNvPr>
          <p:cNvGrpSpPr/>
          <p:nvPr userDrawn="1"/>
        </p:nvGrpSpPr>
        <p:grpSpPr>
          <a:xfrm>
            <a:off x="0" y="0"/>
            <a:ext cx="6096000" cy="6858000"/>
            <a:chOff x="0" y="0"/>
            <a:chExt cx="6096000" cy="6858000"/>
          </a:xfrm>
        </p:grpSpPr>
        <p:sp>
          <p:nvSpPr>
            <p:cNvPr id="8" name="Rectangle 7">
              <a:extLst>
                <a:ext uri="{FF2B5EF4-FFF2-40B4-BE49-F238E27FC236}">
                  <a16:creationId xmlns:a16="http://schemas.microsoft.com/office/drawing/2014/main" id="{E9A78271-D975-392F-26ED-9AF02A595AA3}"/>
                </a:ext>
                <a:ext uri="{C183D7F6-B498-43B3-948B-1728B52AA6E4}">
                  <adec:decorative xmlns:adec="http://schemas.microsoft.com/office/drawing/2017/decorative" val="1"/>
                </a:ext>
              </a:extLst>
            </p:cNvPr>
            <p:cNvSpPr/>
            <p:nvPr userDrawn="1"/>
          </p:nvSpPr>
          <p:spPr>
            <a:xfrm>
              <a:off x="0" y="0"/>
              <a:ext cx="60960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 name="Group 5">
              <a:extLst>
                <a:ext uri="{FF2B5EF4-FFF2-40B4-BE49-F238E27FC236}">
                  <a16:creationId xmlns:a16="http://schemas.microsoft.com/office/drawing/2014/main" id="{95FD19C8-A9BF-5C73-C5BC-BA598A545343}"/>
                </a:ext>
                <a:ext uri="{C183D7F6-B498-43B3-948B-1728B52AA6E4}">
                  <adec:decorative xmlns:adec="http://schemas.microsoft.com/office/drawing/2017/decorative" val="1"/>
                </a:ext>
              </a:extLst>
            </p:cNvPr>
            <p:cNvGrpSpPr/>
            <p:nvPr userDrawn="1"/>
          </p:nvGrpSpPr>
          <p:grpSpPr>
            <a:xfrm>
              <a:off x="428625" y="688572"/>
              <a:ext cx="5398971" cy="5398971"/>
              <a:chOff x="428625" y="688572"/>
              <a:chExt cx="5398971" cy="5398971"/>
            </a:xfrm>
          </p:grpSpPr>
          <p:pic>
            <p:nvPicPr>
              <p:cNvPr id="12" name="Graphic 11">
                <a:extLst>
                  <a:ext uri="{FF2B5EF4-FFF2-40B4-BE49-F238E27FC236}">
                    <a16:creationId xmlns:a16="http://schemas.microsoft.com/office/drawing/2014/main" id="{DDD74B7C-D695-9400-9632-BD81C62538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428625" y="3388057"/>
                <a:ext cx="2699486" cy="2699486"/>
              </a:xfrm>
              <a:prstGeom prst="rect">
                <a:avLst/>
              </a:prstGeom>
            </p:spPr>
          </p:pic>
          <p:pic>
            <p:nvPicPr>
              <p:cNvPr id="13" name="Graphic 12">
                <a:extLst>
                  <a:ext uri="{FF2B5EF4-FFF2-40B4-BE49-F238E27FC236}">
                    <a16:creationId xmlns:a16="http://schemas.microsoft.com/office/drawing/2014/main" id="{867E329A-F569-FD2D-40BC-C949E9EC7C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3128110" y="688572"/>
                <a:ext cx="2699486" cy="2699486"/>
              </a:xfrm>
              <a:prstGeom prst="rect">
                <a:avLst/>
              </a:prstGeom>
            </p:spPr>
          </p:pic>
        </p:grpSp>
      </p:grpSp>
      <p:sp>
        <p:nvSpPr>
          <p:cNvPr id="7" name="Title 6">
            <a:extLst>
              <a:ext uri="{FF2B5EF4-FFF2-40B4-BE49-F238E27FC236}">
                <a16:creationId xmlns:a16="http://schemas.microsoft.com/office/drawing/2014/main" id="{571E8B8B-07EF-1513-B4C6-C31171443239}"/>
              </a:ext>
            </a:extLst>
          </p:cNvPr>
          <p:cNvSpPr>
            <a:spLocks noGrp="1"/>
          </p:cNvSpPr>
          <p:nvPr>
            <p:ph type="title" hasCustomPrompt="1"/>
          </p:nvPr>
        </p:nvSpPr>
        <p:spPr>
          <a:xfrm>
            <a:off x="1518765" y="1778713"/>
            <a:ext cx="3218690" cy="3218688"/>
          </a:xfrm>
        </p:spPr>
        <p:txBody>
          <a:bodyPr anchor="ctr"/>
          <a:lstStyle>
            <a:lvl1pPr algn="ctr">
              <a:defRPr sz="3200">
                <a:solidFill>
                  <a:schemeClr val="bg1"/>
                </a:solidFill>
              </a:defRPr>
            </a:lvl1pPr>
          </a:lstStyle>
          <a:p>
            <a:r>
              <a:rPr lang="en-US" dirty="0"/>
              <a:t>Presentation</a:t>
            </a:r>
            <a:br>
              <a:rPr lang="en-US" dirty="0"/>
            </a:br>
            <a:r>
              <a:rPr lang="en-US" dirty="0"/>
              <a:t>title</a:t>
            </a:r>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6458857" y="477673"/>
            <a:ext cx="5304517" cy="5599278"/>
          </a:xfrm>
        </p:spPr>
        <p:txBody>
          <a:bodyPr wrap="square">
            <a:noAutofit/>
          </a:bodyPr>
          <a:lstStyle>
            <a:lvl1pPr marL="0" indent="0">
              <a:spcAft>
                <a:spcPts val="600"/>
              </a:spcAft>
              <a:buNone/>
              <a:defRPr sz="2000">
                <a:solidFill>
                  <a:schemeClr val="accent3"/>
                </a:solidFill>
                <a:latin typeface="+mn-lt"/>
              </a:defRPr>
            </a:lvl1pPr>
            <a:lvl2pPr marL="228600" indent="0">
              <a:buNone/>
              <a:defRPr/>
            </a:lvl2pPr>
            <a:lvl3pPr marL="457200" indent="0">
              <a:buNone/>
              <a:defRPr/>
            </a:lvl3pPr>
            <a:lvl4pPr marL="685800" indent="0">
              <a:buNone/>
              <a:defRPr/>
            </a:lvl4pPr>
            <a:lvl5pPr marL="914400" indent="0">
              <a:buNone/>
              <a:defRPr/>
            </a:lvl5pPr>
          </a:lstStyle>
          <a:p>
            <a:r>
              <a:rPr lang="en-US" dirty="0"/>
              <a:t>Quote/Body text</a:t>
            </a:r>
          </a:p>
        </p:txBody>
      </p:sp>
    </p:spTree>
    <p:extLst>
      <p:ext uri="{BB962C8B-B14F-4D97-AF65-F5344CB8AC3E}">
        <p14:creationId xmlns:p14="http://schemas.microsoft.com/office/powerpoint/2010/main" val="401448567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Horizontal image">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A3249094-6A68-D834-0DBC-9A7F16E75AD2}"/>
              </a:ext>
            </a:extLst>
          </p:cNvPr>
          <p:cNvSpPr>
            <a:spLocks noGrp="1"/>
          </p:cNvSpPr>
          <p:nvPr>
            <p:ph type="title" hasCustomPrompt="1"/>
          </p:nvPr>
        </p:nvSpPr>
        <p:spPr>
          <a:xfrm>
            <a:off x="428623" y="4548851"/>
            <a:ext cx="3622941" cy="1528100"/>
          </a:xfrm>
        </p:spPr>
        <p:txBody>
          <a:bodyPr/>
          <a:lstStyle>
            <a:lvl1pPr>
              <a:defRPr/>
            </a:lvl1pPr>
          </a:lstStyle>
          <a:p>
            <a:pPr lvl="0"/>
            <a:r>
              <a:rPr lang="en-US" dirty="0"/>
              <a:t>Presentation title</a:t>
            </a:r>
          </a:p>
        </p:txBody>
      </p:sp>
      <p:sp>
        <p:nvSpPr>
          <p:cNvPr id="15" name="Text Placeholder 13">
            <a:extLst>
              <a:ext uri="{FF2B5EF4-FFF2-40B4-BE49-F238E27FC236}">
                <a16:creationId xmlns:a16="http://schemas.microsoft.com/office/drawing/2014/main" id="{0857F230-011F-060B-4FB1-562515D958C8}"/>
              </a:ext>
            </a:extLst>
          </p:cNvPr>
          <p:cNvSpPr>
            <a:spLocks noGrp="1"/>
          </p:cNvSpPr>
          <p:nvPr>
            <p:ph type="body" sz="quarter" idx="12" hasCustomPrompt="1"/>
          </p:nvPr>
        </p:nvSpPr>
        <p:spPr>
          <a:xfrm>
            <a:off x="4284529" y="2899336"/>
            <a:ext cx="3622941" cy="3177613"/>
          </a:xfrm>
        </p:spPr>
        <p:txBody>
          <a:bodyPr/>
          <a:lstStyle>
            <a:lvl1pPr marL="0" indent="0">
              <a:spcAft>
                <a:spcPts val="300"/>
              </a:spcAft>
              <a:buNone/>
              <a:defRPr sz="1600">
                <a:solidFill>
                  <a:schemeClr val="accent3"/>
                </a:solidFill>
                <a:latin typeface="+mj-lt"/>
              </a:defRPr>
            </a:lvl1pPr>
            <a:lvl2pPr marL="182880" indent="-182880">
              <a:spcAft>
                <a:spcPts val="300"/>
              </a:spcAft>
              <a:buFont typeface="Arial" panose="020B0604020202020204" pitchFamily="34" charset="0"/>
              <a:buChar char="•"/>
              <a:defRPr sz="1400"/>
            </a:lvl2pPr>
          </a:lstStyle>
          <a:p>
            <a:pPr lvl="0"/>
            <a:r>
              <a:rPr lang="en-US" dirty="0"/>
              <a:t>Text to come</a:t>
            </a:r>
          </a:p>
          <a:p>
            <a:pPr lvl="1"/>
            <a:r>
              <a:rPr lang="en-US" dirty="0"/>
              <a:t>Text to come</a:t>
            </a:r>
          </a:p>
        </p:txBody>
      </p:sp>
      <p:sp>
        <p:nvSpPr>
          <p:cNvPr id="17" name="Text Placeholder 13">
            <a:extLst>
              <a:ext uri="{FF2B5EF4-FFF2-40B4-BE49-F238E27FC236}">
                <a16:creationId xmlns:a16="http://schemas.microsoft.com/office/drawing/2014/main" id="{1A32E384-2A06-73AA-FF5C-EEF843B9C278}"/>
              </a:ext>
            </a:extLst>
          </p:cNvPr>
          <p:cNvSpPr>
            <a:spLocks noGrp="1"/>
          </p:cNvSpPr>
          <p:nvPr>
            <p:ph type="body" sz="quarter" idx="13" hasCustomPrompt="1"/>
          </p:nvPr>
        </p:nvSpPr>
        <p:spPr>
          <a:xfrm>
            <a:off x="8140436" y="2899336"/>
            <a:ext cx="3622941" cy="3177613"/>
          </a:xfrm>
        </p:spPr>
        <p:txBody>
          <a:bodyPr/>
          <a:lstStyle>
            <a:lvl1pPr marL="0" indent="0">
              <a:spcAft>
                <a:spcPts val="300"/>
              </a:spcAft>
              <a:buNone/>
              <a:defRPr sz="1600">
                <a:solidFill>
                  <a:schemeClr val="accent3"/>
                </a:solidFill>
                <a:latin typeface="+mj-lt"/>
              </a:defRPr>
            </a:lvl1pPr>
            <a:lvl2pPr marL="182880" indent="-182880">
              <a:spcAft>
                <a:spcPts val="300"/>
              </a:spcAft>
              <a:buFont typeface="Arial" panose="020B0604020202020204" pitchFamily="34" charset="0"/>
              <a:buChar char="•"/>
              <a:defRPr sz="1400"/>
            </a:lvl2pPr>
          </a:lstStyle>
          <a:p>
            <a:pPr lvl="0"/>
            <a:r>
              <a:rPr lang="en-US" dirty="0"/>
              <a:t>Text to come</a:t>
            </a:r>
          </a:p>
          <a:p>
            <a:pPr lvl="1"/>
            <a:r>
              <a:rPr lang="en-US" dirty="0"/>
              <a:t>Text to come</a:t>
            </a:r>
          </a:p>
        </p:txBody>
      </p:sp>
      <p:sp>
        <p:nvSpPr>
          <p:cNvPr id="2" name="Slide Number Placeholder 5">
            <a:extLst>
              <a:ext uri="{FF2B5EF4-FFF2-40B4-BE49-F238E27FC236}">
                <a16:creationId xmlns:a16="http://schemas.microsoft.com/office/drawing/2014/main" id="{9D9D97E0-3D8D-7FAB-987B-9840782C00B0}"/>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9" name="Picture Placeholder 8">
            <a:extLst>
              <a:ext uri="{FF2B5EF4-FFF2-40B4-BE49-F238E27FC236}">
                <a16:creationId xmlns:a16="http://schemas.microsoft.com/office/drawing/2014/main" id="{74402166-D4C7-46DF-2D53-A61654BC1272}"/>
              </a:ext>
              <a:ext uri="{C183D7F6-B498-43B3-948B-1728B52AA6E4}">
                <adec:decorative xmlns:adec="http://schemas.microsoft.com/office/drawing/2017/decorative" val="1"/>
              </a:ext>
            </a:extLst>
          </p:cNvPr>
          <p:cNvSpPr>
            <a:spLocks noGrp="1"/>
          </p:cNvSpPr>
          <p:nvPr>
            <p:ph type="pic" sz="quarter" idx="10" hasCustomPrompt="1"/>
          </p:nvPr>
        </p:nvSpPr>
        <p:spPr>
          <a:xfrm>
            <a:off x="0" y="-2"/>
            <a:ext cx="12192000" cy="2743200"/>
          </a:xfrm>
        </p:spPr>
        <p:txBody>
          <a:bodyPr tIns="1280160" anchor="ctr"/>
          <a:lstStyle>
            <a:lvl1pPr marL="0" indent="0" algn="ctr">
              <a:spcAft>
                <a:spcPts val="0"/>
              </a:spcAft>
              <a:buNone/>
              <a:defRPr/>
            </a:lvl1pPr>
          </a:lstStyle>
          <a:p>
            <a:r>
              <a:rPr lang="en-US" dirty="0"/>
              <a:t>Click icon to add picture</a:t>
            </a:r>
            <a:br>
              <a:rPr lang="en-US" dirty="0"/>
            </a:br>
            <a:r>
              <a:rPr lang="en-US" dirty="0"/>
              <a:t>[Reading order of this slide is failing currently as you need to either label your image decorative]</a:t>
            </a:r>
          </a:p>
        </p:txBody>
      </p:sp>
      <p:pic>
        <p:nvPicPr>
          <p:cNvPr id="10" name="Graphic 9">
            <a:extLst>
              <a:ext uri="{FF2B5EF4-FFF2-40B4-BE49-F238E27FC236}">
                <a16:creationId xmlns:a16="http://schemas.microsoft.com/office/drawing/2014/main" id="{4BC43108-4F2C-DF07-1B76-A5BC5199721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428623" y="2899337"/>
            <a:ext cx="1536654" cy="1536654"/>
          </a:xfrm>
          <a:prstGeom prst="rect">
            <a:avLst/>
          </a:prstGeom>
        </p:spPr>
      </p:pic>
    </p:spTree>
    <p:extLst>
      <p:ext uri="{BB962C8B-B14F-4D97-AF65-F5344CB8AC3E}">
        <p14:creationId xmlns:p14="http://schemas.microsoft.com/office/powerpoint/2010/main" val="2370621113"/>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Horizontal custom image">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77251B7-BDA4-7CFC-7E11-BE1B143D5B8A}"/>
              </a:ext>
            </a:extLst>
          </p:cNvPr>
          <p:cNvSpPr>
            <a:spLocks noGrp="1"/>
          </p:cNvSpPr>
          <p:nvPr>
            <p:ph type="title" hasCustomPrompt="1"/>
          </p:nvPr>
        </p:nvSpPr>
        <p:spPr>
          <a:xfrm>
            <a:off x="428623" y="3948242"/>
            <a:ext cx="3622941" cy="2128709"/>
          </a:xfrm>
        </p:spPr>
        <p:txBody>
          <a:bodyPr/>
          <a:lstStyle>
            <a:lvl1pPr>
              <a:defRPr sz="2800"/>
            </a:lvl1pPr>
          </a:lstStyle>
          <a:p>
            <a:pPr lvl="0"/>
            <a:r>
              <a:rPr lang="en-US" dirty="0"/>
              <a:t>Presentation title</a:t>
            </a:r>
          </a:p>
        </p:txBody>
      </p:sp>
      <p:sp>
        <p:nvSpPr>
          <p:cNvPr id="15" name="Text Placeholder 13">
            <a:extLst>
              <a:ext uri="{FF2B5EF4-FFF2-40B4-BE49-F238E27FC236}">
                <a16:creationId xmlns:a16="http://schemas.microsoft.com/office/drawing/2014/main" id="{0857F230-011F-060B-4FB1-562515D958C8}"/>
              </a:ext>
            </a:extLst>
          </p:cNvPr>
          <p:cNvSpPr>
            <a:spLocks noGrp="1"/>
          </p:cNvSpPr>
          <p:nvPr>
            <p:ph type="body" sz="quarter" idx="12" hasCustomPrompt="1"/>
          </p:nvPr>
        </p:nvSpPr>
        <p:spPr>
          <a:xfrm>
            <a:off x="4284529" y="2280214"/>
            <a:ext cx="3622941" cy="3796736"/>
          </a:xfrm>
        </p:spPr>
        <p:txBody>
          <a:bodyPr/>
          <a:lstStyle>
            <a:lvl1pPr marL="0" indent="0">
              <a:spcAft>
                <a:spcPts val="300"/>
              </a:spcAft>
              <a:buNone/>
              <a:defRPr sz="1600">
                <a:solidFill>
                  <a:schemeClr val="accent3"/>
                </a:solidFill>
                <a:latin typeface="+mj-lt"/>
              </a:defRPr>
            </a:lvl1pPr>
            <a:lvl2pPr marL="182880" indent="-182880">
              <a:spcAft>
                <a:spcPts val="300"/>
              </a:spcAft>
              <a:buFont typeface="Arial" panose="020B0604020202020204" pitchFamily="34" charset="0"/>
              <a:buChar char="•"/>
              <a:defRPr sz="1400"/>
            </a:lvl2pPr>
          </a:lstStyle>
          <a:p>
            <a:pPr lvl="0"/>
            <a:r>
              <a:rPr lang="en-US" dirty="0"/>
              <a:t>Text to come</a:t>
            </a:r>
          </a:p>
          <a:p>
            <a:pPr lvl="1"/>
            <a:r>
              <a:rPr lang="en-US" dirty="0"/>
              <a:t>Text to come</a:t>
            </a:r>
          </a:p>
        </p:txBody>
      </p:sp>
      <p:sp>
        <p:nvSpPr>
          <p:cNvPr id="17" name="Text Placeholder 13">
            <a:extLst>
              <a:ext uri="{FF2B5EF4-FFF2-40B4-BE49-F238E27FC236}">
                <a16:creationId xmlns:a16="http://schemas.microsoft.com/office/drawing/2014/main" id="{1A32E384-2A06-73AA-FF5C-EEF843B9C278}"/>
              </a:ext>
            </a:extLst>
          </p:cNvPr>
          <p:cNvSpPr>
            <a:spLocks noGrp="1"/>
          </p:cNvSpPr>
          <p:nvPr>
            <p:ph type="body" sz="quarter" idx="13" hasCustomPrompt="1"/>
          </p:nvPr>
        </p:nvSpPr>
        <p:spPr>
          <a:xfrm>
            <a:off x="8140436" y="2280214"/>
            <a:ext cx="3622941" cy="3796736"/>
          </a:xfrm>
        </p:spPr>
        <p:txBody>
          <a:bodyPr/>
          <a:lstStyle>
            <a:lvl1pPr marL="0" indent="0">
              <a:spcAft>
                <a:spcPts val="300"/>
              </a:spcAft>
              <a:buNone/>
              <a:defRPr sz="1600">
                <a:solidFill>
                  <a:schemeClr val="accent3"/>
                </a:solidFill>
                <a:latin typeface="+mj-lt"/>
              </a:defRPr>
            </a:lvl1pPr>
            <a:lvl2pPr marL="182880" indent="-182880">
              <a:spcAft>
                <a:spcPts val="300"/>
              </a:spcAft>
              <a:buFont typeface="Arial" panose="020B0604020202020204" pitchFamily="34" charset="0"/>
              <a:buChar char="•"/>
              <a:defRPr sz="1400"/>
            </a:lvl2pPr>
          </a:lstStyle>
          <a:p>
            <a:pPr lvl="0"/>
            <a:r>
              <a:rPr lang="en-US" dirty="0"/>
              <a:t>Text to come</a:t>
            </a:r>
          </a:p>
          <a:p>
            <a:pPr lvl="1"/>
            <a:r>
              <a:rPr lang="en-US" dirty="0"/>
              <a:t>Text to come</a:t>
            </a:r>
          </a:p>
        </p:txBody>
      </p:sp>
      <p:sp>
        <p:nvSpPr>
          <p:cNvPr id="2" name="Slide Number Placeholder 5">
            <a:extLst>
              <a:ext uri="{FF2B5EF4-FFF2-40B4-BE49-F238E27FC236}">
                <a16:creationId xmlns:a16="http://schemas.microsoft.com/office/drawing/2014/main" id="{9D9D97E0-3D8D-7FAB-987B-9840782C00B0}"/>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16" name="Picture Placeholder 15">
            <a:extLst>
              <a:ext uri="{FF2B5EF4-FFF2-40B4-BE49-F238E27FC236}">
                <a16:creationId xmlns:a16="http://schemas.microsoft.com/office/drawing/2014/main" id="{06A16EC3-E042-9D3B-ABB3-350B46674C08}"/>
              </a:ext>
              <a:ext uri="{C183D7F6-B498-43B3-948B-1728B52AA6E4}">
                <adec:decorative xmlns:adec="http://schemas.microsoft.com/office/drawing/2017/decorative" val="1"/>
              </a:ext>
            </a:extLst>
          </p:cNvPr>
          <p:cNvSpPr>
            <a:spLocks noGrp="1"/>
          </p:cNvSpPr>
          <p:nvPr>
            <p:ph type="pic" sz="quarter" idx="10" hasCustomPrompt="1"/>
          </p:nvPr>
        </p:nvSpPr>
        <p:spPr>
          <a:xfrm>
            <a:off x="1" y="0"/>
            <a:ext cx="7936707" cy="2148840"/>
          </a:xfrm>
          <a:custGeom>
            <a:avLst/>
            <a:gdLst>
              <a:gd name="connsiteX0" fmla="*/ 0 w 7936707"/>
              <a:gd name="connsiteY0" fmla="*/ 0 h 2148840"/>
              <a:gd name="connsiteX1" fmla="*/ 7936707 w 7936707"/>
              <a:gd name="connsiteY1" fmla="*/ 0 h 2148840"/>
              <a:gd name="connsiteX2" fmla="*/ 7916112 w 7936707"/>
              <a:gd name="connsiteY2" fmla="*/ 152642 h 2148840"/>
              <a:gd name="connsiteX3" fmla="*/ 7772397 w 7936707"/>
              <a:gd name="connsiteY3" fmla="*/ 428627 h 2148840"/>
              <a:gd name="connsiteX4" fmla="*/ 7291388 w 7936707"/>
              <a:gd name="connsiteY4" fmla="*/ 645318 h 2148840"/>
              <a:gd name="connsiteX5" fmla="*/ 7292983 w 7936707"/>
              <a:gd name="connsiteY5" fmla="*/ 1076537 h 2148840"/>
              <a:gd name="connsiteX6" fmla="*/ 7179447 w 7936707"/>
              <a:gd name="connsiteY6" fmla="*/ 1084178 h 2148840"/>
              <a:gd name="connsiteX7" fmla="*/ 6527006 w 7936707"/>
              <a:gd name="connsiteY7" fmla="*/ 1400174 h 2148840"/>
              <a:gd name="connsiteX8" fmla="*/ 6241917 w 7936707"/>
              <a:gd name="connsiteY8" fmla="*/ 1943760 h 2148840"/>
              <a:gd name="connsiteX9" fmla="*/ 6220226 w 7936707"/>
              <a:gd name="connsiteY9" fmla="*/ 2148840 h 2148840"/>
              <a:gd name="connsiteX10" fmla="*/ 0 w 7936707"/>
              <a:gd name="connsiteY10" fmla="*/ 2148840 h 2148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936707" h="2148840">
                <a:moveTo>
                  <a:pt x="0" y="0"/>
                </a:moveTo>
                <a:lnTo>
                  <a:pt x="7936707" y="0"/>
                </a:lnTo>
                <a:lnTo>
                  <a:pt x="7916112" y="152642"/>
                </a:lnTo>
                <a:cubicBezTo>
                  <a:pt x="7880150" y="293192"/>
                  <a:pt x="7806627" y="394397"/>
                  <a:pt x="7772397" y="428627"/>
                </a:cubicBezTo>
                <a:cubicBezTo>
                  <a:pt x="7726757" y="474267"/>
                  <a:pt x="7599362" y="630237"/>
                  <a:pt x="7291388" y="645318"/>
                </a:cubicBezTo>
                <a:lnTo>
                  <a:pt x="7292983" y="1076537"/>
                </a:lnTo>
                <a:lnTo>
                  <a:pt x="7179447" y="1084178"/>
                </a:lnTo>
                <a:cubicBezTo>
                  <a:pt x="6913730" y="1115401"/>
                  <a:pt x="6694389" y="1234878"/>
                  <a:pt x="6527006" y="1400174"/>
                </a:cubicBezTo>
                <a:cubicBezTo>
                  <a:pt x="6383536" y="1541857"/>
                  <a:pt x="6283809" y="1737115"/>
                  <a:pt x="6241917" y="1943760"/>
                </a:cubicBezTo>
                <a:lnTo>
                  <a:pt x="6220226" y="2148840"/>
                </a:lnTo>
                <a:lnTo>
                  <a:pt x="0" y="2148840"/>
                </a:lnTo>
                <a:close/>
              </a:path>
            </a:pathLst>
          </a:custGeom>
        </p:spPr>
        <p:txBody>
          <a:bodyPr wrap="square" tIns="1371600" anchor="ctr">
            <a:noAutofit/>
          </a:bodyPr>
          <a:lstStyle>
            <a:lvl1pPr marL="0" indent="0" algn="ctr">
              <a:spcAft>
                <a:spcPts val="0"/>
              </a:spcAft>
              <a:buNone/>
              <a:defRPr sz="1400"/>
            </a:lvl1pPr>
          </a:lstStyle>
          <a:p>
            <a:r>
              <a:rPr lang="en-US" dirty="0"/>
              <a:t>Click icon to add picture</a:t>
            </a:r>
            <a:br>
              <a:rPr lang="en-US" dirty="0"/>
            </a:br>
            <a:r>
              <a:rPr lang="en-US" dirty="0"/>
              <a:t>[Reading order of this slide is failing currently as</a:t>
            </a:r>
            <a:br>
              <a:rPr lang="en-US" dirty="0"/>
            </a:br>
            <a:r>
              <a:rPr lang="en-US" dirty="0"/>
              <a:t>you need to either label your image decorative]</a:t>
            </a:r>
          </a:p>
        </p:txBody>
      </p:sp>
      <p:grpSp>
        <p:nvGrpSpPr>
          <p:cNvPr id="6" name="Group 5">
            <a:extLst>
              <a:ext uri="{FF2B5EF4-FFF2-40B4-BE49-F238E27FC236}">
                <a16:creationId xmlns:a16="http://schemas.microsoft.com/office/drawing/2014/main" id="{98028403-CA56-3044-0754-28BCEA1221EF}"/>
              </a:ext>
              <a:ext uri="{C183D7F6-B498-43B3-948B-1728B52AA6E4}">
                <adec:decorative xmlns:adec="http://schemas.microsoft.com/office/drawing/2017/decorative" val="1"/>
              </a:ext>
            </a:extLst>
          </p:cNvPr>
          <p:cNvGrpSpPr/>
          <p:nvPr userDrawn="1"/>
        </p:nvGrpSpPr>
        <p:grpSpPr>
          <a:xfrm>
            <a:off x="428623" y="0"/>
            <a:ext cx="7937782" cy="3816868"/>
            <a:chOff x="428623" y="0"/>
            <a:chExt cx="7937782" cy="3816868"/>
          </a:xfrm>
        </p:grpSpPr>
        <p:pic>
          <p:nvPicPr>
            <p:cNvPr id="10" name="Graphic 9">
              <a:extLst>
                <a:ext uri="{FF2B5EF4-FFF2-40B4-BE49-F238E27FC236}">
                  <a16:creationId xmlns:a16="http://schemas.microsoft.com/office/drawing/2014/main" id="{4BC43108-4F2C-DF07-1B76-A5BC5199721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428623" y="2280214"/>
              <a:ext cx="1536654" cy="1536654"/>
            </a:xfrm>
            <a:prstGeom prst="rect">
              <a:avLst/>
            </a:prstGeom>
          </p:spPr>
        </p:pic>
        <p:pic>
          <p:nvPicPr>
            <p:cNvPr id="3" name="Graphic 2">
              <a:extLst>
                <a:ext uri="{FF2B5EF4-FFF2-40B4-BE49-F238E27FC236}">
                  <a16:creationId xmlns:a16="http://schemas.microsoft.com/office/drawing/2014/main" id="{9FB87B71-100B-41E3-AFCA-8DDCC0E4D60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7291985" y="0"/>
              <a:ext cx="1074420" cy="1074420"/>
            </a:xfrm>
            <a:prstGeom prst="rect">
              <a:avLst/>
            </a:prstGeom>
          </p:spPr>
        </p:pic>
        <p:pic>
          <p:nvPicPr>
            <p:cNvPr id="4" name="Graphic 3">
              <a:extLst>
                <a:ext uri="{FF2B5EF4-FFF2-40B4-BE49-F238E27FC236}">
                  <a16:creationId xmlns:a16="http://schemas.microsoft.com/office/drawing/2014/main" id="{3C478359-C705-F6C2-2562-F7E6ECCBC5A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V="1">
              <a:off x="6217565" y="1074420"/>
              <a:ext cx="1074420" cy="1074420"/>
            </a:xfrm>
            <a:prstGeom prst="rect">
              <a:avLst/>
            </a:prstGeom>
          </p:spPr>
        </p:pic>
      </p:grpSp>
    </p:spTree>
    <p:extLst>
      <p:ext uri="{BB962C8B-B14F-4D97-AF65-F5344CB8AC3E}">
        <p14:creationId xmlns:p14="http://schemas.microsoft.com/office/powerpoint/2010/main" val="2371318098"/>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Customer use cas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5" y="291451"/>
            <a:ext cx="10217944" cy="912315"/>
          </a:xfrm>
        </p:spPr>
        <p:txBody>
          <a:bodyPr/>
          <a:lstStyle>
            <a:lvl1pPr>
              <a:defRPr/>
            </a:lvl1pPr>
          </a:lstStyle>
          <a:p>
            <a:r>
              <a:rPr lang="en-US" noProof="0" dirty="0"/>
              <a:t>Customer Name or “Leading Company in Industry” 3</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6" y="709990"/>
            <a:ext cx="10217944"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marL="0" marR="0" lvl="0" indent="0" algn="l" defTabSz="914400" rtl="0" eaLnBrk="1" fontAlgn="auto" latinLnBrk="0" hangingPunct="1">
              <a:lnSpc>
                <a:spcPct val="100000"/>
              </a:lnSpc>
              <a:spcBef>
                <a:spcPts val="0"/>
              </a:spcBef>
              <a:spcAft>
                <a:spcPts val="400"/>
              </a:spcAft>
              <a:buClr>
                <a:srgbClr val="FFFFFF"/>
              </a:buClr>
              <a:buSzPct val="100000"/>
              <a:buFont typeface="Arial" panose="020B0604020202020204" pitchFamily="34" charset="0"/>
              <a:buNone/>
              <a:tabLst/>
              <a:defRPr/>
            </a:pPr>
            <a:r>
              <a:rPr lang="en-US" noProof="0" dirty="0"/>
              <a:t>Project Name / Short Project Description</a:t>
            </a:r>
          </a:p>
        </p:txBody>
      </p:sp>
      <p:sp>
        <p:nvSpPr>
          <p:cNvPr id="20" name="Text Placeholder 19">
            <a:extLst>
              <a:ext uri="{FF2B5EF4-FFF2-40B4-BE49-F238E27FC236}">
                <a16:creationId xmlns:a16="http://schemas.microsoft.com/office/drawing/2014/main" id="{16E3656E-2604-07A1-7264-51DBED1E9925}"/>
              </a:ext>
            </a:extLst>
          </p:cNvPr>
          <p:cNvSpPr>
            <a:spLocks noGrp="1"/>
          </p:cNvSpPr>
          <p:nvPr>
            <p:ph type="body" sz="quarter" idx="43" hasCustomPrompt="1"/>
          </p:nvPr>
        </p:nvSpPr>
        <p:spPr>
          <a:xfrm>
            <a:off x="428624" y="1448539"/>
            <a:ext cx="11346324" cy="685800"/>
          </a:xfrm>
        </p:spPr>
        <p:txBody>
          <a:bodyPr/>
          <a:lstStyle>
            <a:lvl1pPr marL="0" indent="0">
              <a:buFontTx/>
              <a:buNone/>
              <a:defRPr sz="1400">
                <a:latin typeface="+mn-lt"/>
              </a:defRPr>
            </a:lvl1pPr>
            <a:lvl2pPr marL="228600" indent="0">
              <a:buFontTx/>
              <a:buNone/>
              <a:defRPr sz="1400">
                <a:latin typeface="+mn-lt"/>
              </a:defRPr>
            </a:lvl2pPr>
            <a:lvl3pPr marL="457200" indent="0">
              <a:buFontTx/>
              <a:buNone/>
              <a:defRPr sz="1400">
                <a:latin typeface="+mn-lt"/>
              </a:defRPr>
            </a:lvl3pPr>
            <a:lvl4pPr marL="685800" indent="0">
              <a:buFontTx/>
              <a:buNone/>
              <a:defRPr sz="1400">
                <a:latin typeface="+mn-lt"/>
              </a:defRPr>
            </a:lvl4pPr>
            <a:lvl5pPr>
              <a:buFontTx/>
              <a:buNone/>
              <a:defRPr sz="1400">
                <a:latin typeface="+mn-lt"/>
              </a:defRPr>
            </a:lvl5pPr>
          </a:lstStyle>
          <a:p>
            <a:pPr lvl="0"/>
            <a:r>
              <a:rPr lang="en-US" dirty="0"/>
              <a:t>Client description</a:t>
            </a:r>
          </a:p>
        </p:txBody>
      </p:sp>
      <p:sp>
        <p:nvSpPr>
          <p:cNvPr id="6" name="Text Placeholder 3">
            <a:extLst>
              <a:ext uri="{FF2B5EF4-FFF2-40B4-BE49-F238E27FC236}">
                <a16:creationId xmlns:a16="http://schemas.microsoft.com/office/drawing/2014/main" id="{F7CC7CBF-5CAC-89DF-85B0-F8F79253431F}"/>
              </a:ext>
            </a:extLst>
          </p:cNvPr>
          <p:cNvSpPr>
            <a:spLocks noGrp="1"/>
          </p:cNvSpPr>
          <p:nvPr>
            <p:ph type="body" sz="quarter" idx="21" hasCustomPrompt="1"/>
          </p:nvPr>
        </p:nvSpPr>
        <p:spPr>
          <a:xfrm>
            <a:off x="1059542" y="2273528"/>
            <a:ext cx="2935241" cy="548640"/>
          </a:xfrm>
        </p:spPr>
        <p:txBody>
          <a:bodyPr anchor="ctr"/>
          <a:lstStyle>
            <a:lvl1pPr marL="0" indent="0">
              <a:spcAft>
                <a:spcPts val="0"/>
              </a:spcAft>
              <a:buNone/>
              <a:defRPr sz="1800">
                <a:solidFill>
                  <a:schemeClr val="accent1"/>
                </a:solidFill>
                <a:latin typeface="+mj-lt"/>
              </a:defRPr>
            </a:lvl1pPr>
          </a:lstStyle>
          <a:p>
            <a:r>
              <a:rPr lang="en-IN" dirty="0"/>
              <a:t>Challenge</a:t>
            </a:r>
          </a:p>
        </p:txBody>
      </p:sp>
      <p:sp>
        <p:nvSpPr>
          <p:cNvPr id="12" name="Text Placeholder 11">
            <a:extLst>
              <a:ext uri="{FF2B5EF4-FFF2-40B4-BE49-F238E27FC236}">
                <a16:creationId xmlns:a16="http://schemas.microsoft.com/office/drawing/2014/main" id="{59890119-6112-A65C-5D5F-826D3A8F06E7}"/>
              </a:ext>
            </a:extLst>
          </p:cNvPr>
          <p:cNvSpPr>
            <a:spLocks noGrp="1"/>
          </p:cNvSpPr>
          <p:nvPr>
            <p:ph type="body" sz="quarter" idx="13" hasCustomPrompt="1"/>
          </p:nvPr>
        </p:nvSpPr>
        <p:spPr>
          <a:xfrm>
            <a:off x="428624" y="2904370"/>
            <a:ext cx="3566160" cy="3172580"/>
          </a:xfrm>
        </p:spPr>
        <p:txBody>
          <a:bodyPr lIns="0" tIns="73152" rIns="91440" bIns="45720"/>
          <a:lstStyle>
            <a:lvl1pPr>
              <a:defRPr sz="1400"/>
            </a:lvl1pPr>
            <a:lvl2pPr>
              <a:defRPr sz="1400"/>
            </a:lvl2pPr>
            <a:lvl3pPr>
              <a:defRPr sz="1400"/>
            </a:lvl3pPr>
            <a:lvl4pPr>
              <a:defRPr sz="1400"/>
            </a:lvl4pPr>
          </a:lstStyle>
          <a:p>
            <a:pPr lvl="0"/>
            <a:r>
              <a:rPr lang="en-US" noProof="0" dirty="0"/>
              <a:t>Level 01</a:t>
            </a:r>
          </a:p>
          <a:p>
            <a:pPr lvl="1"/>
            <a:r>
              <a:rPr lang="en-US" noProof="0" dirty="0"/>
              <a:t>Level 02</a:t>
            </a:r>
          </a:p>
          <a:p>
            <a:pPr lvl="2"/>
            <a:r>
              <a:rPr lang="en-US" noProof="0" dirty="0"/>
              <a:t>Level 03</a:t>
            </a:r>
          </a:p>
          <a:p>
            <a:pPr lvl="3"/>
            <a:r>
              <a:rPr lang="en-US" noProof="0" dirty="0"/>
              <a:t>Level 04</a:t>
            </a:r>
          </a:p>
        </p:txBody>
      </p:sp>
      <p:sp>
        <p:nvSpPr>
          <p:cNvPr id="4" name="Text Placeholder 3">
            <a:extLst>
              <a:ext uri="{FF2B5EF4-FFF2-40B4-BE49-F238E27FC236}">
                <a16:creationId xmlns:a16="http://schemas.microsoft.com/office/drawing/2014/main" id="{B299E64B-3AEF-5121-CC02-A5BF0E2C2E35}"/>
              </a:ext>
            </a:extLst>
          </p:cNvPr>
          <p:cNvSpPr>
            <a:spLocks noGrp="1"/>
          </p:cNvSpPr>
          <p:nvPr>
            <p:ph type="body" sz="quarter" idx="19" hasCustomPrompt="1"/>
          </p:nvPr>
        </p:nvSpPr>
        <p:spPr>
          <a:xfrm>
            <a:off x="4949625" y="2273528"/>
            <a:ext cx="2935241" cy="548640"/>
          </a:xfrm>
        </p:spPr>
        <p:txBody>
          <a:bodyPr anchor="ctr"/>
          <a:lstStyle>
            <a:lvl1pPr marL="0" indent="0">
              <a:spcAft>
                <a:spcPts val="0"/>
              </a:spcAft>
              <a:buNone/>
              <a:defRPr sz="1800">
                <a:solidFill>
                  <a:schemeClr val="accent1"/>
                </a:solidFill>
                <a:latin typeface="+mj-lt"/>
              </a:defRPr>
            </a:lvl1pPr>
          </a:lstStyle>
          <a:p>
            <a:r>
              <a:rPr lang="en-IN" dirty="0"/>
              <a:t>Solution</a:t>
            </a:r>
          </a:p>
        </p:txBody>
      </p:sp>
      <p:sp>
        <p:nvSpPr>
          <p:cNvPr id="16" name="Text Placeholder 11">
            <a:extLst>
              <a:ext uri="{FF2B5EF4-FFF2-40B4-BE49-F238E27FC236}">
                <a16:creationId xmlns:a16="http://schemas.microsoft.com/office/drawing/2014/main" id="{12B314BB-47D3-B217-085B-FF4087FD57ED}"/>
              </a:ext>
            </a:extLst>
          </p:cNvPr>
          <p:cNvSpPr>
            <a:spLocks noGrp="1"/>
          </p:cNvSpPr>
          <p:nvPr>
            <p:ph type="body" sz="quarter" idx="15" hasCustomPrompt="1"/>
          </p:nvPr>
        </p:nvSpPr>
        <p:spPr>
          <a:xfrm>
            <a:off x="4318707" y="2904370"/>
            <a:ext cx="3566160" cy="3172580"/>
          </a:xfrm>
        </p:spPr>
        <p:txBody>
          <a:bodyPr lIns="0" tIns="73152" rIns="91440" bIns="45720"/>
          <a:lstStyle>
            <a:lvl1pPr>
              <a:defRPr sz="1400"/>
            </a:lvl1pPr>
            <a:lvl2pPr>
              <a:defRPr sz="1400"/>
            </a:lvl2pPr>
            <a:lvl3pPr>
              <a:defRPr sz="1400"/>
            </a:lvl3pPr>
            <a:lvl4pPr>
              <a:defRPr sz="1400"/>
            </a:lvl4pPr>
          </a:lstStyle>
          <a:p>
            <a:pPr lvl="0"/>
            <a:r>
              <a:rPr lang="en-US" noProof="0" dirty="0"/>
              <a:t>Level 01</a:t>
            </a:r>
          </a:p>
          <a:p>
            <a:pPr lvl="1"/>
            <a:r>
              <a:rPr lang="en-US" noProof="0" dirty="0"/>
              <a:t>Level 02</a:t>
            </a:r>
          </a:p>
          <a:p>
            <a:pPr lvl="2"/>
            <a:r>
              <a:rPr lang="en-US" noProof="0" dirty="0"/>
              <a:t>Level 03</a:t>
            </a:r>
          </a:p>
          <a:p>
            <a:pPr lvl="3"/>
            <a:r>
              <a:rPr lang="en-US" noProof="0" dirty="0"/>
              <a:t>Level 04</a:t>
            </a:r>
          </a:p>
        </p:txBody>
      </p:sp>
      <p:sp>
        <p:nvSpPr>
          <p:cNvPr id="5" name="Text Placeholder 3">
            <a:extLst>
              <a:ext uri="{FF2B5EF4-FFF2-40B4-BE49-F238E27FC236}">
                <a16:creationId xmlns:a16="http://schemas.microsoft.com/office/drawing/2014/main" id="{7F70AEA1-0FFB-C5AB-EE1A-EBC0EB80289D}"/>
              </a:ext>
            </a:extLst>
          </p:cNvPr>
          <p:cNvSpPr>
            <a:spLocks noGrp="1"/>
          </p:cNvSpPr>
          <p:nvPr>
            <p:ph type="body" sz="quarter" idx="20" hasCustomPrompt="1"/>
          </p:nvPr>
        </p:nvSpPr>
        <p:spPr>
          <a:xfrm>
            <a:off x="8839708" y="2273528"/>
            <a:ext cx="2935241" cy="548640"/>
          </a:xfrm>
        </p:spPr>
        <p:txBody>
          <a:bodyPr anchor="ctr"/>
          <a:lstStyle>
            <a:lvl1pPr marL="0" indent="0">
              <a:spcAft>
                <a:spcPts val="0"/>
              </a:spcAft>
              <a:buNone/>
              <a:defRPr sz="1800">
                <a:solidFill>
                  <a:schemeClr val="accent1"/>
                </a:solidFill>
                <a:latin typeface="+mj-lt"/>
              </a:defRPr>
            </a:lvl1pPr>
          </a:lstStyle>
          <a:p>
            <a:r>
              <a:rPr lang="en-IN" dirty="0"/>
              <a:t>Business benefits</a:t>
            </a:r>
          </a:p>
        </p:txBody>
      </p:sp>
      <p:sp>
        <p:nvSpPr>
          <p:cNvPr id="18" name="Text Placeholder 11">
            <a:extLst>
              <a:ext uri="{FF2B5EF4-FFF2-40B4-BE49-F238E27FC236}">
                <a16:creationId xmlns:a16="http://schemas.microsoft.com/office/drawing/2014/main" id="{56A08DAB-4054-6D4C-0D9A-23E95A1C1CD2}"/>
              </a:ext>
            </a:extLst>
          </p:cNvPr>
          <p:cNvSpPr>
            <a:spLocks noGrp="1"/>
          </p:cNvSpPr>
          <p:nvPr>
            <p:ph type="body" sz="quarter" idx="17" hasCustomPrompt="1"/>
          </p:nvPr>
        </p:nvSpPr>
        <p:spPr>
          <a:xfrm>
            <a:off x="8208790" y="2904370"/>
            <a:ext cx="3566160" cy="3172580"/>
          </a:xfrm>
        </p:spPr>
        <p:txBody>
          <a:bodyPr lIns="0" tIns="73152" rIns="91440" bIns="45720"/>
          <a:lstStyle>
            <a:lvl1pPr>
              <a:defRPr sz="1400"/>
            </a:lvl1pPr>
            <a:lvl2pPr>
              <a:defRPr sz="1400"/>
            </a:lvl2pPr>
            <a:lvl3pPr>
              <a:defRPr sz="1400"/>
            </a:lvl3pPr>
            <a:lvl4pPr>
              <a:defRPr sz="1400"/>
            </a:lvl4pPr>
          </a:lstStyle>
          <a:p>
            <a:pPr lvl="0"/>
            <a:r>
              <a:rPr lang="en-US" noProof="0" dirty="0"/>
              <a:t>Level 01</a:t>
            </a:r>
          </a:p>
          <a:p>
            <a:pPr lvl="1"/>
            <a:r>
              <a:rPr lang="en-US" noProof="0" dirty="0"/>
              <a:t>Level 02</a:t>
            </a:r>
          </a:p>
          <a:p>
            <a:pPr lvl="2"/>
            <a:r>
              <a:rPr lang="en-US" noProof="0" dirty="0"/>
              <a:t>Level 03</a:t>
            </a:r>
          </a:p>
          <a:p>
            <a:pPr lvl="3"/>
            <a:r>
              <a:rPr lang="en-US" noProof="0" dirty="0"/>
              <a:t>Level 04</a:t>
            </a:r>
          </a:p>
        </p:txBody>
      </p:sp>
      <p:sp>
        <p:nvSpPr>
          <p:cNvPr id="3" name="Slide Number Placeholder 5">
            <a:extLst>
              <a:ext uri="{FF2B5EF4-FFF2-40B4-BE49-F238E27FC236}">
                <a16:creationId xmlns:a16="http://schemas.microsoft.com/office/drawing/2014/main" id="{86B26CC1-EC68-EFF1-594A-E7D62DC165B8}"/>
              </a:ext>
            </a:extLst>
          </p:cNvPr>
          <p:cNvSpPr>
            <a:spLocks noGrp="1"/>
          </p:cNvSpPr>
          <p:nvPr userDrawn="1">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en-US" noProof="0" smtClean="0"/>
              <a:pPr/>
              <a:t>‹N°›</a:t>
            </a:fld>
            <a:endParaRPr lang="en-US" noProof="0"/>
          </a:p>
        </p:txBody>
      </p:sp>
      <p:sp>
        <p:nvSpPr>
          <p:cNvPr id="19" name="internal use only">
            <a:extLst>
              <a:ext uri="{FF2B5EF4-FFF2-40B4-BE49-F238E27FC236}">
                <a16:creationId xmlns:a16="http://schemas.microsoft.com/office/drawing/2014/main" id="{01155420-5447-22ED-0B97-FFAF06EAB069}"/>
              </a:ext>
            </a:extLst>
          </p:cNvPr>
          <p:cNvSpPr txBox="1"/>
          <p:nvPr userDrawn="1"/>
        </p:nvSpPr>
        <p:spPr>
          <a:xfrm>
            <a:off x="4789859" y="6347606"/>
            <a:ext cx="1371600" cy="276999"/>
          </a:xfrm>
          <a:prstGeom prst="rect">
            <a:avLst/>
          </a:prstGeom>
          <a:solidFill>
            <a:schemeClr val="accent3"/>
          </a:solidFill>
          <a:ln>
            <a:noFill/>
          </a:ln>
        </p:spPr>
        <p:txBody>
          <a:bodyPr wrap="square" lIns="45720" tIns="45720" rIns="45720" bIns="45720" rtlCol="0" anchor="ctr">
            <a:spAutoFit/>
          </a:bodyPr>
          <a:lstStyle>
            <a:defPPr>
              <a:defRPr lang="en-US"/>
            </a:defPPr>
            <a:lvl1pPr marR="0" lvl="0" indent="0" algn="ctr" fontAlgn="auto">
              <a:lnSpc>
                <a:spcPct val="100000"/>
              </a:lnSpc>
              <a:spcBef>
                <a:spcPts val="0"/>
              </a:spcBef>
              <a:spcAft>
                <a:spcPts val="0"/>
              </a:spcAft>
              <a:buClrTx/>
              <a:buSzTx/>
              <a:buFontTx/>
              <a:buNone/>
              <a:tabLst/>
              <a:defRPr sz="1200">
                <a:solidFill>
                  <a:srgbClr val="FFFFFF"/>
                </a:solidFill>
              </a:defRPr>
            </a:lvl1pPr>
          </a:lstStyle>
          <a:p>
            <a:r>
              <a:rPr lang="en-US" dirty="0">
                <a:solidFill>
                  <a:schemeClr val="bg1"/>
                </a:solidFill>
              </a:rPr>
              <a:t>Atos Portfolio L1</a:t>
            </a:r>
          </a:p>
        </p:txBody>
      </p:sp>
      <p:sp>
        <p:nvSpPr>
          <p:cNvPr id="21" name="internal use only">
            <a:extLst>
              <a:ext uri="{FF2B5EF4-FFF2-40B4-BE49-F238E27FC236}">
                <a16:creationId xmlns:a16="http://schemas.microsoft.com/office/drawing/2014/main" id="{028F9F4E-5FDF-D2FA-E8CF-E280BC09AD98}"/>
              </a:ext>
            </a:extLst>
          </p:cNvPr>
          <p:cNvSpPr txBox="1"/>
          <p:nvPr userDrawn="1"/>
        </p:nvSpPr>
        <p:spPr>
          <a:xfrm>
            <a:off x="6263056" y="6347604"/>
            <a:ext cx="2153208" cy="276999"/>
          </a:xfrm>
          <a:prstGeom prst="rect">
            <a:avLst/>
          </a:prstGeom>
          <a:solidFill>
            <a:schemeClr val="accent1"/>
          </a:solidFill>
          <a:ln>
            <a:noFill/>
          </a:ln>
        </p:spPr>
        <p:txBody>
          <a:bodyPr wrap="square" lIns="45720" tIns="45720" rIns="45720" bIns="45720"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bg1"/>
                </a:solidFill>
              </a:rPr>
              <a:t>Atos Portfolio L2 (optional)</a:t>
            </a:r>
            <a:endParaRPr kumimoji="0" lang="en-US" sz="1200" b="0" i="0" u="none" strike="noStrike" kern="1200" cap="none" spc="0" normalizeH="0" baseline="0" noProof="0" dirty="0">
              <a:ln>
                <a:noFill/>
              </a:ln>
              <a:solidFill>
                <a:schemeClr val="bg1"/>
              </a:solidFill>
              <a:effectLst/>
              <a:uLnTx/>
              <a:uFillTx/>
              <a:ea typeface="+mn-ea"/>
              <a:cs typeface="+mn-cs"/>
            </a:endParaRPr>
          </a:p>
        </p:txBody>
      </p:sp>
      <p:sp>
        <p:nvSpPr>
          <p:cNvPr id="22" name="internal use only">
            <a:extLst>
              <a:ext uri="{FF2B5EF4-FFF2-40B4-BE49-F238E27FC236}">
                <a16:creationId xmlns:a16="http://schemas.microsoft.com/office/drawing/2014/main" id="{F33C5A73-D06E-7E4A-D948-24044C841C39}"/>
              </a:ext>
            </a:extLst>
          </p:cNvPr>
          <p:cNvSpPr txBox="1"/>
          <p:nvPr userDrawn="1"/>
        </p:nvSpPr>
        <p:spPr>
          <a:xfrm>
            <a:off x="8517861" y="6339094"/>
            <a:ext cx="1371600" cy="276999"/>
          </a:xfrm>
          <a:prstGeom prst="rect">
            <a:avLst/>
          </a:prstGeom>
          <a:noFill/>
          <a:ln w="12700">
            <a:solidFill>
              <a:schemeClr val="accent3"/>
            </a:solidFill>
          </a:ln>
        </p:spPr>
        <p:txBody>
          <a:bodyPr wrap="square" lIns="45720" tIns="45720" rIns="45720" bIns="45720"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accent3"/>
                </a:solidFill>
                <a:effectLst/>
                <a:uLnTx/>
                <a:uFillTx/>
                <a:latin typeface="+mn-lt"/>
                <a:ea typeface="+mn-ea"/>
                <a:cs typeface="+mn-cs"/>
              </a:rPr>
              <a:t>External use  </a:t>
            </a:r>
          </a:p>
        </p:txBody>
      </p:sp>
      <p:grpSp>
        <p:nvGrpSpPr>
          <p:cNvPr id="10" name="Group 9">
            <a:extLst>
              <a:ext uri="{FF2B5EF4-FFF2-40B4-BE49-F238E27FC236}">
                <a16:creationId xmlns:a16="http://schemas.microsoft.com/office/drawing/2014/main" id="{B775A699-A18D-BB21-EF78-E5C6F2A0665E}"/>
              </a:ext>
              <a:ext uri="{C183D7F6-B498-43B3-948B-1728B52AA6E4}">
                <adec:decorative xmlns:adec="http://schemas.microsoft.com/office/drawing/2017/decorative" val="1"/>
              </a:ext>
            </a:extLst>
          </p:cNvPr>
          <p:cNvGrpSpPr/>
          <p:nvPr userDrawn="1"/>
        </p:nvGrpSpPr>
        <p:grpSpPr>
          <a:xfrm>
            <a:off x="4153852" y="2273528"/>
            <a:ext cx="3892977" cy="3803422"/>
            <a:chOff x="4153852" y="1446213"/>
            <a:chExt cx="3892977" cy="4630737"/>
          </a:xfrm>
        </p:grpSpPr>
        <p:cxnSp>
          <p:nvCxnSpPr>
            <p:cNvPr id="7" name="Straight Connector 6">
              <a:extLst>
                <a:ext uri="{FF2B5EF4-FFF2-40B4-BE49-F238E27FC236}">
                  <a16:creationId xmlns:a16="http://schemas.microsoft.com/office/drawing/2014/main" id="{8055F457-6C59-9205-5BC8-37A6E312F763}"/>
                </a:ext>
                <a:ext uri="{C183D7F6-B498-43B3-948B-1728B52AA6E4}">
                  <adec:decorative xmlns:adec="http://schemas.microsoft.com/office/drawing/2017/decorative" val="1"/>
                </a:ext>
              </a:extLst>
            </p:cNvPr>
            <p:cNvCxnSpPr>
              <a:cxnSpLocks/>
            </p:cNvCxnSpPr>
            <p:nvPr userDrawn="1"/>
          </p:nvCxnSpPr>
          <p:spPr>
            <a:xfrm>
              <a:off x="4153852"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8317E02-C121-6BA0-DE8E-02D7575D7C7C}"/>
                </a:ext>
                <a:ext uri="{C183D7F6-B498-43B3-948B-1728B52AA6E4}">
                  <adec:decorative xmlns:adec="http://schemas.microsoft.com/office/drawing/2017/decorative" val="1"/>
                </a:ext>
              </a:extLst>
            </p:cNvPr>
            <p:cNvCxnSpPr>
              <a:cxnSpLocks/>
            </p:cNvCxnSpPr>
            <p:nvPr userDrawn="1"/>
          </p:nvCxnSpPr>
          <p:spPr>
            <a:xfrm>
              <a:off x="8046829"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13" name="Picture Placeholder 12">
            <a:extLst>
              <a:ext uri="{FF2B5EF4-FFF2-40B4-BE49-F238E27FC236}">
                <a16:creationId xmlns:a16="http://schemas.microsoft.com/office/drawing/2014/main" id="{A3671B79-3EC2-65ED-38A8-41F17F6B9984}"/>
              </a:ext>
              <a:ext uri="{C183D7F6-B498-43B3-948B-1728B52AA6E4}">
                <adec:decorative xmlns:adec="http://schemas.microsoft.com/office/drawing/2017/decorative" val="1"/>
              </a:ext>
            </a:extLst>
          </p:cNvPr>
          <p:cNvSpPr>
            <a:spLocks noGrp="1"/>
          </p:cNvSpPr>
          <p:nvPr userDrawn="1">
            <p:ph type="pic" sz="quarter" idx="42" hasCustomPrompt="1"/>
          </p:nvPr>
        </p:nvSpPr>
        <p:spPr>
          <a:xfrm>
            <a:off x="10731500" y="291451"/>
            <a:ext cx="1033272" cy="912315"/>
          </a:xfrm>
        </p:spPr>
        <p:txBody>
          <a:bodyPr bIns="18288" anchor="b"/>
          <a:lstStyle>
            <a:lvl1pPr marL="0" indent="0" algn="ctr">
              <a:buNone/>
              <a:defRPr sz="1100"/>
            </a:lvl1pPr>
          </a:lstStyle>
          <a:p>
            <a:r>
              <a:rPr lang="en-US" dirty="0"/>
              <a:t>Click icon to add logo</a:t>
            </a:r>
          </a:p>
        </p:txBody>
      </p:sp>
      <p:grpSp>
        <p:nvGrpSpPr>
          <p:cNvPr id="17" name="Group 16">
            <a:extLst>
              <a:ext uri="{FF2B5EF4-FFF2-40B4-BE49-F238E27FC236}">
                <a16:creationId xmlns:a16="http://schemas.microsoft.com/office/drawing/2014/main" id="{109FA632-2867-FF12-3F3B-EF231A97B567}"/>
              </a:ext>
              <a:ext uri="{C183D7F6-B498-43B3-948B-1728B52AA6E4}">
                <adec:decorative xmlns:adec="http://schemas.microsoft.com/office/drawing/2017/decorative" val="1"/>
              </a:ext>
            </a:extLst>
          </p:cNvPr>
          <p:cNvGrpSpPr/>
          <p:nvPr userDrawn="1"/>
        </p:nvGrpSpPr>
        <p:grpSpPr>
          <a:xfrm>
            <a:off x="324627" y="2152824"/>
            <a:ext cx="8520069" cy="751546"/>
            <a:chOff x="324627" y="2152824"/>
            <a:chExt cx="8520069" cy="751546"/>
          </a:xfrm>
        </p:grpSpPr>
        <p:pic>
          <p:nvPicPr>
            <p:cNvPr id="11" name="Image 25" descr="Une image contenant Graphique, symbole, logo, cercle&#10;&#10;Description générée automatiquement">
              <a:extLst>
                <a:ext uri="{FF2B5EF4-FFF2-40B4-BE49-F238E27FC236}">
                  <a16:creationId xmlns:a16="http://schemas.microsoft.com/office/drawing/2014/main" id="{4193AB0D-E43A-4E8F-0DC6-7A92C372BE0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132590" y="2192264"/>
              <a:ext cx="712106" cy="712106"/>
            </a:xfrm>
            <a:prstGeom prst="rect">
              <a:avLst/>
            </a:prstGeom>
          </p:spPr>
        </p:pic>
        <p:pic>
          <p:nvPicPr>
            <p:cNvPr id="14" name="Image 27" descr="Une image contenant Graphique, symbole, logo, Police&#10;&#10;Description générée automatiquement">
              <a:extLst>
                <a:ext uri="{FF2B5EF4-FFF2-40B4-BE49-F238E27FC236}">
                  <a16:creationId xmlns:a16="http://schemas.microsoft.com/office/drawing/2014/main" id="{0968E7AA-E813-3568-2FA4-2B71A09604A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228298" y="2169404"/>
              <a:ext cx="712106" cy="712106"/>
            </a:xfrm>
            <a:prstGeom prst="rect">
              <a:avLst/>
            </a:prstGeom>
          </p:spPr>
        </p:pic>
        <p:pic>
          <p:nvPicPr>
            <p:cNvPr id="15" name="Image 29" descr="Une image contenant Graphique, symbole, Police, graphisme&#10;&#10;Description générée automatiquement">
              <a:extLst>
                <a:ext uri="{FF2B5EF4-FFF2-40B4-BE49-F238E27FC236}">
                  <a16:creationId xmlns:a16="http://schemas.microsoft.com/office/drawing/2014/main" id="{7F86DC0E-1477-1A82-B5C3-6B6A2C31CB4F}"/>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24627" y="2152824"/>
              <a:ext cx="712106" cy="710331"/>
            </a:xfrm>
            <a:prstGeom prst="rect">
              <a:avLst/>
            </a:prstGeom>
          </p:spPr>
        </p:pic>
      </p:grpSp>
    </p:spTree>
    <p:extLst>
      <p:ext uri="{BB962C8B-B14F-4D97-AF65-F5344CB8AC3E}">
        <p14:creationId xmlns:p14="http://schemas.microsoft.com/office/powerpoint/2010/main" val="246888193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CV">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B0EEAF6F-C479-0460-933D-9A1AE8B05440}"/>
              </a:ext>
              <a:ext uri="{C183D7F6-B498-43B3-948B-1728B52AA6E4}">
                <adec:decorative xmlns:adec="http://schemas.microsoft.com/office/drawing/2017/decorative" val="1"/>
              </a:ext>
            </a:extLst>
          </p:cNvPr>
          <p:cNvGrpSpPr/>
          <p:nvPr userDrawn="1"/>
        </p:nvGrpSpPr>
        <p:grpSpPr>
          <a:xfrm>
            <a:off x="0" y="0"/>
            <a:ext cx="12192000" cy="2235997"/>
            <a:chOff x="0" y="0"/>
            <a:chExt cx="12192000" cy="2235997"/>
          </a:xfrm>
        </p:grpSpPr>
        <p:sp>
          <p:nvSpPr>
            <p:cNvPr id="8" name="Rectangle 7">
              <a:extLst>
                <a:ext uri="{FF2B5EF4-FFF2-40B4-BE49-F238E27FC236}">
                  <a16:creationId xmlns:a16="http://schemas.microsoft.com/office/drawing/2014/main" id="{E9A78271-D975-392F-26ED-9AF02A595AA3}"/>
                </a:ext>
                <a:ext uri="{C183D7F6-B498-43B3-948B-1728B52AA6E4}">
                  <adec:decorative xmlns:adec="http://schemas.microsoft.com/office/drawing/2017/decorative" val="1"/>
                </a:ext>
              </a:extLst>
            </p:cNvPr>
            <p:cNvSpPr>
              <a:spLocks/>
            </p:cNvSpPr>
            <p:nvPr userDrawn="1"/>
          </p:nvSpPr>
          <p:spPr>
            <a:xfrm>
              <a:off x="0" y="0"/>
              <a:ext cx="12192000" cy="1147746"/>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14" name="Group 13">
              <a:extLst>
                <a:ext uri="{FF2B5EF4-FFF2-40B4-BE49-F238E27FC236}">
                  <a16:creationId xmlns:a16="http://schemas.microsoft.com/office/drawing/2014/main" id="{87EF5BB1-9EC5-C075-5CF1-D55B8363DFE7}"/>
                </a:ext>
                <a:ext uri="{C183D7F6-B498-43B3-948B-1728B52AA6E4}">
                  <adec:decorative xmlns:adec="http://schemas.microsoft.com/office/drawing/2017/decorative" val="1"/>
                </a:ext>
              </a:extLst>
            </p:cNvPr>
            <p:cNvGrpSpPr/>
            <p:nvPr userDrawn="1"/>
          </p:nvGrpSpPr>
          <p:grpSpPr>
            <a:xfrm>
              <a:off x="436910" y="61381"/>
              <a:ext cx="2174616" cy="2174616"/>
              <a:chOff x="428625" y="688572"/>
              <a:chExt cx="5398972" cy="5398972"/>
            </a:xfrm>
          </p:grpSpPr>
          <p:sp>
            <p:nvSpPr>
              <p:cNvPr id="10" name="Graphic 12">
                <a:extLst>
                  <a:ext uri="{FF2B5EF4-FFF2-40B4-BE49-F238E27FC236}">
                    <a16:creationId xmlns:a16="http://schemas.microsoft.com/office/drawing/2014/main" id="{867E329A-F569-FD2D-40BC-C949E9EC7C6C}"/>
                  </a:ext>
                  <a:ext uri="{C183D7F6-B498-43B3-948B-1728B52AA6E4}">
                    <adec:decorative xmlns:adec="http://schemas.microsoft.com/office/drawing/2017/decorative" val="1"/>
                  </a:ext>
                </a:extLst>
              </p:cNvPr>
              <p:cNvSpPr/>
              <p:nvPr/>
            </p:nvSpPr>
            <p:spPr>
              <a:xfrm rot="5400000">
                <a:off x="3128111" y="688572"/>
                <a:ext cx="2699486" cy="2699486"/>
              </a:xfrm>
              <a:custGeom>
                <a:avLst/>
                <a:gdLst>
                  <a:gd name="connsiteX0" fmla="*/ 0 w 2699486"/>
                  <a:gd name="connsiteY0" fmla="*/ 2699486 h 2699486"/>
                  <a:gd name="connsiteX1" fmla="*/ 1094417 w 2699486"/>
                  <a:gd name="connsiteY1" fmla="*/ 2699486 h 2699486"/>
                  <a:gd name="connsiteX2" fmla="*/ 2699486 w 2699486"/>
                  <a:gd name="connsiteY2" fmla="*/ 1094417 h 2699486"/>
                  <a:gd name="connsiteX3" fmla="*/ 2699486 w 2699486"/>
                  <a:gd name="connsiteY3" fmla="*/ 0 h 2699486"/>
                  <a:gd name="connsiteX4" fmla="*/ 0 w 2699486"/>
                  <a:gd name="connsiteY4" fmla="*/ 2699486 h 26994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99486" h="2699486">
                    <a:moveTo>
                      <a:pt x="0" y="2699486"/>
                    </a:moveTo>
                    <a:lnTo>
                      <a:pt x="1094417" y="2699486"/>
                    </a:lnTo>
                    <a:cubicBezTo>
                      <a:pt x="1094417" y="1814505"/>
                      <a:pt x="1814505" y="1094417"/>
                      <a:pt x="2699486" y="1094417"/>
                    </a:cubicBezTo>
                    <a:lnTo>
                      <a:pt x="2699486" y="0"/>
                    </a:lnTo>
                    <a:cubicBezTo>
                      <a:pt x="1210944" y="0"/>
                      <a:pt x="0" y="1210944"/>
                      <a:pt x="0" y="2699486"/>
                    </a:cubicBezTo>
                  </a:path>
                </a:pathLst>
              </a:custGeom>
              <a:solidFill>
                <a:schemeClr val="accent2"/>
              </a:solidFill>
              <a:ln w="2246" cap="flat">
                <a:noFill/>
                <a:prstDash val="solid"/>
                <a:miter/>
              </a:ln>
            </p:spPr>
            <p:txBody>
              <a:bodyPr rtlCol="0" anchor="ctr"/>
              <a:lstStyle/>
              <a:p>
                <a:endParaRPr lang="en-US" noProof="0"/>
              </a:p>
            </p:txBody>
          </p:sp>
          <p:sp>
            <p:nvSpPr>
              <p:cNvPr id="11" name="Graphic 11">
                <a:extLst>
                  <a:ext uri="{FF2B5EF4-FFF2-40B4-BE49-F238E27FC236}">
                    <a16:creationId xmlns:a16="http://schemas.microsoft.com/office/drawing/2014/main" id="{DDD74B7C-D695-9400-9632-BD81C62538EB}"/>
                  </a:ext>
                  <a:ext uri="{C183D7F6-B498-43B3-948B-1728B52AA6E4}">
                    <adec:decorative xmlns:adec="http://schemas.microsoft.com/office/drawing/2017/decorative" val="1"/>
                  </a:ext>
                </a:extLst>
              </p:cNvPr>
              <p:cNvSpPr/>
              <p:nvPr/>
            </p:nvSpPr>
            <p:spPr>
              <a:xfrm rot="16200000">
                <a:off x="428625" y="3388058"/>
                <a:ext cx="2699486" cy="2699486"/>
              </a:xfrm>
              <a:custGeom>
                <a:avLst/>
                <a:gdLst>
                  <a:gd name="connsiteX0" fmla="*/ 0 w 2699486"/>
                  <a:gd name="connsiteY0" fmla="*/ 2699486 h 2699486"/>
                  <a:gd name="connsiteX1" fmla="*/ 1094417 w 2699486"/>
                  <a:gd name="connsiteY1" fmla="*/ 2699486 h 2699486"/>
                  <a:gd name="connsiteX2" fmla="*/ 2699486 w 2699486"/>
                  <a:gd name="connsiteY2" fmla="*/ 1094417 h 2699486"/>
                  <a:gd name="connsiteX3" fmla="*/ 2699486 w 2699486"/>
                  <a:gd name="connsiteY3" fmla="*/ 0 h 2699486"/>
                  <a:gd name="connsiteX4" fmla="*/ 0 w 2699486"/>
                  <a:gd name="connsiteY4" fmla="*/ 2699486 h 26994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99486" h="2699486">
                    <a:moveTo>
                      <a:pt x="0" y="2699486"/>
                    </a:moveTo>
                    <a:lnTo>
                      <a:pt x="1094417" y="2699486"/>
                    </a:lnTo>
                    <a:cubicBezTo>
                      <a:pt x="1094417" y="1814505"/>
                      <a:pt x="1814505" y="1094417"/>
                      <a:pt x="2699486" y="1094417"/>
                    </a:cubicBezTo>
                    <a:lnTo>
                      <a:pt x="2699486" y="0"/>
                    </a:lnTo>
                    <a:cubicBezTo>
                      <a:pt x="1210944" y="0"/>
                      <a:pt x="0" y="1210944"/>
                      <a:pt x="0" y="2699486"/>
                    </a:cubicBezTo>
                  </a:path>
                </a:pathLst>
              </a:custGeom>
              <a:solidFill>
                <a:schemeClr val="accent1"/>
              </a:solidFill>
              <a:ln w="2246" cap="flat">
                <a:noFill/>
                <a:prstDash val="solid"/>
                <a:miter/>
              </a:ln>
            </p:spPr>
            <p:txBody>
              <a:bodyPr rtlCol="0" anchor="ctr"/>
              <a:lstStyle/>
              <a:p>
                <a:endParaRPr lang="en-US" noProof="0"/>
              </a:p>
            </p:txBody>
          </p:sp>
        </p:grpSp>
      </p:grpSp>
      <p:sp>
        <p:nvSpPr>
          <p:cNvPr id="3" name="Title 2">
            <a:extLst>
              <a:ext uri="{FF2B5EF4-FFF2-40B4-BE49-F238E27FC236}">
                <a16:creationId xmlns:a16="http://schemas.microsoft.com/office/drawing/2014/main" id="{AC6A2842-98CF-DBDF-5B71-0947B0AD63D5}"/>
              </a:ext>
            </a:extLst>
          </p:cNvPr>
          <p:cNvSpPr>
            <a:spLocks noGrp="1"/>
          </p:cNvSpPr>
          <p:nvPr>
            <p:ph type="title" hasCustomPrompt="1"/>
          </p:nvPr>
        </p:nvSpPr>
        <p:spPr>
          <a:xfrm>
            <a:off x="2772016" y="216497"/>
            <a:ext cx="7124338" cy="387705"/>
          </a:xfrm>
        </p:spPr>
        <p:txBody>
          <a:bodyPr/>
          <a:lstStyle>
            <a:lvl1pPr>
              <a:defRPr sz="2400">
                <a:solidFill>
                  <a:schemeClr val="bg1"/>
                </a:solidFill>
              </a:defRPr>
            </a:lvl1pPr>
          </a:lstStyle>
          <a:p>
            <a:r>
              <a:rPr lang="en-US" noProof="0" dirty="0"/>
              <a:t>Click to enter consultant’s name</a:t>
            </a:r>
          </a:p>
        </p:txBody>
      </p:sp>
      <p:sp>
        <p:nvSpPr>
          <p:cNvPr id="27" name="Text Placeholder 26">
            <a:extLst>
              <a:ext uri="{FF2B5EF4-FFF2-40B4-BE49-F238E27FC236}">
                <a16:creationId xmlns:a16="http://schemas.microsoft.com/office/drawing/2014/main" id="{5C537275-6DEE-641D-F9A0-865D8402FAC1}"/>
              </a:ext>
            </a:extLst>
          </p:cNvPr>
          <p:cNvSpPr>
            <a:spLocks noGrp="1"/>
          </p:cNvSpPr>
          <p:nvPr>
            <p:ph type="body" sz="quarter" idx="29" hasCustomPrompt="1"/>
          </p:nvPr>
        </p:nvSpPr>
        <p:spPr>
          <a:xfrm>
            <a:off x="2772017" y="607046"/>
            <a:ext cx="7124338" cy="414511"/>
          </a:xfrm>
        </p:spPr>
        <p:txBody>
          <a:bodyPr anchor="t"/>
          <a:lstStyle>
            <a:lvl1pPr marL="0" indent="0">
              <a:buNone/>
              <a:defRPr sz="1800">
                <a:solidFill>
                  <a:srgbClr val="3DC7FF"/>
                </a:solidFill>
                <a:latin typeface="+mj-lt"/>
              </a:defRPr>
            </a:lvl1pPr>
          </a:lstStyle>
          <a:p>
            <a:pPr lvl="0"/>
            <a:r>
              <a:rPr lang="en-US" noProof="0" dirty="0"/>
              <a:t>Click to enter role</a:t>
            </a:r>
          </a:p>
        </p:txBody>
      </p:sp>
      <p:sp>
        <p:nvSpPr>
          <p:cNvPr id="2" name="Text Placeholder 26">
            <a:extLst>
              <a:ext uri="{FF2B5EF4-FFF2-40B4-BE49-F238E27FC236}">
                <a16:creationId xmlns:a16="http://schemas.microsoft.com/office/drawing/2014/main" id="{7084BAAC-A14B-0D20-2A26-C8D646B16BBA}"/>
              </a:ext>
            </a:extLst>
          </p:cNvPr>
          <p:cNvSpPr>
            <a:spLocks noGrp="1"/>
          </p:cNvSpPr>
          <p:nvPr>
            <p:ph type="body" sz="quarter" idx="48" hasCustomPrompt="1"/>
          </p:nvPr>
        </p:nvSpPr>
        <p:spPr>
          <a:xfrm>
            <a:off x="10053638" y="257175"/>
            <a:ext cx="893735" cy="285130"/>
          </a:xfrm>
        </p:spPr>
        <p:txBody>
          <a:bodyPr anchor="ctr"/>
          <a:lstStyle>
            <a:lvl1pPr marL="0" indent="0" algn="r">
              <a:buNone/>
              <a:defRPr lang="en-US" sz="1200" b="0" kern="1200" noProof="0" dirty="0">
                <a:solidFill>
                  <a:schemeClr val="accent2"/>
                </a:solidFill>
                <a:latin typeface="+mj-lt"/>
                <a:ea typeface="MS PGothic" pitchFamily="34" charset="-128"/>
                <a:cs typeface="+mn-cs"/>
              </a:defRPr>
            </a:lvl1pPr>
          </a:lstStyle>
          <a:p>
            <a:pPr lvl="0"/>
            <a:r>
              <a:rPr lang="en-US" noProof="0" dirty="0"/>
              <a:t>Country:</a:t>
            </a:r>
          </a:p>
        </p:txBody>
      </p:sp>
      <p:sp>
        <p:nvSpPr>
          <p:cNvPr id="46" name="Text Placeholder 45">
            <a:extLst>
              <a:ext uri="{FF2B5EF4-FFF2-40B4-BE49-F238E27FC236}">
                <a16:creationId xmlns:a16="http://schemas.microsoft.com/office/drawing/2014/main" id="{0EB4AB2E-8AF8-1890-41F0-FE1A716E06B2}"/>
              </a:ext>
            </a:extLst>
          </p:cNvPr>
          <p:cNvSpPr>
            <a:spLocks noGrp="1"/>
          </p:cNvSpPr>
          <p:nvPr>
            <p:ph type="body" sz="quarter" idx="38" hasCustomPrompt="1"/>
          </p:nvPr>
        </p:nvSpPr>
        <p:spPr>
          <a:xfrm>
            <a:off x="10991850" y="257175"/>
            <a:ext cx="771947" cy="285130"/>
          </a:xfrm>
        </p:spPr>
        <p:txBody>
          <a:bodyPr anchor="ctr"/>
          <a:lstStyle>
            <a:lvl1pPr marL="0" indent="0" algn="r">
              <a:buNone/>
              <a:defRPr sz="120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noProof="0" dirty="0"/>
              <a:t>ABC</a:t>
            </a:r>
          </a:p>
        </p:txBody>
      </p:sp>
      <p:sp>
        <p:nvSpPr>
          <p:cNvPr id="5" name="Text Placeholder 26">
            <a:extLst>
              <a:ext uri="{FF2B5EF4-FFF2-40B4-BE49-F238E27FC236}">
                <a16:creationId xmlns:a16="http://schemas.microsoft.com/office/drawing/2014/main" id="{E41CF282-98B5-0DCD-8CD3-865399C1809C}"/>
              </a:ext>
            </a:extLst>
          </p:cNvPr>
          <p:cNvSpPr>
            <a:spLocks noGrp="1"/>
          </p:cNvSpPr>
          <p:nvPr>
            <p:ph type="body" sz="quarter" idx="51" hasCustomPrompt="1"/>
          </p:nvPr>
        </p:nvSpPr>
        <p:spPr>
          <a:xfrm>
            <a:off x="10053638" y="655227"/>
            <a:ext cx="893735" cy="285130"/>
          </a:xfrm>
        </p:spPr>
        <p:txBody>
          <a:bodyPr anchor="ctr"/>
          <a:lstStyle>
            <a:lvl1pPr marL="0" indent="0" algn="r">
              <a:buNone/>
              <a:defRPr lang="en-US" sz="1200" b="0" kern="1200" noProof="0" dirty="0">
                <a:solidFill>
                  <a:schemeClr val="accent2"/>
                </a:solidFill>
                <a:latin typeface="+mj-lt"/>
                <a:ea typeface="MS PGothic" pitchFamily="34" charset="-128"/>
                <a:cs typeface="+mn-cs"/>
              </a:defRPr>
            </a:lvl1pPr>
          </a:lstStyle>
          <a:p>
            <a:pPr lvl="0"/>
            <a:r>
              <a:rPr lang="en-US" noProof="0" dirty="0"/>
              <a:t>Availability:</a:t>
            </a:r>
          </a:p>
        </p:txBody>
      </p:sp>
      <p:sp>
        <p:nvSpPr>
          <p:cNvPr id="47" name="Text Placeholder 45">
            <a:extLst>
              <a:ext uri="{FF2B5EF4-FFF2-40B4-BE49-F238E27FC236}">
                <a16:creationId xmlns:a16="http://schemas.microsoft.com/office/drawing/2014/main" id="{17BB8357-25D8-1F26-B27B-AEBD9BD231A9}"/>
              </a:ext>
            </a:extLst>
          </p:cNvPr>
          <p:cNvSpPr>
            <a:spLocks noGrp="1"/>
          </p:cNvSpPr>
          <p:nvPr>
            <p:ph type="body" sz="quarter" idx="39" hasCustomPrompt="1"/>
          </p:nvPr>
        </p:nvSpPr>
        <p:spPr>
          <a:xfrm>
            <a:off x="10991850" y="655227"/>
            <a:ext cx="771947" cy="285130"/>
          </a:xfrm>
        </p:spPr>
        <p:txBody>
          <a:bodyPr anchor="ctr"/>
          <a:lstStyle>
            <a:lvl1pPr marL="0" indent="0" algn="r">
              <a:buNone/>
              <a:defRPr sz="120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noProof="0" dirty="0"/>
              <a:t>n Days</a:t>
            </a:r>
          </a:p>
        </p:txBody>
      </p:sp>
      <p:sp>
        <p:nvSpPr>
          <p:cNvPr id="4" name="Text Placeholder 3">
            <a:extLst>
              <a:ext uri="{FF2B5EF4-FFF2-40B4-BE49-F238E27FC236}">
                <a16:creationId xmlns:a16="http://schemas.microsoft.com/office/drawing/2014/main" id="{FDC52ABD-39DB-5DAA-B9C8-27265064FF03}"/>
              </a:ext>
            </a:extLst>
          </p:cNvPr>
          <p:cNvSpPr>
            <a:spLocks noGrp="1"/>
          </p:cNvSpPr>
          <p:nvPr>
            <p:ph type="body" sz="quarter" idx="41" hasCustomPrompt="1"/>
          </p:nvPr>
        </p:nvSpPr>
        <p:spPr>
          <a:xfrm>
            <a:off x="2262267" y="1189796"/>
            <a:ext cx="1835172" cy="327672"/>
          </a:xfrm>
        </p:spPr>
        <p:txBody>
          <a:bodyPr anchor="ctr"/>
          <a:lstStyle>
            <a:lvl1pPr marL="0" indent="0">
              <a:buFontTx/>
              <a:buNone/>
              <a:defRPr lang="en-US" sz="1800" b="1" kern="1200" noProof="0" dirty="0" smtClean="0">
                <a:solidFill>
                  <a:srgbClr val="0073E6"/>
                </a:solidFill>
                <a:latin typeface="+mj-lt"/>
                <a:ea typeface="MS PGothic" pitchFamily="34" charset="-128"/>
                <a:cs typeface="+mn-cs"/>
              </a:defRPr>
            </a:lvl1pPr>
          </a:lstStyle>
          <a:p>
            <a:pPr marL="0" marR="0" lvl="0" indent="0" algn="l" defTabSz="914400" rtl="0" eaLnBrk="1" fontAlgn="auto" latinLnBrk="0" hangingPunct="1">
              <a:lnSpc>
                <a:spcPct val="100000"/>
              </a:lnSpc>
              <a:spcBef>
                <a:spcPts val="0"/>
              </a:spcBef>
              <a:spcAft>
                <a:spcPts val="600"/>
              </a:spcAft>
              <a:buClr>
                <a:schemeClr val="accent3"/>
              </a:buClr>
              <a:buSzTx/>
              <a:buFontTx/>
              <a:buNone/>
              <a:tabLst/>
              <a:defRPr/>
            </a:pPr>
            <a:r>
              <a:rPr lang="en-US" sz="1600" b="1" noProof="0" dirty="0">
                <a:solidFill>
                  <a:srgbClr val="0073E6"/>
                </a:solidFill>
                <a:latin typeface="+mj-lt"/>
                <a:cs typeface="+mn-cs"/>
              </a:rPr>
              <a:t>Competencies</a:t>
            </a:r>
            <a:endParaRPr lang="en-US" sz="1600" noProof="0" dirty="0">
              <a:solidFill>
                <a:srgbClr val="0073E6"/>
              </a:solidFill>
              <a:latin typeface="+mj-lt"/>
              <a:cs typeface="+mn-cs"/>
            </a:endParaRPr>
          </a:p>
        </p:txBody>
      </p:sp>
      <p:sp>
        <p:nvSpPr>
          <p:cNvPr id="36" name="Text Placeholder 28">
            <a:extLst>
              <a:ext uri="{FF2B5EF4-FFF2-40B4-BE49-F238E27FC236}">
                <a16:creationId xmlns:a16="http://schemas.microsoft.com/office/drawing/2014/main" id="{BA232C89-42B1-3DE0-EB93-B4A3D1FD1C45}"/>
              </a:ext>
            </a:extLst>
          </p:cNvPr>
          <p:cNvSpPr>
            <a:spLocks noGrp="1"/>
          </p:cNvSpPr>
          <p:nvPr>
            <p:ph type="body" sz="quarter" idx="32" hasCustomPrompt="1"/>
          </p:nvPr>
        </p:nvSpPr>
        <p:spPr>
          <a:xfrm>
            <a:off x="2262265" y="1542349"/>
            <a:ext cx="1835173" cy="1290773"/>
          </a:xfrm>
        </p:spPr>
        <p:txBody>
          <a:bodyPr anchor="t"/>
          <a:lstStyle>
            <a:lvl1pPr marL="0" indent="0">
              <a:spcAft>
                <a:spcPts val="200"/>
              </a:spcAft>
              <a:buFontTx/>
              <a:buNone/>
              <a:defRPr sz="1200">
                <a:solidFill>
                  <a:srgbClr val="00005C"/>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Click to edit  Expertise &amp; </a:t>
            </a:r>
            <a:br>
              <a:rPr lang="en-US" noProof="0" dirty="0"/>
            </a:br>
            <a:r>
              <a:rPr lang="en-US" noProof="0" dirty="0"/>
              <a:t>Core Competencies</a:t>
            </a:r>
          </a:p>
        </p:txBody>
      </p:sp>
      <p:sp>
        <p:nvSpPr>
          <p:cNvPr id="68" name="Text Placeholder 3">
            <a:extLst>
              <a:ext uri="{FF2B5EF4-FFF2-40B4-BE49-F238E27FC236}">
                <a16:creationId xmlns:a16="http://schemas.microsoft.com/office/drawing/2014/main" id="{4AF37B7A-C4FA-DE0B-2C2B-676A8950CCE9}"/>
              </a:ext>
            </a:extLst>
          </p:cNvPr>
          <p:cNvSpPr>
            <a:spLocks noGrp="1"/>
          </p:cNvSpPr>
          <p:nvPr>
            <p:ph type="body" sz="quarter" idx="44" hasCustomPrompt="1"/>
          </p:nvPr>
        </p:nvSpPr>
        <p:spPr>
          <a:xfrm>
            <a:off x="436909" y="2886691"/>
            <a:ext cx="3660529" cy="346904"/>
          </a:xfrm>
        </p:spPr>
        <p:txBody>
          <a:bodyPr anchor="ctr"/>
          <a:lstStyle>
            <a:lvl1pPr marL="0" indent="0">
              <a:buFontTx/>
              <a:buNone/>
              <a:defRPr lang="en-US" sz="1800" b="1" kern="1200" noProof="0" dirty="0" smtClean="0">
                <a:solidFill>
                  <a:srgbClr val="0073E6"/>
                </a:solidFill>
                <a:latin typeface="+mj-lt"/>
                <a:ea typeface="MS PGothic" pitchFamily="34" charset="-128"/>
                <a:cs typeface="+mn-cs"/>
              </a:defRPr>
            </a:lvl1pPr>
          </a:lstStyle>
          <a:p>
            <a:pPr eaLnBrk="1" hangingPunct="1">
              <a:spcAft>
                <a:spcPts val="800"/>
              </a:spcAft>
              <a:defRPr/>
            </a:pPr>
            <a:r>
              <a:rPr lang="en-US" sz="1600" b="1" noProof="0" dirty="0">
                <a:solidFill>
                  <a:srgbClr val="0073E6"/>
                </a:solidFill>
                <a:latin typeface="+mj-lt"/>
                <a:cs typeface="+mn-cs"/>
              </a:rPr>
              <a:t>Summary</a:t>
            </a:r>
            <a:endParaRPr lang="en-US" sz="1600" noProof="0" dirty="0">
              <a:solidFill>
                <a:srgbClr val="0073E6"/>
              </a:solidFill>
              <a:latin typeface="+mj-lt"/>
              <a:cs typeface="+mn-cs"/>
            </a:endParaRPr>
          </a:p>
        </p:txBody>
      </p:sp>
      <p:sp>
        <p:nvSpPr>
          <p:cNvPr id="66" name="Text Placeholder 28">
            <a:extLst>
              <a:ext uri="{FF2B5EF4-FFF2-40B4-BE49-F238E27FC236}">
                <a16:creationId xmlns:a16="http://schemas.microsoft.com/office/drawing/2014/main" id="{DE80A998-D14B-6B29-B910-50F0801E3320}"/>
              </a:ext>
            </a:extLst>
          </p:cNvPr>
          <p:cNvSpPr>
            <a:spLocks noGrp="1"/>
          </p:cNvSpPr>
          <p:nvPr>
            <p:ph type="body" sz="quarter" idx="40" hasCustomPrompt="1"/>
          </p:nvPr>
        </p:nvSpPr>
        <p:spPr>
          <a:xfrm>
            <a:off x="436909" y="3243582"/>
            <a:ext cx="3660529" cy="1810956"/>
          </a:xfrm>
        </p:spPr>
        <p:txBody>
          <a:bodyPr/>
          <a:lstStyle>
            <a:lvl1pPr marL="0" indent="0">
              <a:spcAft>
                <a:spcPts val="200"/>
              </a:spcAft>
              <a:buFontTx/>
              <a:buNone/>
              <a:defRPr sz="1200">
                <a:solidFill>
                  <a:srgbClr val="00005C"/>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Click to edit Summary</a:t>
            </a:r>
          </a:p>
        </p:txBody>
      </p:sp>
      <p:sp>
        <p:nvSpPr>
          <p:cNvPr id="69" name="Text Placeholder 3">
            <a:extLst>
              <a:ext uri="{FF2B5EF4-FFF2-40B4-BE49-F238E27FC236}">
                <a16:creationId xmlns:a16="http://schemas.microsoft.com/office/drawing/2014/main" id="{DFC24B06-9A7D-A46A-608E-6AC443F50503}"/>
              </a:ext>
            </a:extLst>
          </p:cNvPr>
          <p:cNvSpPr>
            <a:spLocks noGrp="1"/>
          </p:cNvSpPr>
          <p:nvPr>
            <p:ph type="body" sz="quarter" idx="45" hasCustomPrompt="1"/>
          </p:nvPr>
        </p:nvSpPr>
        <p:spPr>
          <a:xfrm>
            <a:off x="436909" y="5113079"/>
            <a:ext cx="3660529" cy="346904"/>
          </a:xfrm>
        </p:spPr>
        <p:txBody>
          <a:bodyPr anchor="ctr"/>
          <a:lstStyle>
            <a:lvl1pPr marL="0" indent="0">
              <a:buFontTx/>
              <a:buNone/>
              <a:defRPr lang="en-US" sz="1800" b="1" kern="1200" noProof="0" dirty="0" smtClean="0">
                <a:solidFill>
                  <a:srgbClr val="0073E6"/>
                </a:solidFill>
                <a:latin typeface="+mj-lt"/>
                <a:ea typeface="MS PGothic" pitchFamily="34" charset="-128"/>
                <a:cs typeface="+mn-cs"/>
              </a:defRPr>
            </a:lvl1pPr>
          </a:lstStyle>
          <a:p>
            <a:pPr algn="l">
              <a:lnSpc>
                <a:spcPct val="110000"/>
              </a:lnSpc>
              <a:defRPr/>
            </a:pPr>
            <a:r>
              <a:rPr lang="en-US" sz="1600" b="1" noProof="0" dirty="0">
                <a:solidFill>
                  <a:srgbClr val="0073E6"/>
                </a:solidFill>
                <a:latin typeface="+mj-lt"/>
                <a:cs typeface="+mn-cs"/>
              </a:rPr>
              <a:t>Languages</a:t>
            </a:r>
            <a:endParaRPr lang="en-US" sz="1400" noProof="0" dirty="0">
              <a:solidFill>
                <a:srgbClr val="0073E6"/>
              </a:solidFill>
              <a:latin typeface="+mj-lt"/>
              <a:cs typeface="+mn-cs"/>
            </a:endParaRPr>
          </a:p>
        </p:txBody>
      </p:sp>
      <p:sp>
        <p:nvSpPr>
          <p:cNvPr id="39" name="Text Placeholder 28">
            <a:extLst>
              <a:ext uri="{FF2B5EF4-FFF2-40B4-BE49-F238E27FC236}">
                <a16:creationId xmlns:a16="http://schemas.microsoft.com/office/drawing/2014/main" id="{B9111369-C4AB-C6AD-C404-DE77749484D9}"/>
              </a:ext>
            </a:extLst>
          </p:cNvPr>
          <p:cNvSpPr>
            <a:spLocks noGrp="1"/>
          </p:cNvSpPr>
          <p:nvPr>
            <p:ph type="body" sz="quarter" idx="35" hasCustomPrompt="1"/>
          </p:nvPr>
        </p:nvSpPr>
        <p:spPr>
          <a:xfrm>
            <a:off x="436909" y="5507118"/>
            <a:ext cx="3660529" cy="583902"/>
          </a:xfrm>
        </p:spPr>
        <p:txBody>
          <a:bodyPr/>
          <a:lstStyle>
            <a:lvl1pPr marL="0" indent="0">
              <a:spcAft>
                <a:spcPts val="200"/>
              </a:spcAft>
              <a:buFontTx/>
              <a:buNone/>
              <a:defRPr sz="1200">
                <a:solidFill>
                  <a:srgbClr val="00005C"/>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Click to edit languages. If you use flags or images: add alt text to each graphic</a:t>
            </a:r>
          </a:p>
        </p:txBody>
      </p:sp>
      <p:sp>
        <p:nvSpPr>
          <p:cNvPr id="25" name="Text Placeholder 3">
            <a:extLst>
              <a:ext uri="{FF2B5EF4-FFF2-40B4-BE49-F238E27FC236}">
                <a16:creationId xmlns:a16="http://schemas.microsoft.com/office/drawing/2014/main" id="{E66F3C00-4E75-245A-984B-8B18DB0D6D69}"/>
              </a:ext>
            </a:extLst>
          </p:cNvPr>
          <p:cNvSpPr>
            <a:spLocks noGrp="1"/>
          </p:cNvSpPr>
          <p:nvPr>
            <p:ph type="body" sz="quarter" idx="42" hasCustomPrompt="1"/>
          </p:nvPr>
        </p:nvSpPr>
        <p:spPr>
          <a:xfrm>
            <a:off x="4258088" y="1189796"/>
            <a:ext cx="3725255" cy="314213"/>
          </a:xfrm>
        </p:spPr>
        <p:txBody>
          <a:bodyPr anchor="ctr"/>
          <a:lstStyle>
            <a:lvl1pPr marL="0" indent="0">
              <a:buFontTx/>
              <a:buNone/>
              <a:defRPr lang="en-US" sz="1800" b="0" kern="1200" baseline="0" noProof="0" dirty="0">
                <a:solidFill>
                  <a:schemeClr val="accent1"/>
                </a:solidFill>
                <a:latin typeface="+mj-lt"/>
                <a:ea typeface="MS PGothic" pitchFamily="34" charset="-128"/>
                <a:cs typeface="+mn-cs"/>
              </a:defRPr>
            </a:lvl1pPr>
          </a:lstStyle>
          <a:p>
            <a:pPr eaLnBrk="1" hangingPunct="1">
              <a:spcAft>
                <a:spcPts val="800"/>
              </a:spcAft>
              <a:defRPr/>
            </a:pPr>
            <a:r>
              <a:rPr lang="en-US" sz="1600" b="1" noProof="0" dirty="0">
                <a:solidFill>
                  <a:srgbClr val="0073E6"/>
                </a:solidFill>
                <a:latin typeface="+mj-lt"/>
                <a:cs typeface="+mn-cs"/>
              </a:rPr>
              <a:t>Education</a:t>
            </a:r>
            <a:endParaRPr lang="en-US" sz="1600" noProof="0" dirty="0">
              <a:solidFill>
                <a:srgbClr val="0073E6"/>
              </a:solidFill>
              <a:latin typeface="+mj-lt"/>
              <a:cs typeface="+mn-cs"/>
            </a:endParaRPr>
          </a:p>
        </p:txBody>
      </p:sp>
      <p:sp>
        <p:nvSpPr>
          <p:cNvPr id="29" name="Text Placeholder 28">
            <a:extLst>
              <a:ext uri="{FF2B5EF4-FFF2-40B4-BE49-F238E27FC236}">
                <a16:creationId xmlns:a16="http://schemas.microsoft.com/office/drawing/2014/main" id="{B779871B-7F68-A96B-54E8-BA8714375523}"/>
              </a:ext>
            </a:extLst>
          </p:cNvPr>
          <p:cNvSpPr>
            <a:spLocks noGrp="1"/>
          </p:cNvSpPr>
          <p:nvPr>
            <p:ph type="body" sz="quarter" idx="30" hasCustomPrompt="1"/>
          </p:nvPr>
        </p:nvSpPr>
        <p:spPr>
          <a:xfrm>
            <a:off x="4258088" y="1542350"/>
            <a:ext cx="3725255" cy="2300446"/>
          </a:xfrm>
        </p:spPr>
        <p:txBody>
          <a:bodyPr/>
          <a:lstStyle>
            <a:lvl1pPr marL="0" indent="0">
              <a:spcAft>
                <a:spcPts val="200"/>
              </a:spcAft>
              <a:buFontTx/>
              <a:buNone/>
              <a:defRPr sz="1200">
                <a:solidFill>
                  <a:schemeClr val="accent3"/>
                </a:solidFill>
                <a:latin typeface="+mj-lt"/>
              </a:defRPr>
            </a:lvl1pPr>
            <a:lvl2pPr marL="0" indent="0">
              <a:spcAft>
                <a:spcPts val="200"/>
              </a:spcAft>
              <a:buNone/>
              <a:defRPr sz="1200">
                <a:solidFill>
                  <a:schemeClr val="accent3"/>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YYYY: Institution. City</a:t>
            </a:r>
          </a:p>
          <a:p>
            <a:pPr lvl="1"/>
            <a:r>
              <a:rPr lang="en-US" noProof="0" dirty="0"/>
              <a:t>Description</a:t>
            </a:r>
          </a:p>
        </p:txBody>
      </p:sp>
      <p:sp>
        <p:nvSpPr>
          <p:cNvPr id="72" name="Text Placeholder 3">
            <a:extLst>
              <a:ext uri="{FF2B5EF4-FFF2-40B4-BE49-F238E27FC236}">
                <a16:creationId xmlns:a16="http://schemas.microsoft.com/office/drawing/2014/main" id="{1C1F265D-FCB6-808F-BF90-B89F32A88201}"/>
              </a:ext>
            </a:extLst>
          </p:cNvPr>
          <p:cNvSpPr>
            <a:spLocks noGrp="1"/>
          </p:cNvSpPr>
          <p:nvPr>
            <p:ph type="body" sz="quarter" idx="47" hasCustomPrompt="1"/>
          </p:nvPr>
        </p:nvSpPr>
        <p:spPr>
          <a:xfrm>
            <a:off x="4258088" y="3933140"/>
            <a:ext cx="3725255" cy="346904"/>
          </a:xfrm>
        </p:spPr>
        <p:txBody>
          <a:bodyPr anchor="ctr"/>
          <a:lstStyle>
            <a:lvl1pPr marL="0" indent="0">
              <a:buFontTx/>
              <a:buNone/>
              <a:defRPr lang="en-US" sz="1800" b="1" kern="1200" baseline="0" noProof="0" dirty="0" smtClean="0">
                <a:solidFill>
                  <a:schemeClr val="accent1"/>
                </a:solidFill>
                <a:latin typeface="+mj-lt"/>
                <a:ea typeface="MS PGothic" pitchFamily="34" charset="-128"/>
                <a:cs typeface="+mn-cs"/>
              </a:defRPr>
            </a:lvl1pPr>
          </a:lstStyle>
          <a:p>
            <a:pPr algn="l" eaLnBrk="1" hangingPunct="1">
              <a:lnSpc>
                <a:spcPct val="110000"/>
              </a:lnSpc>
              <a:defRPr/>
            </a:pPr>
            <a:r>
              <a:rPr lang="en-US" sz="1600" noProof="0" dirty="0">
                <a:solidFill>
                  <a:srgbClr val="0073E6"/>
                </a:solidFill>
                <a:latin typeface="+mj-lt"/>
                <a:cs typeface="+mn-cs"/>
              </a:rPr>
              <a:t>Industry Expertise</a:t>
            </a:r>
          </a:p>
        </p:txBody>
      </p:sp>
      <p:sp>
        <p:nvSpPr>
          <p:cNvPr id="37" name="Text Placeholder 28">
            <a:extLst>
              <a:ext uri="{FF2B5EF4-FFF2-40B4-BE49-F238E27FC236}">
                <a16:creationId xmlns:a16="http://schemas.microsoft.com/office/drawing/2014/main" id="{FC467BED-11E1-7E0B-9A78-B431FDF4732A}"/>
              </a:ext>
            </a:extLst>
          </p:cNvPr>
          <p:cNvSpPr>
            <a:spLocks noGrp="1"/>
          </p:cNvSpPr>
          <p:nvPr>
            <p:ph type="body" sz="quarter" idx="33" hasCustomPrompt="1"/>
          </p:nvPr>
        </p:nvSpPr>
        <p:spPr>
          <a:xfrm>
            <a:off x="4258088" y="4326526"/>
            <a:ext cx="3725255" cy="728011"/>
          </a:xfrm>
        </p:spPr>
        <p:txBody>
          <a:bodyPr/>
          <a:lstStyle>
            <a:lvl1pPr marL="0" indent="0">
              <a:spcAft>
                <a:spcPts val="200"/>
              </a:spcAft>
              <a:buFontTx/>
              <a:buNone/>
              <a:defRPr sz="1200">
                <a:solidFill>
                  <a:srgbClr val="00005C"/>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Click to edit Industry Expertise</a:t>
            </a:r>
          </a:p>
          <a:p>
            <a:pPr lvl="0"/>
            <a:endParaRPr lang="en-US" noProof="0" dirty="0"/>
          </a:p>
        </p:txBody>
      </p:sp>
      <p:sp>
        <p:nvSpPr>
          <p:cNvPr id="71" name="Text Placeholder 3">
            <a:extLst>
              <a:ext uri="{FF2B5EF4-FFF2-40B4-BE49-F238E27FC236}">
                <a16:creationId xmlns:a16="http://schemas.microsoft.com/office/drawing/2014/main" id="{EE7C65D9-CD83-91F0-6A68-8A89F0102FD2}"/>
              </a:ext>
            </a:extLst>
          </p:cNvPr>
          <p:cNvSpPr>
            <a:spLocks noGrp="1"/>
          </p:cNvSpPr>
          <p:nvPr>
            <p:ph type="body" sz="quarter" idx="46" hasCustomPrompt="1"/>
          </p:nvPr>
        </p:nvSpPr>
        <p:spPr>
          <a:xfrm>
            <a:off x="4258088" y="5113079"/>
            <a:ext cx="3725255" cy="346904"/>
          </a:xfrm>
        </p:spPr>
        <p:txBody>
          <a:bodyPr anchor="ctr"/>
          <a:lstStyle>
            <a:lvl1pPr marL="0" indent="0">
              <a:buFontTx/>
              <a:buNone/>
              <a:defRPr lang="en-US" sz="1800" b="1" kern="1200" baseline="0" noProof="0" dirty="0" smtClean="0">
                <a:solidFill>
                  <a:schemeClr val="accent1"/>
                </a:solidFill>
                <a:latin typeface="+mj-lt"/>
                <a:ea typeface="MS PGothic" pitchFamily="34" charset="-128"/>
                <a:cs typeface="+mn-cs"/>
              </a:defRPr>
            </a:lvl1pPr>
          </a:lstStyle>
          <a:p>
            <a:pPr algn="l" eaLnBrk="1" hangingPunct="1">
              <a:lnSpc>
                <a:spcPct val="110000"/>
              </a:lnSpc>
              <a:defRPr/>
            </a:pPr>
            <a:r>
              <a:rPr lang="en-US" sz="1600" b="1" noProof="0" dirty="0">
                <a:solidFill>
                  <a:srgbClr val="0073E6"/>
                </a:solidFill>
                <a:latin typeface="+mj-lt"/>
                <a:cs typeface="+mn-cs"/>
              </a:rPr>
              <a:t>Certificates / Accreditations</a:t>
            </a:r>
            <a:endParaRPr lang="en-US" sz="1600" noProof="0" dirty="0">
              <a:solidFill>
                <a:srgbClr val="0073E6"/>
              </a:solidFill>
              <a:latin typeface="+mj-lt"/>
              <a:cs typeface="+mn-cs"/>
            </a:endParaRPr>
          </a:p>
        </p:txBody>
      </p:sp>
      <p:sp>
        <p:nvSpPr>
          <p:cNvPr id="38" name="Text Placeholder 28">
            <a:extLst>
              <a:ext uri="{FF2B5EF4-FFF2-40B4-BE49-F238E27FC236}">
                <a16:creationId xmlns:a16="http://schemas.microsoft.com/office/drawing/2014/main" id="{03919262-CF56-C9AD-8C74-CA1547F934AE}"/>
              </a:ext>
            </a:extLst>
          </p:cNvPr>
          <p:cNvSpPr>
            <a:spLocks noGrp="1"/>
          </p:cNvSpPr>
          <p:nvPr>
            <p:ph type="body" sz="quarter" idx="34" hasCustomPrompt="1"/>
          </p:nvPr>
        </p:nvSpPr>
        <p:spPr>
          <a:xfrm>
            <a:off x="4258088" y="5507118"/>
            <a:ext cx="3725255" cy="583902"/>
          </a:xfrm>
        </p:spPr>
        <p:txBody>
          <a:bodyPr/>
          <a:lstStyle>
            <a:lvl1pPr marL="0" indent="0">
              <a:spcAft>
                <a:spcPts val="200"/>
              </a:spcAft>
              <a:buFontTx/>
              <a:buNone/>
              <a:defRPr lang="en-US" sz="1200" kern="1200" dirty="0">
                <a:solidFill>
                  <a:srgbClr val="00005C"/>
                </a:solidFill>
                <a:latin typeface="+mn-lt"/>
                <a:ea typeface="+mn-ea"/>
                <a:cs typeface="+mn-cs"/>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Click to edit Certificates / Accreditations</a:t>
            </a:r>
          </a:p>
        </p:txBody>
      </p:sp>
      <p:sp>
        <p:nvSpPr>
          <p:cNvPr id="64" name="Text Placeholder 3">
            <a:extLst>
              <a:ext uri="{FF2B5EF4-FFF2-40B4-BE49-F238E27FC236}">
                <a16:creationId xmlns:a16="http://schemas.microsoft.com/office/drawing/2014/main" id="{E2303F15-2EEE-E407-2816-5B0A449FC214}"/>
              </a:ext>
            </a:extLst>
          </p:cNvPr>
          <p:cNvSpPr>
            <a:spLocks noGrp="1"/>
          </p:cNvSpPr>
          <p:nvPr>
            <p:ph type="body" sz="quarter" idx="43" hasCustomPrompt="1"/>
          </p:nvPr>
        </p:nvSpPr>
        <p:spPr>
          <a:xfrm>
            <a:off x="8116084" y="1189796"/>
            <a:ext cx="3650466" cy="314213"/>
          </a:xfrm>
        </p:spPr>
        <p:txBody>
          <a:bodyPr anchor="ctr"/>
          <a:lstStyle>
            <a:lvl1pPr marL="0" indent="0">
              <a:buFontTx/>
              <a:buNone/>
              <a:defRPr lang="en-US" sz="1800" b="0" kern="1200" baseline="0" noProof="0" dirty="0">
                <a:solidFill>
                  <a:schemeClr val="accent1"/>
                </a:solidFill>
                <a:latin typeface="+mj-lt"/>
                <a:ea typeface="MS PGothic" pitchFamily="34" charset="-128"/>
                <a:cs typeface="+mn-cs"/>
              </a:defRPr>
            </a:lvl1pPr>
          </a:lstStyle>
          <a:p>
            <a:pPr eaLnBrk="1" hangingPunct="1">
              <a:spcAft>
                <a:spcPts val="800"/>
              </a:spcAft>
              <a:defRPr/>
            </a:pPr>
            <a:r>
              <a:rPr lang="en-US" sz="1600" b="1" noProof="0" dirty="0">
                <a:solidFill>
                  <a:srgbClr val="0073E6"/>
                </a:solidFill>
                <a:latin typeface="+mj-lt"/>
                <a:cs typeface="+mn-cs"/>
              </a:rPr>
              <a:t>Professional Achievements</a:t>
            </a:r>
          </a:p>
        </p:txBody>
      </p:sp>
      <p:sp>
        <p:nvSpPr>
          <p:cNvPr id="30" name="Text Placeholder 28">
            <a:extLst>
              <a:ext uri="{FF2B5EF4-FFF2-40B4-BE49-F238E27FC236}">
                <a16:creationId xmlns:a16="http://schemas.microsoft.com/office/drawing/2014/main" id="{350F2CF5-469D-C575-9109-B970FD69F9E5}"/>
              </a:ext>
            </a:extLst>
          </p:cNvPr>
          <p:cNvSpPr>
            <a:spLocks noGrp="1"/>
          </p:cNvSpPr>
          <p:nvPr>
            <p:ph type="body" sz="quarter" idx="31" hasCustomPrompt="1"/>
          </p:nvPr>
        </p:nvSpPr>
        <p:spPr>
          <a:xfrm>
            <a:off x="8116084" y="1542349"/>
            <a:ext cx="3650466" cy="4534601"/>
          </a:xfrm>
        </p:spPr>
        <p:txBody>
          <a:bodyPr/>
          <a:lstStyle>
            <a:lvl1pPr marL="0" indent="0">
              <a:spcAft>
                <a:spcPts val="200"/>
              </a:spcAft>
              <a:buClr>
                <a:schemeClr val="bg1"/>
              </a:buClr>
              <a:buFont typeface="Arial" panose="020B0604020202020204" pitchFamily="34" charset="0"/>
              <a:buNone/>
              <a:defRPr sz="1200">
                <a:solidFill>
                  <a:schemeClr val="accent3"/>
                </a:solidFill>
                <a:latin typeface="+mj-lt"/>
              </a:defRPr>
            </a:lvl1pPr>
            <a:lvl2pPr marL="182880" indent="-182880">
              <a:spcAft>
                <a:spcPts val="200"/>
              </a:spcAft>
              <a:defRPr sz="1200">
                <a:solidFill>
                  <a:schemeClr val="accent3"/>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Company Name 1</a:t>
            </a:r>
          </a:p>
          <a:p>
            <a:pPr lvl="1"/>
            <a:r>
              <a:rPr lang="en-US" noProof="0" dirty="0"/>
              <a:t>Achievement 1</a:t>
            </a:r>
          </a:p>
          <a:p>
            <a:pPr marL="182880" marR="0" lvl="1" indent="-182880" algn="l"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Char char="•"/>
              <a:tabLst/>
              <a:defRPr/>
            </a:pPr>
            <a:r>
              <a:rPr lang="en-US" noProof="0" dirty="0"/>
              <a:t>Achievement 2</a:t>
            </a:r>
          </a:p>
          <a:p>
            <a:pPr lvl="0"/>
            <a:r>
              <a:rPr lang="en-US" noProof="0" dirty="0"/>
              <a:t>Company Name 2 </a:t>
            </a:r>
          </a:p>
          <a:p>
            <a:pPr lvl="1"/>
            <a:r>
              <a:rPr lang="en-US" noProof="0" dirty="0"/>
              <a:t>Achievement 1</a:t>
            </a:r>
          </a:p>
        </p:txBody>
      </p:sp>
      <p:sp>
        <p:nvSpPr>
          <p:cNvPr id="67" name="Slide Number Placeholder 5">
            <a:extLst>
              <a:ext uri="{FF2B5EF4-FFF2-40B4-BE49-F238E27FC236}">
                <a16:creationId xmlns:a16="http://schemas.microsoft.com/office/drawing/2014/main" id="{54D4718F-C303-5B98-D8FC-8DAA206E604B}"/>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en-US" noProof="0" smtClean="0"/>
              <a:pPr/>
              <a:t>‹N°›</a:t>
            </a:fld>
            <a:endParaRPr lang="en-US" noProof="0"/>
          </a:p>
        </p:txBody>
      </p:sp>
      <p:sp>
        <p:nvSpPr>
          <p:cNvPr id="12" name="Picture Placeholder 11">
            <a:extLst>
              <a:ext uri="{FF2B5EF4-FFF2-40B4-BE49-F238E27FC236}">
                <a16:creationId xmlns:a16="http://schemas.microsoft.com/office/drawing/2014/main" id="{FCE3776D-9014-8A4F-0EE5-470C197905CE}"/>
              </a:ext>
              <a:ext uri="{C183D7F6-B498-43B3-948B-1728B52AA6E4}">
                <adec:decorative xmlns:adec="http://schemas.microsoft.com/office/drawing/2017/decorative" val="1"/>
              </a:ext>
            </a:extLst>
          </p:cNvPr>
          <p:cNvSpPr>
            <a:spLocks noGrp="1" noChangeAspect="1"/>
          </p:cNvSpPr>
          <p:nvPr>
            <p:ph type="pic" sz="quarter" idx="53"/>
          </p:nvPr>
        </p:nvSpPr>
        <p:spPr>
          <a:xfrm>
            <a:off x="876001" y="500472"/>
            <a:ext cx="1298448" cy="1298448"/>
          </a:xfrm>
          <a:prstGeom prst="ellipse">
            <a:avLst/>
          </a:prstGeom>
        </p:spPr>
        <p:txBody>
          <a:bodyPr anchor="b"/>
          <a:lstStyle>
            <a:lvl1pPr marL="0" indent="0" algn="ctr">
              <a:buNone/>
              <a:defRPr sz="1200"/>
            </a:lvl1pPr>
          </a:lstStyle>
          <a:p>
            <a:r>
              <a:rPr lang="fr-FR"/>
              <a:t>Cliquez sur l'icône pour ajouter une image</a:t>
            </a:r>
            <a:endParaRPr lang="en-US" dirty="0"/>
          </a:p>
        </p:txBody>
      </p:sp>
      <p:sp>
        <p:nvSpPr>
          <p:cNvPr id="41" name="Picture Placeholder 40">
            <a:extLst>
              <a:ext uri="{FF2B5EF4-FFF2-40B4-BE49-F238E27FC236}">
                <a16:creationId xmlns:a16="http://schemas.microsoft.com/office/drawing/2014/main" id="{9A1DCCCA-D724-F19A-C20F-0460DDD0D365}"/>
              </a:ext>
              <a:ext uri="{C183D7F6-B498-43B3-948B-1728B52AA6E4}">
                <adec:decorative xmlns:adec="http://schemas.microsoft.com/office/drawing/2017/decorative" val="1"/>
              </a:ext>
            </a:extLst>
          </p:cNvPr>
          <p:cNvSpPr>
            <a:spLocks noGrp="1"/>
          </p:cNvSpPr>
          <p:nvPr>
            <p:ph type="pic" sz="quarter" idx="36" hasCustomPrompt="1"/>
          </p:nvPr>
        </p:nvSpPr>
        <p:spPr>
          <a:xfrm>
            <a:off x="434086" y="2338724"/>
            <a:ext cx="547990" cy="445242"/>
          </a:xfrm>
        </p:spPr>
        <p:txBody>
          <a:bodyPr anchor="ctr"/>
          <a:lstStyle>
            <a:lvl1pPr marL="0" indent="0" algn="ctr">
              <a:buNone/>
              <a:defRPr sz="600">
                <a:solidFill>
                  <a:srgbClr val="00005C"/>
                </a:solidFill>
              </a:defRPr>
            </a:lvl1pPr>
          </a:lstStyle>
          <a:p>
            <a:r>
              <a:rPr lang="en-US" noProof="0" dirty="0"/>
              <a:t>Social media </a:t>
            </a:r>
            <a:r>
              <a:rPr lang="en-US" noProof="0" dirty="0" err="1"/>
              <a:t>icon+alt</a:t>
            </a:r>
            <a:r>
              <a:rPr lang="en-US" noProof="0" dirty="0"/>
              <a:t> +link</a:t>
            </a:r>
          </a:p>
        </p:txBody>
      </p:sp>
      <p:sp>
        <p:nvSpPr>
          <p:cNvPr id="9" name="Picture Placeholder 40">
            <a:extLst>
              <a:ext uri="{FF2B5EF4-FFF2-40B4-BE49-F238E27FC236}">
                <a16:creationId xmlns:a16="http://schemas.microsoft.com/office/drawing/2014/main" id="{9B37780F-BB3C-CB63-EF69-CE25D79C398E}"/>
              </a:ext>
              <a:ext uri="{C183D7F6-B498-43B3-948B-1728B52AA6E4}">
                <adec:decorative xmlns:adec="http://schemas.microsoft.com/office/drawing/2017/decorative" val="1"/>
              </a:ext>
            </a:extLst>
          </p:cNvPr>
          <p:cNvSpPr>
            <a:spLocks noGrp="1"/>
          </p:cNvSpPr>
          <p:nvPr>
            <p:ph type="pic" sz="quarter" idx="52" hasCustomPrompt="1"/>
          </p:nvPr>
        </p:nvSpPr>
        <p:spPr>
          <a:xfrm>
            <a:off x="1071257" y="2338724"/>
            <a:ext cx="547990" cy="445242"/>
          </a:xfrm>
        </p:spPr>
        <p:txBody>
          <a:bodyPr anchor="ctr"/>
          <a:lstStyle>
            <a:lvl1pPr marL="0" indent="0" algn="ctr">
              <a:buNone/>
              <a:defRPr sz="600">
                <a:solidFill>
                  <a:srgbClr val="00005C"/>
                </a:solidFill>
              </a:defRPr>
            </a:lvl1pPr>
          </a:lstStyle>
          <a:p>
            <a:r>
              <a:rPr lang="en-US" noProof="0" dirty="0"/>
              <a:t>Social media </a:t>
            </a:r>
            <a:r>
              <a:rPr lang="en-US" noProof="0" dirty="0" err="1"/>
              <a:t>icon+alt</a:t>
            </a:r>
            <a:r>
              <a:rPr lang="en-US" noProof="0" dirty="0"/>
              <a:t> +link</a:t>
            </a:r>
          </a:p>
        </p:txBody>
      </p:sp>
    </p:spTree>
    <p:extLst>
      <p:ext uri="{BB962C8B-B14F-4D97-AF65-F5344CB8AC3E}">
        <p14:creationId xmlns:p14="http://schemas.microsoft.com/office/powerpoint/2010/main" val="4040100186"/>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Org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userDrawn="1">
            <p:ph type="title" hasCustomPrompt="1"/>
          </p:nvPr>
        </p:nvSpPr>
        <p:spPr>
          <a:xfrm>
            <a:off x="428624" y="291451"/>
            <a:ext cx="11337925" cy="912315"/>
          </a:xfrm>
        </p:spPr>
        <p:txBody>
          <a:bodyPr/>
          <a:lstStyle>
            <a:lvl1pPr>
              <a:defRPr/>
            </a:lvl1pPr>
          </a:lstStyle>
          <a:p>
            <a:r>
              <a:rPr lang="en-US" dirty="0"/>
              <a:t>Organizational chart</a:t>
            </a:r>
          </a:p>
        </p:txBody>
      </p:sp>
      <p:sp>
        <p:nvSpPr>
          <p:cNvPr id="8" name="Text Placeholder 7">
            <a:extLst>
              <a:ext uri="{FF2B5EF4-FFF2-40B4-BE49-F238E27FC236}">
                <a16:creationId xmlns:a16="http://schemas.microsoft.com/office/drawing/2014/main" id="{871AB7F8-D38E-A19C-99A8-93E4EC3A4F05}"/>
              </a:ext>
            </a:extLst>
          </p:cNvPr>
          <p:cNvSpPr>
            <a:spLocks noGrp="1"/>
          </p:cNvSpPr>
          <p:nvPr userDrawn="1">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7" name="Text Placeholder 6">
            <a:extLst>
              <a:ext uri="{FF2B5EF4-FFF2-40B4-BE49-F238E27FC236}">
                <a16:creationId xmlns:a16="http://schemas.microsoft.com/office/drawing/2014/main" id="{A3EFBEB8-5EC2-43D8-7347-FD1F6E6D4CEE}"/>
              </a:ext>
            </a:extLst>
          </p:cNvPr>
          <p:cNvSpPr>
            <a:spLocks noGrp="1"/>
          </p:cNvSpPr>
          <p:nvPr userDrawn="1">
            <p:ph type="body" sz="quarter" idx="11" hasCustomPrompt="1"/>
          </p:nvPr>
        </p:nvSpPr>
        <p:spPr>
          <a:xfrm>
            <a:off x="428623" y="1323102"/>
            <a:ext cx="3621024" cy="246221"/>
          </a:xfrm>
        </p:spPr>
        <p:txBody>
          <a:bodyPr wrap="none" anchor="ctr">
            <a:noAutofit/>
          </a:bodyPr>
          <a:lstStyle>
            <a:lvl1pPr marL="0" indent="0" algn="l">
              <a:buNone/>
              <a:defRPr sz="1400">
                <a:latin typeface="+mj-lt"/>
              </a:defRPr>
            </a:lvl1pPr>
          </a:lstStyle>
          <a:p>
            <a:pPr lvl="0"/>
            <a:r>
              <a:rPr lang="en-US" dirty="0"/>
              <a:t>Team name</a:t>
            </a:r>
          </a:p>
        </p:txBody>
      </p:sp>
      <p:sp>
        <p:nvSpPr>
          <p:cNvPr id="51" name="Text Placeholder 6">
            <a:extLst>
              <a:ext uri="{FF2B5EF4-FFF2-40B4-BE49-F238E27FC236}">
                <a16:creationId xmlns:a16="http://schemas.microsoft.com/office/drawing/2014/main" id="{F07D23FC-F816-2ACD-9BB6-8B4F4A2F773A}"/>
              </a:ext>
            </a:extLst>
          </p:cNvPr>
          <p:cNvSpPr>
            <a:spLocks noGrp="1"/>
          </p:cNvSpPr>
          <p:nvPr userDrawn="1">
            <p:ph type="body" sz="quarter" idx="25" hasCustomPrompt="1"/>
          </p:nvPr>
        </p:nvSpPr>
        <p:spPr>
          <a:xfrm>
            <a:off x="1350229" y="1737275"/>
            <a:ext cx="2596738"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13" name="Text Placeholder 6">
            <a:extLst>
              <a:ext uri="{FF2B5EF4-FFF2-40B4-BE49-F238E27FC236}">
                <a16:creationId xmlns:a16="http://schemas.microsoft.com/office/drawing/2014/main" id="{13F5F348-9BA5-D049-2A97-79B46D552C52}"/>
              </a:ext>
              <a:ext uri="{C183D7F6-B498-43B3-948B-1728B52AA6E4}">
                <adec:decorative xmlns:adec="http://schemas.microsoft.com/office/drawing/2017/decorative" val="0"/>
              </a:ext>
            </a:extLst>
          </p:cNvPr>
          <p:cNvSpPr>
            <a:spLocks noGrp="1"/>
          </p:cNvSpPr>
          <p:nvPr userDrawn="1">
            <p:ph type="body" sz="quarter" idx="14" hasCustomPrompt="1"/>
          </p:nvPr>
        </p:nvSpPr>
        <p:spPr>
          <a:xfrm>
            <a:off x="428623" y="2707712"/>
            <a:ext cx="3383280" cy="246221"/>
          </a:xfrm>
        </p:spPr>
        <p:txBody>
          <a:bodyPr wrap="none" anchor="ctr">
            <a:noAutofit/>
          </a:bodyPr>
          <a:lstStyle>
            <a:lvl1pPr marL="0" indent="0" algn="l">
              <a:buNone/>
              <a:defRPr sz="1400">
                <a:solidFill>
                  <a:schemeClr val="accent1"/>
                </a:solidFill>
                <a:latin typeface="+mj-lt"/>
              </a:defRPr>
            </a:lvl1pPr>
          </a:lstStyle>
          <a:p>
            <a:pPr lvl="0"/>
            <a:r>
              <a:rPr lang="en-US" dirty="0"/>
              <a:t>Team name</a:t>
            </a:r>
          </a:p>
        </p:txBody>
      </p:sp>
      <p:sp>
        <p:nvSpPr>
          <p:cNvPr id="20" name="Text Placeholder 6">
            <a:extLst>
              <a:ext uri="{FF2B5EF4-FFF2-40B4-BE49-F238E27FC236}">
                <a16:creationId xmlns:a16="http://schemas.microsoft.com/office/drawing/2014/main" id="{A2FDFADD-09F8-480A-C438-46B841A73F05}"/>
              </a:ext>
            </a:extLst>
          </p:cNvPr>
          <p:cNvSpPr>
            <a:spLocks noGrp="1"/>
          </p:cNvSpPr>
          <p:nvPr userDrawn="1">
            <p:ph type="body" sz="quarter" idx="15" hasCustomPrompt="1"/>
          </p:nvPr>
        </p:nvSpPr>
        <p:spPr>
          <a:xfrm>
            <a:off x="1504287" y="3183853"/>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33" name="Text Placeholder 6">
            <a:extLst>
              <a:ext uri="{FF2B5EF4-FFF2-40B4-BE49-F238E27FC236}">
                <a16:creationId xmlns:a16="http://schemas.microsoft.com/office/drawing/2014/main" id="{165DD077-F6B8-467F-772B-56F5FBA01588}"/>
              </a:ext>
            </a:extLst>
          </p:cNvPr>
          <p:cNvSpPr>
            <a:spLocks noGrp="1"/>
          </p:cNvSpPr>
          <p:nvPr userDrawn="1">
            <p:ph type="body" sz="quarter" idx="17" hasCustomPrompt="1"/>
          </p:nvPr>
        </p:nvSpPr>
        <p:spPr>
          <a:xfrm>
            <a:off x="1504287" y="4160969"/>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37" name="Text Placeholder 6">
            <a:extLst>
              <a:ext uri="{FF2B5EF4-FFF2-40B4-BE49-F238E27FC236}">
                <a16:creationId xmlns:a16="http://schemas.microsoft.com/office/drawing/2014/main" id="{9AFAAB85-366F-512B-302A-D3D97931D8F9}"/>
              </a:ext>
            </a:extLst>
          </p:cNvPr>
          <p:cNvSpPr>
            <a:spLocks noGrp="1"/>
          </p:cNvSpPr>
          <p:nvPr userDrawn="1">
            <p:ph type="body" sz="quarter" idx="19" hasCustomPrompt="1"/>
          </p:nvPr>
        </p:nvSpPr>
        <p:spPr>
          <a:xfrm>
            <a:off x="1504287" y="513808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41" name="Text Placeholder 6">
            <a:extLst>
              <a:ext uri="{FF2B5EF4-FFF2-40B4-BE49-F238E27FC236}">
                <a16:creationId xmlns:a16="http://schemas.microsoft.com/office/drawing/2014/main" id="{A4016C55-BC90-5C30-11A9-6B337DAC0A93}"/>
              </a:ext>
            </a:extLst>
          </p:cNvPr>
          <p:cNvSpPr>
            <a:spLocks noGrp="1"/>
          </p:cNvSpPr>
          <p:nvPr userDrawn="1">
            <p:ph type="body" sz="quarter" idx="21" hasCustomPrompt="1"/>
          </p:nvPr>
        </p:nvSpPr>
        <p:spPr>
          <a:xfrm>
            <a:off x="4340144" y="1323102"/>
            <a:ext cx="7426406" cy="246221"/>
          </a:xfrm>
        </p:spPr>
        <p:txBody>
          <a:bodyPr wrap="none" anchor="ctr">
            <a:noAutofit/>
          </a:bodyPr>
          <a:lstStyle>
            <a:lvl1pPr marL="0" indent="0" algn="l">
              <a:buNone/>
              <a:defRPr sz="1400">
                <a:solidFill>
                  <a:schemeClr val="accent4"/>
                </a:solidFill>
                <a:latin typeface="+mj-lt"/>
              </a:defRPr>
            </a:lvl1pPr>
          </a:lstStyle>
          <a:p>
            <a:pPr lvl="0"/>
            <a:r>
              <a:rPr lang="en-US" dirty="0"/>
              <a:t>Team name</a:t>
            </a:r>
          </a:p>
        </p:txBody>
      </p:sp>
      <p:sp>
        <p:nvSpPr>
          <p:cNvPr id="46" name="Text Placeholder 6">
            <a:extLst>
              <a:ext uri="{FF2B5EF4-FFF2-40B4-BE49-F238E27FC236}">
                <a16:creationId xmlns:a16="http://schemas.microsoft.com/office/drawing/2014/main" id="{44858C65-06DA-B4A7-4A89-1473891D5680}"/>
              </a:ext>
            </a:extLst>
          </p:cNvPr>
          <p:cNvSpPr>
            <a:spLocks noGrp="1"/>
          </p:cNvSpPr>
          <p:nvPr userDrawn="1">
            <p:ph type="body" sz="quarter" idx="22" hasCustomPrompt="1"/>
          </p:nvPr>
        </p:nvSpPr>
        <p:spPr>
          <a:xfrm>
            <a:off x="4496318" y="1797665"/>
            <a:ext cx="3337560" cy="246221"/>
          </a:xfrm>
        </p:spPr>
        <p:txBody>
          <a:bodyPr wrap="none" anchor="ctr">
            <a:noAutofit/>
          </a:bodyPr>
          <a:lstStyle>
            <a:lvl1pPr marL="0" indent="0" algn="l">
              <a:buNone/>
              <a:defRPr sz="1200">
                <a:solidFill>
                  <a:schemeClr val="accent3"/>
                </a:solidFill>
                <a:latin typeface="+mj-lt"/>
              </a:defRPr>
            </a:lvl1pPr>
          </a:lstStyle>
          <a:p>
            <a:pPr lvl="0"/>
            <a:r>
              <a:rPr lang="en-US" dirty="0"/>
              <a:t>Sub-team name</a:t>
            </a:r>
          </a:p>
        </p:txBody>
      </p:sp>
      <p:sp>
        <p:nvSpPr>
          <p:cNvPr id="49" name="Text Placeholder 6">
            <a:extLst>
              <a:ext uri="{FF2B5EF4-FFF2-40B4-BE49-F238E27FC236}">
                <a16:creationId xmlns:a16="http://schemas.microsoft.com/office/drawing/2014/main" id="{EFDAB5F1-0CF9-8ACE-C9BE-23C0A19EC334}"/>
              </a:ext>
            </a:extLst>
          </p:cNvPr>
          <p:cNvSpPr>
            <a:spLocks noGrp="1"/>
          </p:cNvSpPr>
          <p:nvPr userDrawn="1">
            <p:ph type="body" sz="quarter" idx="24" hasCustomPrompt="1"/>
          </p:nvPr>
        </p:nvSpPr>
        <p:spPr>
          <a:xfrm>
            <a:off x="5424711" y="221324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55" name="Text Placeholder 6">
            <a:extLst>
              <a:ext uri="{FF2B5EF4-FFF2-40B4-BE49-F238E27FC236}">
                <a16:creationId xmlns:a16="http://schemas.microsoft.com/office/drawing/2014/main" id="{DC3AE717-2F15-1481-2D99-88141D30BCAF}"/>
              </a:ext>
            </a:extLst>
          </p:cNvPr>
          <p:cNvSpPr>
            <a:spLocks noGrp="1"/>
          </p:cNvSpPr>
          <p:nvPr userDrawn="1">
            <p:ph type="body" sz="quarter" idx="27" hasCustomPrompt="1"/>
          </p:nvPr>
        </p:nvSpPr>
        <p:spPr>
          <a:xfrm>
            <a:off x="5424711" y="3183853"/>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57" name="Text Placeholder 6">
            <a:extLst>
              <a:ext uri="{FF2B5EF4-FFF2-40B4-BE49-F238E27FC236}">
                <a16:creationId xmlns:a16="http://schemas.microsoft.com/office/drawing/2014/main" id="{4BEB9F4A-751F-EF43-E9CE-48E503B05601}"/>
              </a:ext>
            </a:extLst>
          </p:cNvPr>
          <p:cNvSpPr>
            <a:spLocks noGrp="1"/>
          </p:cNvSpPr>
          <p:nvPr userDrawn="1">
            <p:ph type="body" sz="quarter" idx="29" hasCustomPrompt="1"/>
          </p:nvPr>
        </p:nvSpPr>
        <p:spPr>
          <a:xfrm>
            <a:off x="5424711" y="4160969"/>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59" name="Text Placeholder 6">
            <a:extLst>
              <a:ext uri="{FF2B5EF4-FFF2-40B4-BE49-F238E27FC236}">
                <a16:creationId xmlns:a16="http://schemas.microsoft.com/office/drawing/2014/main" id="{52FB666B-C90C-9842-4D5D-A7CBEDDCBA19}"/>
              </a:ext>
            </a:extLst>
          </p:cNvPr>
          <p:cNvSpPr>
            <a:spLocks noGrp="1"/>
          </p:cNvSpPr>
          <p:nvPr userDrawn="1">
            <p:ph type="body" sz="quarter" idx="31" hasCustomPrompt="1"/>
          </p:nvPr>
        </p:nvSpPr>
        <p:spPr>
          <a:xfrm>
            <a:off x="5424711" y="513808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112" name="Text Placeholder 6">
            <a:extLst>
              <a:ext uri="{FF2B5EF4-FFF2-40B4-BE49-F238E27FC236}">
                <a16:creationId xmlns:a16="http://schemas.microsoft.com/office/drawing/2014/main" id="{A17170B6-51B8-B4DB-4902-7E77055393DA}"/>
              </a:ext>
            </a:extLst>
          </p:cNvPr>
          <p:cNvSpPr>
            <a:spLocks noGrp="1"/>
          </p:cNvSpPr>
          <p:nvPr userDrawn="1">
            <p:ph type="body" sz="quarter" idx="40" hasCustomPrompt="1"/>
          </p:nvPr>
        </p:nvSpPr>
        <p:spPr>
          <a:xfrm>
            <a:off x="8295266" y="1797665"/>
            <a:ext cx="3337560" cy="246221"/>
          </a:xfrm>
        </p:spPr>
        <p:txBody>
          <a:bodyPr wrap="none" anchor="ctr">
            <a:noAutofit/>
          </a:bodyPr>
          <a:lstStyle>
            <a:lvl1pPr marL="0" indent="0" algn="l">
              <a:buNone/>
              <a:defRPr sz="1200">
                <a:solidFill>
                  <a:schemeClr val="accent3"/>
                </a:solidFill>
                <a:latin typeface="+mj-lt"/>
              </a:defRPr>
            </a:lvl1pPr>
          </a:lstStyle>
          <a:p>
            <a:pPr lvl="0"/>
            <a:r>
              <a:rPr lang="en-US" dirty="0"/>
              <a:t>Sub-team name</a:t>
            </a:r>
          </a:p>
        </p:txBody>
      </p:sp>
      <p:sp>
        <p:nvSpPr>
          <p:cNvPr id="67" name="Text Placeholder 6">
            <a:extLst>
              <a:ext uri="{FF2B5EF4-FFF2-40B4-BE49-F238E27FC236}">
                <a16:creationId xmlns:a16="http://schemas.microsoft.com/office/drawing/2014/main" id="{EC9D4DBF-905D-9298-2F8B-17D02F713EB0}"/>
              </a:ext>
            </a:extLst>
          </p:cNvPr>
          <p:cNvSpPr>
            <a:spLocks noGrp="1"/>
          </p:cNvSpPr>
          <p:nvPr userDrawn="1">
            <p:ph type="body" sz="quarter" idx="33" hasCustomPrompt="1"/>
          </p:nvPr>
        </p:nvSpPr>
        <p:spPr>
          <a:xfrm>
            <a:off x="9242636" y="221324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69" name="Text Placeholder 6">
            <a:extLst>
              <a:ext uri="{FF2B5EF4-FFF2-40B4-BE49-F238E27FC236}">
                <a16:creationId xmlns:a16="http://schemas.microsoft.com/office/drawing/2014/main" id="{82AABC4F-DA0D-1B6C-F10D-7912F3E22EA7}"/>
              </a:ext>
            </a:extLst>
          </p:cNvPr>
          <p:cNvSpPr>
            <a:spLocks noGrp="1"/>
          </p:cNvSpPr>
          <p:nvPr userDrawn="1">
            <p:ph type="body" sz="quarter" idx="35" hasCustomPrompt="1"/>
          </p:nvPr>
        </p:nvSpPr>
        <p:spPr>
          <a:xfrm>
            <a:off x="9242636" y="3183853"/>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71" name="Text Placeholder 6">
            <a:extLst>
              <a:ext uri="{FF2B5EF4-FFF2-40B4-BE49-F238E27FC236}">
                <a16:creationId xmlns:a16="http://schemas.microsoft.com/office/drawing/2014/main" id="{94BDEC68-8B99-777A-CEDA-84311C5BB236}"/>
              </a:ext>
            </a:extLst>
          </p:cNvPr>
          <p:cNvSpPr>
            <a:spLocks noGrp="1"/>
          </p:cNvSpPr>
          <p:nvPr userDrawn="1">
            <p:ph type="body" sz="quarter" idx="37" hasCustomPrompt="1"/>
          </p:nvPr>
        </p:nvSpPr>
        <p:spPr>
          <a:xfrm>
            <a:off x="9242636" y="4160969"/>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73" name="Text Placeholder 6">
            <a:extLst>
              <a:ext uri="{FF2B5EF4-FFF2-40B4-BE49-F238E27FC236}">
                <a16:creationId xmlns:a16="http://schemas.microsoft.com/office/drawing/2014/main" id="{91A2C454-6D2E-AEEA-3CC4-F6D6F4EBA57B}"/>
              </a:ext>
            </a:extLst>
          </p:cNvPr>
          <p:cNvSpPr>
            <a:spLocks noGrp="1"/>
          </p:cNvSpPr>
          <p:nvPr userDrawn="1">
            <p:ph type="body" sz="quarter" idx="39" hasCustomPrompt="1"/>
          </p:nvPr>
        </p:nvSpPr>
        <p:spPr>
          <a:xfrm>
            <a:off x="9242636" y="513808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5" name="Slide Number Placeholder 5">
            <a:extLst>
              <a:ext uri="{FF2B5EF4-FFF2-40B4-BE49-F238E27FC236}">
                <a16:creationId xmlns:a16="http://schemas.microsoft.com/office/drawing/2014/main" id="{E7BCF086-E0BB-3B67-3C11-E0716AC53D0A}"/>
              </a:ext>
            </a:extLst>
          </p:cNvPr>
          <p:cNvSpPr>
            <a:spLocks noGrp="1"/>
          </p:cNvSpPr>
          <p:nvPr userDrawn="1">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4" name="Group 13">
            <a:extLst>
              <a:ext uri="{FF2B5EF4-FFF2-40B4-BE49-F238E27FC236}">
                <a16:creationId xmlns:a16="http://schemas.microsoft.com/office/drawing/2014/main" id="{DECFFDCD-5DBA-4316-718F-2745EBCA88BF}"/>
              </a:ext>
              <a:ext uri="{C183D7F6-B498-43B3-948B-1728B52AA6E4}">
                <adec:decorative xmlns:adec="http://schemas.microsoft.com/office/drawing/2017/decorative" val="1"/>
              </a:ext>
            </a:extLst>
          </p:cNvPr>
          <p:cNvGrpSpPr/>
          <p:nvPr userDrawn="1"/>
        </p:nvGrpSpPr>
        <p:grpSpPr>
          <a:xfrm>
            <a:off x="433386" y="1670635"/>
            <a:ext cx="11333161" cy="4406313"/>
            <a:chOff x="433386" y="1670635"/>
            <a:chExt cx="11333161" cy="4406313"/>
          </a:xfrm>
        </p:grpSpPr>
        <p:cxnSp>
          <p:nvCxnSpPr>
            <p:cNvPr id="42" name="Straight Connector 41">
              <a:extLst>
                <a:ext uri="{FF2B5EF4-FFF2-40B4-BE49-F238E27FC236}">
                  <a16:creationId xmlns:a16="http://schemas.microsoft.com/office/drawing/2014/main" id="{0A3955EF-1A6D-E65F-5443-7E5D271F7EA5}"/>
                </a:ext>
                <a:ext uri="{C183D7F6-B498-43B3-948B-1728B52AA6E4}">
                  <adec:decorative xmlns:adec="http://schemas.microsoft.com/office/drawing/2017/decorative" val="1"/>
                </a:ext>
              </a:extLst>
            </p:cNvPr>
            <p:cNvCxnSpPr>
              <a:cxnSpLocks/>
            </p:cNvCxnSpPr>
            <p:nvPr userDrawn="1"/>
          </p:nvCxnSpPr>
          <p:spPr>
            <a:xfrm>
              <a:off x="4057651" y="2125895"/>
              <a:ext cx="276646"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06D415BD-718B-F120-BCD8-4FAB982AAC0F}"/>
                </a:ext>
                <a:ext uri="{C183D7F6-B498-43B3-948B-1728B52AA6E4}">
                  <adec:decorative xmlns:adec="http://schemas.microsoft.com/office/drawing/2017/decorative" val="1"/>
                </a:ext>
              </a:extLst>
            </p:cNvPr>
            <p:cNvSpPr/>
            <p:nvPr userDrawn="1"/>
          </p:nvSpPr>
          <p:spPr>
            <a:xfrm>
              <a:off x="4340144" y="1670635"/>
              <a:ext cx="7426403" cy="4406313"/>
            </a:xfrm>
            <a:prstGeom prst="rect">
              <a:avLst/>
            </a:prstGeom>
            <a:noFill/>
            <a:ln w="190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60">
              <a:extLst>
                <a:ext uri="{FF2B5EF4-FFF2-40B4-BE49-F238E27FC236}">
                  <a16:creationId xmlns:a16="http://schemas.microsoft.com/office/drawing/2014/main" id="{D1581C0F-60B3-0E65-75A7-D2FDAFD894D6}"/>
                </a:ext>
                <a:ext uri="{C183D7F6-B498-43B3-948B-1728B52AA6E4}">
                  <adec:decorative xmlns:adec="http://schemas.microsoft.com/office/drawing/2017/decorative" val="1"/>
                </a:ext>
              </a:extLst>
            </p:cNvPr>
            <p:cNvCxnSpPr>
              <a:cxnSpLocks/>
            </p:cNvCxnSpPr>
            <p:nvPr userDrawn="1"/>
          </p:nvCxnSpPr>
          <p:spPr>
            <a:xfrm>
              <a:off x="4340507" y="2601865"/>
              <a:ext cx="155448"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21C567F5-77B2-AC97-C110-9B8FB7B6C2A9}"/>
                </a:ext>
                <a:ext uri="{C183D7F6-B498-43B3-948B-1728B52AA6E4}">
                  <adec:decorative xmlns:adec="http://schemas.microsoft.com/office/drawing/2017/decorative" val="1"/>
                </a:ext>
              </a:extLst>
            </p:cNvPr>
            <p:cNvCxnSpPr>
              <a:cxnSpLocks/>
            </p:cNvCxnSpPr>
            <p:nvPr userDrawn="1"/>
          </p:nvCxnSpPr>
          <p:spPr>
            <a:xfrm>
              <a:off x="4340507" y="3572473"/>
              <a:ext cx="155448"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A85A3E01-2D09-BD45-3E1A-BACBED42AB9E}"/>
                </a:ext>
                <a:ext uri="{C183D7F6-B498-43B3-948B-1728B52AA6E4}">
                  <adec:decorative xmlns:adec="http://schemas.microsoft.com/office/drawing/2017/decorative" val="1"/>
                </a:ext>
              </a:extLst>
            </p:cNvPr>
            <p:cNvCxnSpPr>
              <a:cxnSpLocks/>
            </p:cNvCxnSpPr>
            <p:nvPr userDrawn="1"/>
          </p:nvCxnSpPr>
          <p:spPr>
            <a:xfrm>
              <a:off x="4340507" y="4549589"/>
              <a:ext cx="155448"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91028D47-4AB5-DFC8-6C77-E7FC1E09EFA1}"/>
                </a:ext>
                <a:ext uri="{C183D7F6-B498-43B3-948B-1728B52AA6E4}">
                  <adec:decorative xmlns:adec="http://schemas.microsoft.com/office/drawing/2017/decorative" val="1"/>
                </a:ext>
              </a:extLst>
            </p:cNvPr>
            <p:cNvCxnSpPr>
              <a:cxnSpLocks/>
            </p:cNvCxnSpPr>
            <p:nvPr userDrawn="1"/>
          </p:nvCxnSpPr>
          <p:spPr>
            <a:xfrm>
              <a:off x="4340507" y="5526705"/>
              <a:ext cx="155448"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75" name="Connector: Elbow 74">
              <a:extLst>
                <a:ext uri="{FF2B5EF4-FFF2-40B4-BE49-F238E27FC236}">
                  <a16:creationId xmlns:a16="http://schemas.microsoft.com/office/drawing/2014/main" id="{763DA31E-4EC6-9665-B9C6-1FFBBF61B74B}"/>
                </a:ext>
              </a:extLst>
            </p:cNvPr>
            <p:cNvCxnSpPr>
              <a:cxnSpLocks/>
            </p:cNvCxnSpPr>
            <p:nvPr userDrawn="1"/>
          </p:nvCxnSpPr>
          <p:spPr>
            <a:xfrm>
              <a:off x="7830089" y="2601865"/>
              <a:ext cx="465177" cy="0"/>
            </a:xfrm>
            <a:prstGeom prst="straightConnector1">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78" name="Connector: Elbow 74">
              <a:extLst>
                <a:ext uri="{FF2B5EF4-FFF2-40B4-BE49-F238E27FC236}">
                  <a16:creationId xmlns:a16="http://schemas.microsoft.com/office/drawing/2014/main" id="{5070A3AC-2A71-858F-D9F1-A99CE2A9B0D9}"/>
                </a:ext>
              </a:extLst>
            </p:cNvPr>
            <p:cNvCxnSpPr>
              <a:cxnSpLocks/>
              <a:stCxn id="136" idx="3"/>
              <a:endCxn id="149" idx="1"/>
            </p:cNvCxnSpPr>
            <p:nvPr userDrawn="1"/>
          </p:nvCxnSpPr>
          <p:spPr>
            <a:xfrm>
              <a:off x="7830089" y="2601865"/>
              <a:ext cx="465177" cy="970608"/>
            </a:xfrm>
            <a:prstGeom prst="bentConnector3">
              <a:avLst>
                <a:gd name="adj1" fmla="val 50000"/>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81" name="Connector: Elbow 74">
              <a:extLst>
                <a:ext uri="{FF2B5EF4-FFF2-40B4-BE49-F238E27FC236}">
                  <a16:creationId xmlns:a16="http://schemas.microsoft.com/office/drawing/2014/main" id="{3E872E58-1C1B-11A7-BD01-200F2FBF1D61}"/>
                </a:ext>
              </a:extLst>
            </p:cNvPr>
            <p:cNvCxnSpPr>
              <a:cxnSpLocks/>
              <a:stCxn id="136" idx="3"/>
              <a:endCxn id="150" idx="1"/>
            </p:cNvCxnSpPr>
            <p:nvPr userDrawn="1"/>
          </p:nvCxnSpPr>
          <p:spPr>
            <a:xfrm>
              <a:off x="7830089" y="2601865"/>
              <a:ext cx="465177" cy="1947724"/>
            </a:xfrm>
            <a:prstGeom prst="bentConnector3">
              <a:avLst>
                <a:gd name="adj1" fmla="val 50000"/>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84" name="Connector: Elbow 74">
              <a:extLst>
                <a:ext uri="{FF2B5EF4-FFF2-40B4-BE49-F238E27FC236}">
                  <a16:creationId xmlns:a16="http://schemas.microsoft.com/office/drawing/2014/main" id="{B2EF44E4-CB5F-CA89-600B-FE95A1E53D53}"/>
                </a:ext>
              </a:extLst>
            </p:cNvPr>
            <p:cNvCxnSpPr>
              <a:cxnSpLocks/>
              <a:stCxn id="136" idx="3"/>
              <a:endCxn id="151" idx="1"/>
            </p:cNvCxnSpPr>
            <p:nvPr userDrawn="1"/>
          </p:nvCxnSpPr>
          <p:spPr>
            <a:xfrm>
              <a:off x="7830089" y="2601865"/>
              <a:ext cx="465177" cy="2924840"/>
            </a:xfrm>
            <a:prstGeom prst="bentConnector3">
              <a:avLst>
                <a:gd name="adj1" fmla="val 50000"/>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1D5AA8A-A45A-9776-A98C-B4AE24E4F0B4}"/>
                </a:ext>
                <a:ext uri="{C183D7F6-B498-43B3-948B-1728B52AA6E4}">
                  <adec:decorative xmlns:adec="http://schemas.microsoft.com/office/drawing/2017/decorative" val="1"/>
                </a:ext>
              </a:extLst>
            </p:cNvPr>
            <p:cNvCxnSpPr>
              <a:cxnSpLocks/>
            </p:cNvCxnSpPr>
            <p:nvPr userDrawn="1"/>
          </p:nvCxnSpPr>
          <p:spPr>
            <a:xfrm>
              <a:off x="3910527" y="2591227"/>
              <a:ext cx="0" cy="444867"/>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2" name="Rectangle 51">
              <a:extLst>
                <a:ext uri="{FF2B5EF4-FFF2-40B4-BE49-F238E27FC236}">
                  <a16:creationId xmlns:a16="http://schemas.microsoft.com/office/drawing/2014/main" id="{50B8FF83-E3BC-D966-D239-4D784EB2BABC}"/>
                </a:ext>
                <a:ext uri="{C183D7F6-B498-43B3-948B-1728B52AA6E4}">
                  <adec:decorative xmlns:adec="http://schemas.microsoft.com/office/drawing/2017/decorative" val="1"/>
                </a:ext>
              </a:extLst>
            </p:cNvPr>
            <p:cNvSpPr>
              <a:spLocks/>
            </p:cNvSpPr>
            <p:nvPr userDrawn="1"/>
          </p:nvSpPr>
          <p:spPr>
            <a:xfrm>
              <a:off x="433387" y="1670636"/>
              <a:ext cx="3621024" cy="910518"/>
            </a:xfrm>
            <a:prstGeom prst="rect">
              <a:avLst/>
            </a:prstGeom>
            <a:noFill/>
            <a:ln w="190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E33B3B71-8843-CF0E-F8EF-7A1271C4AF30}"/>
                </a:ext>
                <a:ext uri="{C183D7F6-B498-43B3-948B-1728B52AA6E4}">
                  <adec:decorative xmlns:adec="http://schemas.microsoft.com/office/drawing/2017/decorative" val="1"/>
                </a:ext>
              </a:extLst>
            </p:cNvPr>
            <p:cNvSpPr>
              <a:spLocks/>
            </p:cNvSpPr>
            <p:nvPr userDrawn="1"/>
          </p:nvSpPr>
          <p:spPr>
            <a:xfrm>
              <a:off x="433386" y="3032759"/>
              <a:ext cx="3621024" cy="3044189"/>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Connector 28">
              <a:extLst>
                <a:ext uri="{FF2B5EF4-FFF2-40B4-BE49-F238E27FC236}">
                  <a16:creationId xmlns:a16="http://schemas.microsoft.com/office/drawing/2014/main" id="{FC1CFEBA-F1D6-1D2F-A1B7-FDEA54DFE7CE}"/>
                </a:ext>
                <a:ext uri="{C183D7F6-B498-43B3-948B-1728B52AA6E4}">
                  <adec:decorative xmlns:adec="http://schemas.microsoft.com/office/drawing/2017/decorative" val="1"/>
                </a:ext>
              </a:extLst>
            </p:cNvPr>
            <p:cNvCxnSpPr>
              <a:cxnSpLocks/>
            </p:cNvCxnSpPr>
            <p:nvPr userDrawn="1"/>
          </p:nvCxnSpPr>
          <p:spPr>
            <a:xfrm>
              <a:off x="433388" y="3572473"/>
              <a:ext cx="157162"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804F7F1-57CD-71DB-4415-A4D688CE5315}"/>
                </a:ext>
                <a:ext uri="{C183D7F6-B498-43B3-948B-1728B52AA6E4}">
                  <adec:decorative xmlns:adec="http://schemas.microsoft.com/office/drawing/2017/decorative" val="1"/>
                </a:ext>
              </a:extLst>
            </p:cNvPr>
            <p:cNvCxnSpPr>
              <a:cxnSpLocks/>
            </p:cNvCxnSpPr>
            <p:nvPr userDrawn="1"/>
          </p:nvCxnSpPr>
          <p:spPr>
            <a:xfrm>
              <a:off x="433388" y="4549589"/>
              <a:ext cx="157162"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9AD2112C-999B-0D97-9CB0-EB81090112EB}"/>
                </a:ext>
                <a:ext uri="{C183D7F6-B498-43B3-948B-1728B52AA6E4}">
                  <adec:decorative xmlns:adec="http://schemas.microsoft.com/office/drawing/2017/decorative" val="1"/>
                </a:ext>
              </a:extLst>
            </p:cNvPr>
            <p:cNvCxnSpPr>
              <a:cxnSpLocks/>
            </p:cNvCxnSpPr>
            <p:nvPr userDrawn="1"/>
          </p:nvCxnSpPr>
          <p:spPr>
            <a:xfrm>
              <a:off x="433388" y="5526705"/>
              <a:ext cx="157162"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31" name="Rectangle 130">
              <a:extLst>
                <a:ext uri="{FF2B5EF4-FFF2-40B4-BE49-F238E27FC236}">
                  <a16:creationId xmlns:a16="http://schemas.microsoft.com/office/drawing/2014/main" id="{518C56B5-718A-AC05-D836-5229A01D8ACF}"/>
                </a:ext>
                <a:ext uri="{C183D7F6-B498-43B3-948B-1728B52AA6E4}">
                  <adec:decorative xmlns:adec="http://schemas.microsoft.com/office/drawing/2017/decorative" val="0"/>
                </a:ext>
              </a:extLst>
            </p:cNvPr>
            <p:cNvSpPr/>
            <p:nvPr userDrawn="1"/>
          </p:nvSpPr>
          <p:spPr>
            <a:xfrm>
              <a:off x="590529" y="3138133"/>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Rectangle 131">
              <a:extLst>
                <a:ext uri="{FF2B5EF4-FFF2-40B4-BE49-F238E27FC236}">
                  <a16:creationId xmlns:a16="http://schemas.microsoft.com/office/drawing/2014/main" id="{BA4F066E-E4DC-64F0-0ECA-224686E5F720}"/>
                </a:ext>
              </a:extLst>
            </p:cNvPr>
            <p:cNvSpPr/>
            <p:nvPr userDrawn="1"/>
          </p:nvSpPr>
          <p:spPr>
            <a:xfrm>
              <a:off x="590529" y="4115249"/>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Rectangle 132">
              <a:extLst>
                <a:ext uri="{FF2B5EF4-FFF2-40B4-BE49-F238E27FC236}">
                  <a16:creationId xmlns:a16="http://schemas.microsoft.com/office/drawing/2014/main" id="{B67BB006-7017-5178-6EE4-BB29EFC5AE69}"/>
                </a:ext>
              </a:extLst>
            </p:cNvPr>
            <p:cNvSpPr/>
            <p:nvPr userDrawn="1"/>
          </p:nvSpPr>
          <p:spPr>
            <a:xfrm>
              <a:off x="590529" y="509236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Rectangle 135">
              <a:extLst>
                <a:ext uri="{FF2B5EF4-FFF2-40B4-BE49-F238E27FC236}">
                  <a16:creationId xmlns:a16="http://schemas.microsoft.com/office/drawing/2014/main" id="{1799FEC5-440F-DB9C-4439-820D2DDA7027}"/>
                </a:ext>
              </a:extLst>
            </p:cNvPr>
            <p:cNvSpPr/>
            <p:nvPr userDrawn="1"/>
          </p:nvSpPr>
          <p:spPr>
            <a:xfrm>
              <a:off x="4496318" y="216752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Rectangle 136">
              <a:extLst>
                <a:ext uri="{FF2B5EF4-FFF2-40B4-BE49-F238E27FC236}">
                  <a16:creationId xmlns:a16="http://schemas.microsoft.com/office/drawing/2014/main" id="{568554AA-A886-609B-FE06-DFA1262890D7}"/>
                </a:ext>
              </a:extLst>
            </p:cNvPr>
            <p:cNvSpPr/>
            <p:nvPr userDrawn="1"/>
          </p:nvSpPr>
          <p:spPr>
            <a:xfrm>
              <a:off x="4496318" y="3138133"/>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8" name="Rectangle 137">
              <a:extLst>
                <a:ext uri="{FF2B5EF4-FFF2-40B4-BE49-F238E27FC236}">
                  <a16:creationId xmlns:a16="http://schemas.microsoft.com/office/drawing/2014/main" id="{22E4FE78-DCAF-9601-3B2B-125348D2DA61}"/>
                </a:ext>
              </a:extLst>
            </p:cNvPr>
            <p:cNvSpPr/>
            <p:nvPr userDrawn="1"/>
          </p:nvSpPr>
          <p:spPr>
            <a:xfrm>
              <a:off x="4496318" y="4115249"/>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9A180A1D-B2FF-91D8-8348-D241D9D99FC8}"/>
                </a:ext>
              </a:extLst>
            </p:cNvPr>
            <p:cNvSpPr/>
            <p:nvPr userDrawn="1"/>
          </p:nvSpPr>
          <p:spPr>
            <a:xfrm>
              <a:off x="4496318" y="509236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Rectangle 147">
              <a:extLst>
                <a:ext uri="{FF2B5EF4-FFF2-40B4-BE49-F238E27FC236}">
                  <a16:creationId xmlns:a16="http://schemas.microsoft.com/office/drawing/2014/main" id="{941B5E44-D0C0-6307-13C6-34AEAEF9271B}"/>
                </a:ext>
              </a:extLst>
            </p:cNvPr>
            <p:cNvSpPr/>
            <p:nvPr userDrawn="1"/>
          </p:nvSpPr>
          <p:spPr>
            <a:xfrm>
              <a:off x="8295266" y="216752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ctangle 148">
              <a:extLst>
                <a:ext uri="{FF2B5EF4-FFF2-40B4-BE49-F238E27FC236}">
                  <a16:creationId xmlns:a16="http://schemas.microsoft.com/office/drawing/2014/main" id="{FCDC84B4-BF53-2DB3-2F7C-225A72A926C1}"/>
                </a:ext>
              </a:extLst>
            </p:cNvPr>
            <p:cNvSpPr/>
            <p:nvPr userDrawn="1"/>
          </p:nvSpPr>
          <p:spPr>
            <a:xfrm>
              <a:off x="8295266" y="3138133"/>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ctangle 149">
              <a:extLst>
                <a:ext uri="{FF2B5EF4-FFF2-40B4-BE49-F238E27FC236}">
                  <a16:creationId xmlns:a16="http://schemas.microsoft.com/office/drawing/2014/main" id="{6FC82B9C-3BFC-4FA5-606E-3E06B6613C89}"/>
                </a:ext>
              </a:extLst>
            </p:cNvPr>
            <p:cNvSpPr/>
            <p:nvPr userDrawn="1"/>
          </p:nvSpPr>
          <p:spPr>
            <a:xfrm>
              <a:off x="8295266" y="4115249"/>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150">
              <a:extLst>
                <a:ext uri="{FF2B5EF4-FFF2-40B4-BE49-F238E27FC236}">
                  <a16:creationId xmlns:a16="http://schemas.microsoft.com/office/drawing/2014/main" id="{42ECE3CF-7EE8-E288-D6A7-193C21EE3916}"/>
                </a:ext>
              </a:extLst>
            </p:cNvPr>
            <p:cNvSpPr/>
            <p:nvPr userDrawn="1"/>
          </p:nvSpPr>
          <p:spPr>
            <a:xfrm>
              <a:off x="8295266" y="509236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Picture Placeholder 9">
            <a:extLst>
              <a:ext uri="{FF2B5EF4-FFF2-40B4-BE49-F238E27FC236}">
                <a16:creationId xmlns:a16="http://schemas.microsoft.com/office/drawing/2014/main" id="{7FB0BDD5-63F4-3E72-BDE3-1523CA581CEF}"/>
              </a:ext>
              <a:ext uri="{C183D7F6-B498-43B3-948B-1728B52AA6E4}">
                <adec:decorative xmlns:adec="http://schemas.microsoft.com/office/drawing/2017/decorative" val="1"/>
              </a:ext>
            </a:extLst>
          </p:cNvPr>
          <p:cNvSpPr>
            <a:spLocks noGrp="1" noChangeAspect="1"/>
          </p:cNvSpPr>
          <p:nvPr userDrawn="1">
            <p:ph type="pic" sz="quarter" idx="12"/>
          </p:nvPr>
        </p:nvSpPr>
        <p:spPr>
          <a:xfrm>
            <a:off x="517923" y="1762159"/>
            <a:ext cx="727472" cy="727472"/>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22" name="Picture Placeholder 9">
            <a:extLst>
              <a:ext uri="{FF2B5EF4-FFF2-40B4-BE49-F238E27FC236}">
                <a16:creationId xmlns:a16="http://schemas.microsoft.com/office/drawing/2014/main" id="{40812BA0-53B3-D14C-4335-E16230815AA8}"/>
              </a:ext>
              <a:ext uri="{C183D7F6-B498-43B3-948B-1728B52AA6E4}">
                <adec:decorative xmlns:adec="http://schemas.microsoft.com/office/drawing/2017/decorative" val="1"/>
              </a:ext>
            </a:extLst>
          </p:cNvPr>
          <p:cNvSpPr>
            <a:spLocks noGrp="1" noChangeAspect="1"/>
          </p:cNvSpPr>
          <p:nvPr userDrawn="1">
            <p:ph type="pic" sz="quarter" idx="16"/>
          </p:nvPr>
        </p:nvSpPr>
        <p:spPr>
          <a:xfrm>
            <a:off x="661113" y="3206713"/>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35" name="Picture Placeholder 9">
            <a:extLst>
              <a:ext uri="{FF2B5EF4-FFF2-40B4-BE49-F238E27FC236}">
                <a16:creationId xmlns:a16="http://schemas.microsoft.com/office/drawing/2014/main" id="{81F1C53A-FD91-A166-8127-D11F7959B6BD}"/>
              </a:ext>
              <a:ext uri="{C183D7F6-B498-43B3-948B-1728B52AA6E4}">
                <adec:decorative xmlns:adec="http://schemas.microsoft.com/office/drawing/2017/decorative" val="1"/>
              </a:ext>
            </a:extLst>
          </p:cNvPr>
          <p:cNvSpPr>
            <a:spLocks noGrp="1" noChangeAspect="1"/>
          </p:cNvSpPr>
          <p:nvPr userDrawn="1">
            <p:ph type="pic" sz="quarter" idx="18"/>
          </p:nvPr>
        </p:nvSpPr>
        <p:spPr>
          <a:xfrm>
            <a:off x="661113" y="4183829"/>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39" name="Picture Placeholder 9">
            <a:extLst>
              <a:ext uri="{FF2B5EF4-FFF2-40B4-BE49-F238E27FC236}">
                <a16:creationId xmlns:a16="http://schemas.microsoft.com/office/drawing/2014/main" id="{EC7738B5-50FD-A42F-1BCF-CF7340F10CDD}"/>
              </a:ext>
              <a:ext uri="{C183D7F6-B498-43B3-948B-1728B52AA6E4}">
                <adec:decorative xmlns:adec="http://schemas.microsoft.com/office/drawing/2017/decorative" val="1"/>
              </a:ext>
            </a:extLst>
          </p:cNvPr>
          <p:cNvSpPr>
            <a:spLocks noGrp="1" noChangeAspect="1"/>
          </p:cNvSpPr>
          <p:nvPr userDrawn="1">
            <p:ph type="pic" sz="quarter" idx="20"/>
          </p:nvPr>
        </p:nvSpPr>
        <p:spPr>
          <a:xfrm>
            <a:off x="661113" y="5160945"/>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48" name="Picture Placeholder 9">
            <a:extLst>
              <a:ext uri="{FF2B5EF4-FFF2-40B4-BE49-F238E27FC236}">
                <a16:creationId xmlns:a16="http://schemas.microsoft.com/office/drawing/2014/main" id="{EB5AC177-7EE2-FFFB-6431-6F1ABCAE2643}"/>
              </a:ext>
              <a:ext uri="{C183D7F6-B498-43B3-948B-1728B52AA6E4}">
                <adec:decorative xmlns:adec="http://schemas.microsoft.com/office/drawing/2017/decorative" val="1"/>
              </a:ext>
            </a:extLst>
          </p:cNvPr>
          <p:cNvSpPr>
            <a:spLocks noGrp="1" noChangeAspect="1"/>
          </p:cNvSpPr>
          <p:nvPr userDrawn="1">
            <p:ph type="pic" sz="quarter" idx="23"/>
          </p:nvPr>
        </p:nvSpPr>
        <p:spPr>
          <a:xfrm>
            <a:off x="4567755" y="2236105"/>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54" name="Picture Placeholder 9">
            <a:extLst>
              <a:ext uri="{FF2B5EF4-FFF2-40B4-BE49-F238E27FC236}">
                <a16:creationId xmlns:a16="http://schemas.microsoft.com/office/drawing/2014/main" id="{3C63F2F2-F2AE-9A78-12BC-69037BFEEE8D}"/>
              </a:ext>
              <a:ext uri="{C183D7F6-B498-43B3-948B-1728B52AA6E4}">
                <adec:decorative xmlns:adec="http://schemas.microsoft.com/office/drawing/2017/decorative" val="1"/>
              </a:ext>
            </a:extLst>
          </p:cNvPr>
          <p:cNvSpPr>
            <a:spLocks noGrp="1" noChangeAspect="1"/>
          </p:cNvSpPr>
          <p:nvPr userDrawn="1">
            <p:ph type="pic" sz="quarter" idx="26"/>
          </p:nvPr>
        </p:nvSpPr>
        <p:spPr>
          <a:xfrm>
            <a:off x="4567755" y="3206713"/>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56" name="Picture Placeholder 9">
            <a:extLst>
              <a:ext uri="{FF2B5EF4-FFF2-40B4-BE49-F238E27FC236}">
                <a16:creationId xmlns:a16="http://schemas.microsoft.com/office/drawing/2014/main" id="{F862E2C9-2BEE-E10B-6297-44CC739C1D2F}"/>
              </a:ext>
              <a:ext uri="{C183D7F6-B498-43B3-948B-1728B52AA6E4}">
                <adec:decorative xmlns:adec="http://schemas.microsoft.com/office/drawing/2017/decorative" val="1"/>
              </a:ext>
            </a:extLst>
          </p:cNvPr>
          <p:cNvSpPr>
            <a:spLocks noGrp="1" noChangeAspect="1"/>
          </p:cNvSpPr>
          <p:nvPr userDrawn="1">
            <p:ph type="pic" sz="quarter" idx="28"/>
          </p:nvPr>
        </p:nvSpPr>
        <p:spPr>
          <a:xfrm>
            <a:off x="4567755" y="4183829"/>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58" name="Picture Placeholder 9">
            <a:extLst>
              <a:ext uri="{FF2B5EF4-FFF2-40B4-BE49-F238E27FC236}">
                <a16:creationId xmlns:a16="http://schemas.microsoft.com/office/drawing/2014/main" id="{594C80DB-2D50-A87B-2ED2-09183D49DD58}"/>
              </a:ext>
              <a:ext uri="{C183D7F6-B498-43B3-948B-1728B52AA6E4}">
                <adec:decorative xmlns:adec="http://schemas.microsoft.com/office/drawing/2017/decorative" val="1"/>
              </a:ext>
            </a:extLst>
          </p:cNvPr>
          <p:cNvSpPr>
            <a:spLocks noGrp="1" noChangeAspect="1"/>
          </p:cNvSpPr>
          <p:nvPr userDrawn="1">
            <p:ph type="pic" sz="quarter" idx="30"/>
          </p:nvPr>
        </p:nvSpPr>
        <p:spPr>
          <a:xfrm>
            <a:off x="4567755" y="5160945"/>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66" name="Picture Placeholder 9">
            <a:extLst>
              <a:ext uri="{FF2B5EF4-FFF2-40B4-BE49-F238E27FC236}">
                <a16:creationId xmlns:a16="http://schemas.microsoft.com/office/drawing/2014/main" id="{CD8C94D3-25E6-AC72-C43C-EC84DBCF21C3}"/>
              </a:ext>
              <a:ext uri="{C183D7F6-B498-43B3-948B-1728B52AA6E4}">
                <adec:decorative xmlns:adec="http://schemas.microsoft.com/office/drawing/2017/decorative" val="1"/>
              </a:ext>
            </a:extLst>
          </p:cNvPr>
          <p:cNvSpPr>
            <a:spLocks noGrp="1" noChangeAspect="1"/>
          </p:cNvSpPr>
          <p:nvPr userDrawn="1">
            <p:ph type="pic" sz="quarter" idx="32"/>
          </p:nvPr>
        </p:nvSpPr>
        <p:spPr>
          <a:xfrm>
            <a:off x="8385680" y="2236105"/>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68" name="Picture Placeholder 9">
            <a:extLst>
              <a:ext uri="{FF2B5EF4-FFF2-40B4-BE49-F238E27FC236}">
                <a16:creationId xmlns:a16="http://schemas.microsoft.com/office/drawing/2014/main" id="{D8A0B903-445A-04D2-9051-997BD4B78284}"/>
              </a:ext>
              <a:ext uri="{C183D7F6-B498-43B3-948B-1728B52AA6E4}">
                <adec:decorative xmlns:adec="http://schemas.microsoft.com/office/drawing/2017/decorative" val="1"/>
              </a:ext>
            </a:extLst>
          </p:cNvPr>
          <p:cNvSpPr>
            <a:spLocks noGrp="1" noChangeAspect="1"/>
          </p:cNvSpPr>
          <p:nvPr userDrawn="1">
            <p:ph type="pic" sz="quarter" idx="34"/>
          </p:nvPr>
        </p:nvSpPr>
        <p:spPr>
          <a:xfrm>
            <a:off x="8385680" y="3206713"/>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70" name="Picture Placeholder 9">
            <a:extLst>
              <a:ext uri="{FF2B5EF4-FFF2-40B4-BE49-F238E27FC236}">
                <a16:creationId xmlns:a16="http://schemas.microsoft.com/office/drawing/2014/main" id="{AE20F12B-3F12-CE55-A442-7C33547A74D3}"/>
              </a:ext>
              <a:ext uri="{C183D7F6-B498-43B3-948B-1728B52AA6E4}">
                <adec:decorative xmlns:adec="http://schemas.microsoft.com/office/drawing/2017/decorative" val="1"/>
              </a:ext>
            </a:extLst>
          </p:cNvPr>
          <p:cNvSpPr>
            <a:spLocks noGrp="1" noChangeAspect="1"/>
          </p:cNvSpPr>
          <p:nvPr userDrawn="1">
            <p:ph type="pic" sz="quarter" idx="36"/>
          </p:nvPr>
        </p:nvSpPr>
        <p:spPr>
          <a:xfrm>
            <a:off x="8385680" y="4183829"/>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72" name="Picture Placeholder 9">
            <a:extLst>
              <a:ext uri="{FF2B5EF4-FFF2-40B4-BE49-F238E27FC236}">
                <a16:creationId xmlns:a16="http://schemas.microsoft.com/office/drawing/2014/main" id="{A8339BD8-8A5D-A7E3-3FA9-9B8F33AF6880}"/>
              </a:ext>
              <a:ext uri="{C183D7F6-B498-43B3-948B-1728B52AA6E4}">
                <adec:decorative xmlns:adec="http://schemas.microsoft.com/office/drawing/2017/decorative" val="1"/>
              </a:ext>
            </a:extLst>
          </p:cNvPr>
          <p:cNvSpPr>
            <a:spLocks noGrp="1" noChangeAspect="1"/>
          </p:cNvSpPr>
          <p:nvPr userDrawn="1">
            <p:ph type="pic" sz="quarter" idx="38"/>
          </p:nvPr>
        </p:nvSpPr>
        <p:spPr>
          <a:xfrm>
            <a:off x="8385680" y="5160945"/>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3" name="TextBox 2">
            <a:extLst>
              <a:ext uri="{FF2B5EF4-FFF2-40B4-BE49-F238E27FC236}">
                <a16:creationId xmlns:a16="http://schemas.microsoft.com/office/drawing/2014/main" id="{1AACC200-DB22-16D3-3E61-CDC27B2BBA12}"/>
              </a:ext>
              <a:ext uri="{C183D7F6-B498-43B3-948B-1728B52AA6E4}">
                <adec:decorative xmlns:adec="http://schemas.microsoft.com/office/drawing/2017/decorative" val="0"/>
              </a:ext>
            </a:extLst>
          </p:cNvPr>
          <p:cNvSpPr txBox="1"/>
          <p:nvPr userDrawn="1"/>
        </p:nvSpPr>
        <p:spPr>
          <a:xfrm>
            <a:off x="12377339" y="4453708"/>
            <a:ext cx="2519761" cy="954107"/>
          </a:xfrm>
          <a:prstGeom prst="rect">
            <a:avLst/>
          </a:prstGeom>
          <a:solidFill>
            <a:srgbClr val="FFFF00"/>
          </a:solidFill>
        </p:spPr>
        <p:txBody>
          <a:bodyPr wrap="square" rtlCol="0">
            <a:spAutoFit/>
          </a:bodyPr>
          <a:lstStyle/>
          <a:p>
            <a:pPr algn="l"/>
            <a:r>
              <a:rPr lang="en-US" sz="1400" dirty="0">
                <a:solidFill>
                  <a:schemeClr val="accent3"/>
                </a:solidFill>
              </a:rPr>
              <a:t>To customize the Org-Chart Layout to your individual needs, edits have to be done in the Slide Master.</a:t>
            </a:r>
          </a:p>
        </p:txBody>
      </p:sp>
    </p:spTree>
    <p:extLst>
      <p:ext uri="{BB962C8B-B14F-4D97-AF65-F5344CB8AC3E}">
        <p14:creationId xmlns:p14="http://schemas.microsoft.com/office/powerpoint/2010/main" val="191083013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Chapter 1">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F1980C0-6A48-0964-29D9-8CE2BAC6354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0"/>
            <a:ext cx="6858000" cy="6858000"/>
          </a:xfrm>
          <a:prstGeom prst="rect">
            <a:avLst/>
          </a:prstGeom>
        </p:spPr>
      </p:pic>
      <p:sp>
        <p:nvSpPr>
          <p:cNvPr id="2" name="Title 4">
            <a:extLst>
              <a:ext uri="{FF2B5EF4-FFF2-40B4-BE49-F238E27FC236}">
                <a16:creationId xmlns:a16="http://schemas.microsoft.com/office/drawing/2014/main" id="{C2E9A8E4-56D0-8BA2-6294-9611E2381FE2}"/>
              </a:ext>
            </a:extLst>
          </p:cNvPr>
          <p:cNvSpPr>
            <a:spLocks noGrp="1"/>
          </p:cNvSpPr>
          <p:nvPr>
            <p:ph type="title" hasCustomPrompt="1"/>
          </p:nvPr>
        </p:nvSpPr>
        <p:spPr>
          <a:xfrm>
            <a:off x="1786976" y="1866946"/>
            <a:ext cx="7095744"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61A45F6D-44ED-7655-1FF0-4BD4658B4918}"/>
              </a:ext>
            </a:extLst>
          </p:cNvPr>
          <p:cNvSpPr>
            <a:spLocks noGrp="1"/>
          </p:cNvSpPr>
          <p:nvPr>
            <p:ph type="body" sz="quarter" idx="13" hasCustomPrompt="1"/>
          </p:nvPr>
        </p:nvSpPr>
        <p:spPr>
          <a:xfrm>
            <a:off x="390098" y="389618"/>
            <a:ext cx="137698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01</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298602322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Chapter 2">
    <p:bg>
      <p:bgPr>
        <a:solidFill>
          <a:schemeClr val="accent2"/>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F1980C0-6A48-0964-29D9-8CE2BAC6354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0"/>
            <a:ext cx="6858000" cy="6858000"/>
          </a:xfrm>
          <a:prstGeom prst="rect">
            <a:avLst/>
          </a:prstGeom>
        </p:spPr>
      </p:pic>
      <p:sp>
        <p:nvSpPr>
          <p:cNvPr id="2" name="Title 4">
            <a:extLst>
              <a:ext uri="{FF2B5EF4-FFF2-40B4-BE49-F238E27FC236}">
                <a16:creationId xmlns:a16="http://schemas.microsoft.com/office/drawing/2014/main" id="{92683593-22E8-3263-2712-45C2A9D997C7}"/>
              </a:ext>
            </a:extLst>
          </p:cNvPr>
          <p:cNvSpPr>
            <a:spLocks noGrp="1"/>
          </p:cNvSpPr>
          <p:nvPr>
            <p:ph type="title" hasCustomPrompt="1"/>
          </p:nvPr>
        </p:nvSpPr>
        <p:spPr>
          <a:xfrm>
            <a:off x="1786976" y="1866946"/>
            <a:ext cx="7095744"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F9F0D4EE-1621-8A5D-46B2-3D77C6F3DB86}"/>
              </a:ext>
            </a:extLst>
          </p:cNvPr>
          <p:cNvSpPr>
            <a:spLocks noGrp="1"/>
          </p:cNvSpPr>
          <p:nvPr>
            <p:ph type="body" sz="quarter" idx="13" hasCustomPrompt="1"/>
          </p:nvPr>
        </p:nvSpPr>
        <p:spPr>
          <a:xfrm>
            <a:off x="390098" y="389618"/>
            <a:ext cx="158376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02</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3324259103"/>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Chapter 3">
    <p:bg>
      <p:bgPr>
        <a:solidFill>
          <a:schemeClr val="accent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F1980C0-6A48-0964-29D9-8CE2BAC6354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0"/>
            <a:ext cx="6858000" cy="6858000"/>
          </a:xfrm>
          <a:prstGeom prst="rect">
            <a:avLst/>
          </a:prstGeom>
        </p:spPr>
      </p:pic>
      <p:sp>
        <p:nvSpPr>
          <p:cNvPr id="2" name="Title 4">
            <a:extLst>
              <a:ext uri="{FF2B5EF4-FFF2-40B4-BE49-F238E27FC236}">
                <a16:creationId xmlns:a16="http://schemas.microsoft.com/office/drawing/2014/main" id="{CB2993BA-81B4-4C7B-B5D4-6F3A84230FD2}"/>
              </a:ext>
            </a:extLst>
          </p:cNvPr>
          <p:cNvSpPr>
            <a:spLocks noGrp="1"/>
          </p:cNvSpPr>
          <p:nvPr>
            <p:ph type="title" hasCustomPrompt="1"/>
          </p:nvPr>
        </p:nvSpPr>
        <p:spPr>
          <a:xfrm>
            <a:off x="1786976" y="1866946"/>
            <a:ext cx="7095744"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ADC44308-D4B4-C78F-0AA7-3CE513D88738}"/>
              </a:ext>
            </a:extLst>
          </p:cNvPr>
          <p:cNvSpPr>
            <a:spLocks noGrp="1"/>
          </p:cNvSpPr>
          <p:nvPr>
            <p:ph type="body" sz="quarter" idx="13" hasCustomPrompt="1"/>
          </p:nvPr>
        </p:nvSpPr>
        <p:spPr>
          <a:xfrm>
            <a:off x="390098" y="389618"/>
            <a:ext cx="159017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03</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60394430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Chapter 4">
    <p:bg>
      <p:bgPr>
        <a:solidFill>
          <a:schemeClr val="accent3"/>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F1980C0-6A48-0964-29D9-8CE2BAC6354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0"/>
            <a:ext cx="6858000" cy="6858000"/>
          </a:xfrm>
          <a:prstGeom prst="rect">
            <a:avLst/>
          </a:prstGeom>
        </p:spPr>
      </p:pic>
      <p:sp>
        <p:nvSpPr>
          <p:cNvPr id="2" name="Title 4">
            <a:extLst>
              <a:ext uri="{FF2B5EF4-FFF2-40B4-BE49-F238E27FC236}">
                <a16:creationId xmlns:a16="http://schemas.microsoft.com/office/drawing/2014/main" id="{51C3D4EA-8ADF-9D91-6576-7CC6D63311BB}"/>
              </a:ext>
            </a:extLst>
          </p:cNvPr>
          <p:cNvSpPr>
            <a:spLocks noGrp="1"/>
          </p:cNvSpPr>
          <p:nvPr>
            <p:ph type="title" hasCustomPrompt="1"/>
          </p:nvPr>
        </p:nvSpPr>
        <p:spPr>
          <a:xfrm>
            <a:off x="1786976" y="1866946"/>
            <a:ext cx="7095744"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F0B70B6B-96EE-A86E-6097-04A102D4038F}"/>
              </a:ext>
            </a:extLst>
          </p:cNvPr>
          <p:cNvSpPr>
            <a:spLocks noGrp="1"/>
          </p:cNvSpPr>
          <p:nvPr>
            <p:ph type="body" sz="quarter" idx="13" hasCustomPrompt="1"/>
          </p:nvPr>
        </p:nvSpPr>
        <p:spPr>
          <a:xfrm>
            <a:off x="390098" y="389618"/>
            <a:ext cx="161743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04</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255635615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Chapter 5">
    <p:spTree>
      <p:nvGrpSpPr>
        <p:cNvPr id="1" name=""/>
        <p:cNvGrpSpPr/>
        <p:nvPr/>
      </p:nvGrpSpPr>
      <p:grpSpPr>
        <a:xfrm>
          <a:off x="0" y="0"/>
          <a:ext cx="0" cy="0"/>
          <a:chOff x="0" y="0"/>
          <a:chExt cx="0" cy="0"/>
        </a:xfrm>
      </p:grpSpPr>
      <p:sp>
        <p:nvSpPr>
          <p:cNvPr id="4" name="Title 4">
            <a:extLst>
              <a:ext uri="{FF2B5EF4-FFF2-40B4-BE49-F238E27FC236}">
                <a16:creationId xmlns:a16="http://schemas.microsoft.com/office/drawing/2014/main" id="{1E2B2CFE-4909-414D-0919-C72426343E09}"/>
              </a:ext>
            </a:extLst>
          </p:cNvPr>
          <p:cNvSpPr>
            <a:spLocks noGrp="1"/>
          </p:cNvSpPr>
          <p:nvPr>
            <p:ph type="title" hasCustomPrompt="1"/>
          </p:nvPr>
        </p:nvSpPr>
        <p:spPr>
          <a:xfrm>
            <a:off x="6528122" y="2669997"/>
            <a:ext cx="5239512"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4920FE09-D53D-58F2-14F2-F828E88C2F01}"/>
              </a:ext>
            </a:extLst>
          </p:cNvPr>
          <p:cNvSpPr>
            <a:spLocks noGrp="1"/>
          </p:cNvSpPr>
          <p:nvPr>
            <p:ph type="body" sz="quarter" idx="14" hasCustomPrompt="1"/>
          </p:nvPr>
        </p:nvSpPr>
        <p:spPr>
          <a:xfrm>
            <a:off x="390098" y="389618"/>
            <a:ext cx="157414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05</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dirty="0"/>
          </a:p>
        </p:txBody>
      </p:sp>
      <p:pic>
        <p:nvPicPr>
          <p:cNvPr id="2" name="Graphic 1">
            <a:extLst>
              <a:ext uri="{FF2B5EF4-FFF2-40B4-BE49-F238E27FC236}">
                <a16:creationId xmlns:a16="http://schemas.microsoft.com/office/drawing/2014/main" id="{E31A63B0-F56F-4FFC-27C3-566A79317B9A}"/>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0" y="0"/>
            <a:ext cx="6858000" cy="6858000"/>
          </a:xfrm>
          <a:prstGeom prst="rect">
            <a:avLst/>
          </a:prstGeom>
        </p:spPr>
      </p:pic>
    </p:spTree>
    <p:extLst>
      <p:ext uri="{BB962C8B-B14F-4D97-AF65-F5344CB8AC3E}">
        <p14:creationId xmlns:p14="http://schemas.microsoft.com/office/powerpoint/2010/main" val="426702025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Chapter 6">
    <p:bg>
      <p:bgPr>
        <a:solidFill>
          <a:schemeClr val="accent2"/>
        </a:solidFill>
        <a:effectLst/>
      </p:bgPr>
    </p:bg>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3EDA4A70-09D2-81E9-6BDE-760FB49226DD}"/>
              </a:ext>
            </a:extLst>
          </p:cNvPr>
          <p:cNvSpPr>
            <a:spLocks noGrp="1"/>
          </p:cNvSpPr>
          <p:nvPr>
            <p:ph type="title" hasCustomPrompt="1"/>
          </p:nvPr>
        </p:nvSpPr>
        <p:spPr>
          <a:xfrm>
            <a:off x="6528122" y="2669997"/>
            <a:ext cx="5239512"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F6922402-EF68-49F2-4A3F-B5653B6E20DB}"/>
              </a:ext>
            </a:extLst>
          </p:cNvPr>
          <p:cNvSpPr>
            <a:spLocks noGrp="1"/>
          </p:cNvSpPr>
          <p:nvPr>
            <p:ph type="body" sz="quarter" idx="14" hasCustomPrompt="1"/>
          </p:nvPr>
        </p:nvSpPr>
        <p:spPr>
          <a:xfrm>
            <a:off x="390098" y="389618"/>
            <a:ext cx="1596591"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06</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pic>
        <p:nvPicPr>
          <p:cNvPr id="2" name="Graphic 1">
            <a:extLst>
              <a:ext uri="{FF2B5EF4-FFF2-40B4-BE49-F238E27FC236}">
                <a16:creationId xmlns:a16="http://schemas.microsoft.com/office/drawing/2014/main" id="{E4E14169-5DA2-05CD-4E0B-FFA9D622AA70}"/>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0" y="0"/>
            <a:ext cx="6858000" cy="6858000"/>
          </a:xfrm>
          <a:prstGeom prst="rect">
            <a:avLst/>
          </a:prstGeom>
        </p:spPr>
      </p:pic>
    </p:spTree>
    <p:extLst>
      <p:ext uri="{BB962C8B-B14F-4D97-AF65-F5344CB8AC3E}">
        <p14:creationId xmlns:p14="http://schemas.microsoft.com/office/powerpoint/2010/main" val="9143776"/>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hapter 7">
    <p:bg>
      <p:bgPr>
        <a:solidFill>
          <a:schemeClr val="accent1"/>
        </a:solidFill>
        <a:effectLst/>
      </p:bgPr>
    </p:bg>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7E8F55A3-EE25-9B7F-476D-2683FD6653C6}"/>
              </a:ext>
            </a:extLst>
          </p:cNvPr>
          <p:cNvSpPr>
            <a:spLocks noGrp="1"/>
          </p:cNvSpPr>
          <p:nvPr>
            <p:ph type="title" hasCustomPrompt="1"/>
          </p:nvPr>
        </p:nvSpPr>
        <p:spPr>
          <a:xfrm>
            <a:off x="6528122" y="2669997"/>
            <a:ext cx="5239512"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156E34D6-D000-E6B8-A74F-ABBE92A126F4}"/>
              </a:ext>
            </a:extLst>
          </p:cNvPr>
          <p:cNvSpPr>
            <a:spLocks noGrp="1"/>
          </p:cNvSpPr>
          <p:nvPr>
            <p:ph type="body" sz="quarter" idx="14" hasCustomPrompt="1"/>
          </p:nvPr>
        </p:nvSpPr>
        <p:spPr>
          <a:xfrm>
            <a:off x="390098" y="389618"/>
            <a:ext cx="1497205"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07</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pic>
        <p:nvPicPr>
          <p:cNvPr id="2" name="Graphic 1">
            <a:extLst>
              <a:ext uri="{FF2B5EF4-FFF2-40B4-BE49-F238E27FC236}">
                <a16:creationId xmlns:a16="http://schemas.microsoft.com/office/drawing/2014/main" id="{6E4E7D65-52B3-610C-1413-747405523C11}"/>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0" y="0"/>
            <a:ext cx="6858000" cy="6858000"/>
          </a:xfrm>
          <a:prstGeom prst="rect">
            <a:avLst/>
          </a:prstGeom>
        </p:spPr>
      </p:pic>
    </p:spTree>
    <p:extLst>
      <p:ext uri="{BB962C8B-B14F-4D97-AF65-F5344CB8AC3E}">
        <p14:creationId xmlns:p14="http://schemas.microsoft.com/office/powerpoint/2010/main" val="213093749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Chapter 8">
    <p:bg>
      <p:bgPr>
        <a:solidFill>
          <a:schemeClr val="accent3"/>
        </a:solidFill>
        <a:effectLst/>
      </p:bgPr>
    </p:bg>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2BFDF0E7-1C79-FBA3-FBFE-0F62B0F09A2A}"/>
              </a:ext>
            </a:extLst>
          </p:cNvPr>
          <p:cNvSpPr>
            <a:spLocks noGrp="1"/>
          </p:cNvSpPr>
          <p:nvPr>
            <p:ph type="title" hasCustomPrompt="1"/>
          </p:nvPr>
        </p:nvSpPr>
        <p:spPr>
          <a:xfrm>
            <a:off x="6528122" y="2669997"/>
            <a:ext cx="5239512"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247EB606-D6A4-CC4D-DEF3-67E1E635A3C8}"/>
              </a:ext>
            </a:extLst>
          </p:cNvPr>
          <p:cNvSpPr>
            <a:spLocks noGrp="1"/>
          </p:cNvSpPr>
          <p:nvPr>
            <p:ph type="body" sz="quarter" idx="14" hasCustomPrompt="1"/>
          </p:nvPr>
        </p:nvSpPr>
        <p:spPr>
          <a:xfrm>
            <a:off x="390098" y="389618"/>
            <a:ext cx="1596591"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08</a:t>
            </a:r>
            <a:endParaRPr lang="en-US" dirty="0"/>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pic>
        <p:nvPicPr>
          <p:cNvPr id="2" name="Graphic 1">
            <a:extLst>
              <a:ext uri="{FF2B5EF4-FFF2-40B4-BE49-F238E27FC236}">
                <a16:creationId xmlns:a16="http://schemas.microsoft.com/office/drawing/2014/main" id="{74490CF5-6E1C-B670-6877-0573039B7C02}"/>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0" y="0"/>
            <a:ext cx="6858000" cy="6858000"/>
          </a:xfrm>
          <a:prstGeom prst="rect">
            <a:avLst/>
          </a:prstGeom>
        </p:spPr>
      </p:pic>
    </p:spTree>
    <p:extLst>
      <p:ext uri="{BB962C8B-B14F-4D97-AF65-F5344CB8AC3E}">
        <p14:creationId xmlns:p14="http://schemas.microsoft.com/office/powerpoint/2010/main" val="3316841011"/>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Chapter 9">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7647457B-1BAA-07D6-5533-5602F3764C3F}"/>
              </a:ext>
              <a:ext uri="{C183D7F6-B498-43B3-948B-1728B52AA6E4}">
                <adec:decorative xmlns:adec="http://schemas.microsoft.com/office/drawing/2017/decorative" val="1"/>
              </a:ext>
            </a:extLst>
          </p:cNvPr>
          <p:cNvGrpSpPr/>
          <p:nvPr userDrawn="1"/>
        </p:nvGrpSpPr>
        <p:grpSpPr>
          <a:xfrm>
            <a:off x="5334000" y="0"/>
            <a:ext cx="6858000" cy="6858000"/>
            <a:chOff x="5334000" y="0"/>
            <a:chExt cx="6858000" cy="6858000"/>
          </a:xfrm>
        </p:grpSpPr>
        <p:pic>
          <p:nvPicPr>
            <p:cNvPr id="2" name="Graphic 1">
              <a:extLst>
                <a:ext uri="{FF2B5EF4-FFF2-40B4-BE49-F238E27FC236}">
                  <a16:creationId xmlns:a16="http://schemas.microsoft.com/office/drawing/2014/main" id="{6E971FD5-44A1-DFD7-5CAE-AE2F9A67A08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3429000"/>
              <a:ext cx="3429000" cy="3429000"/>
            </a:xfrm>
            <a:prstGeom prst="rect">
              <a:avLst/>
            </a:prstGeom>
          </p:spPr>
        </p:pic>
        <p:pic>
          <p:nvPicPr>
            <p:cNvPr id="3" name="Graphic 2">
              <a:extLst>
                <a:ext uri="{FF2B5EF4-FFF2-40B4-BE49-F238E27FC236}">
                  <a16:creationId xmlns:a16="http://schemas.microsoft.com/office/drawing/2014/main" id="{CE8FF695-DA70-72B7-7FCB-B03764695CB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8763000" y="0"/>
              <a:ext cx="3429000" cy="3429000"/>
            </a:xfrm>
            <a:prstGeom prst="rect">
              <a:avLst/>
            </a:prstGeom>
          </p:spPr>
        </p:pic>
      </p:grpSp>
      <p:sp>
        <p:nvSpPr>
          <p:cNvPr id="5" name="Title 4">
            <a:extLst>
              <a:ext uri="{FF2B5EF4-FFF2-40B4-BE49-F238E27FC236}">
                <a16:creationId xmlns:a16="http://schemas.microsoft.com/office/drawing/2014/main" id="{8AA0434C-987B-C3BE-1B1A-37A1792CCEB5}"/>
              </a:ext>
            </a:extLst>
          </p:cNvPr>
          <p:cNvSpPr>
            <a:spLocks noGrp="1"/>
          </p:cNvSpPr>
          <p:nvPr>
            <p:ph type="title" hasCustomPrompt="1"/>
          </p:nvPr>
        </p:nvSpPr>
        <p:spPr>
          <a:xfrm>
            <a:off x="1786976" y="1866946"/>
            <a:ext cx="6858000"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F9DD7213-40BA-724D-890D-5EC783B05964}"/>
              </a:ext>
            </a:extLst>
          </p:cNvPr>
          <p:cNvSpPr>
            <a:spLocks noGrp="1"/>
          </p:cNvSpPr>
          <p:nvPr>
            <p:ph type="body" sz="quarter" idx="13" hasCustomPrompt="1"/>
          </p:nvPr>
        </p:nvSpPr>
        <p:spPr>
          <a:xfrm>
            <a:off x="390098" y="389618"/>
            <a:ext cx="159498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09</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395714237"/>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Chapter 10">
    <p:bg>
      <p:bgPr>
        <a:solidFill>
          <a:schemeClr val="accent2"/>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F2F82A12-00BD-E5BC-6150-78237533B4AD}"/>
              </a:ext>
              <a:ext uri="{C183D7F6-B498-43B3-948B-1728B52AA6E4}">
                <adec:decorative xmlns:adec="http://schemas.microsoft.com/office/drawing/2017/decorative" val="1"/>
              </a:ext>
            </a:extLst>
          </p:cNvPr>
          <p:cNvGrpSpPr/>
          <p:nvPr userDrawn="1"/>
        </p:nvGrpSpPr>
        <p:grpSpPr>
          <a:xfrm>
            <a:off x="5334000" y="0"/>
            <a:ext cx="6858000" cy="6858000"/>
            <a:chOff x="5334000" y="0"/>
            <a:chExt cx="6858000" cy="6858000"/>
          </a:xfrm>
        </p:grpSpPr>
        <p:pic>
          <p:nvPicPr>
            <p:cNvPr id="2" name="Graphic 1">
              <a:extLst>
                <a:ext uri="{FF2B5EF4-FFF2-40B4-BE49-F238E27FC236}">
                  <a16:creationId xmlns:a16="http://schemas.microsoft.com/office/drawing/2014/main" id="{875FE9B1-776A-FD80-F50D-0BC55D3E418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3429000"/>
              <a:ext cx="3429000" cy="3429000"/>
            </a:xfrm>
            <a:prstGeom prst="rect">
              <a:avLst/>
            </a:prstGeom>
          </p:spPr>
        </p:pic>
        <p:pic>
          <p:nvPicPr>
            <p:cNvPr id="3" name="Graphic 2">
              <a:extLst>
                <a:ext uri="{FF2B5EF4-FFF2-40B4-BE49-F238E27FC236}">
                  <a16:creationId xmlns:a16="http://schemas.microsoft.com/office/drawing/2014/main" id="{D35F74F3-7759-C46C-C97D-B71F33E53E9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8763000" y="0"/>
              <a:ext cx="3429000" cy="3429000"/>
            </a:xfrm>
            <a:prstGeom prst="rect">
              <a:avLst/>
            </a:prstGeom>
          </p:spPr>
        </p:pic>
      </p:grpSp>
      <p:sp>
        <p:nvSpPr>
          <p:cNvPr id="5" name="Title 4">
            <a:extLst>
              <a:ext uri="{FF2B5EF4-FFF2-40B4-BE49-F238E27FC236}">
                <a16:creationId xmlns:a16="http://schemas.microsoft.com/office/drawing/2014/main" id="{D5904DAA-DB4E-9C5F-F3BE-6360D735200C}"/>
              </a:ext>
            </a:extLst>
          </p:cNvPr>
          <p:cNvSpPr>
            <a:spLocks noGrp="1"/>
          </p:cNvSpPr>
          <p:nvPr>
            <p:ph type="title" hasCustomPrompt="1"/>
          </p:nvPr>
        </p:nvSpPr>
        <p:spPr>
          <a:xfrm>
            <a:off x="1786976" y="1866946"/>
            <a:ext cx="6858000"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B0A99158-310E-72C4-D4ED-6A7AEC2E68A5}"/>
              </a:ext>
            </a:extLst>
          </p:cNvPr>
          <p:cNvSpPr>
            <a:spLocks noGrp="1"/>
          </p:cNvSpPr>
          <p:nvPr>
            <p:ph type="body" sz="quarter" idx="13" hasCustomPrompt="1"/>
          </p:nvPr>
        </p:nvSpPr>
        <p:spPr>
          <a:xfrm>
            <a:off x="390098" y="389618"/>
            <a:ext cx="137698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10</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45562384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Chapter 11">
    <p:bg>
      <p:bgPr>
        <a:solidFill>
          <a:schemeClr val="accent1"/>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CDB6E9-7750-80C4-3499-B30263BF1500}"/>
              </a:ext>
              <a:ext uri="{C183D7F6-B498-43B3-948B-1728B52AA6E4}">
                <adec:decorative xmlns:adec="http://schemas.microsoft.com/office/drawing/2017/decorative" val="1"/>
              </a:ext>
            </a:extLst>
          </p:cNvPr>
          <p:cNvGrpSpPr/>
          <p:nvPr userDrawn="1"/>
        </p:nvGrpSpPr>
        <p:grpSpPr>
          <a:xfrm>
            <a:off x="5334000" y="0"/>
            <a:ext cx="6858000" cy="6858000"/>
            <a:chOff x="5334000" y="0"/>
            <a:chExt cx="6858000" cy="6858000"/>
          </a:xfrm>
        </p:grpSpPr>
        <p:pic>
          <p:nvPicPr>
            <p:cNvPr id="2" name="Graphic 1">
              <a:extLst>
                <a:ext uri="{FF2B5EF4-FFF2-40B4-BE49-F238E27FC236}">
                  <a16:creationId xmlns:a16="http://schemas.microsoft.com/office/drawing/2014/main" id="{83B106FD-F518-D49F-A7FE-01216452D83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3429000"/>
              <a:ext cx="3429000" cy="3429000"/>
            </a:xfrm>
            <a:prstGeom prst="rect">
              <a:avLst/>
            </a:prstGeom>
          </p:spPr>
        </p:pic>
        <p:pic>
          <p:nvPicPr>
            <p:cNvPr id="3" name="Graphic 2">
              <a:extLst>
                <a:ext uri="{FF2B5EF4-FFF2-40B4-BE49-F238E27FC236}">
                  <a16:creationId xmlns:a16="http://schemas.microsoft.com/office/drawing/2014/main" id="{68E8A64C-3291-2AC4-6FED-865DB127F1F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8763000" y="0"/>
              <a:ext cx="3429000" cy="3429000"/>
            </a:xfrm>
            <a:prstGeom prst="rect">
              <a:avLst/>
            </a:prstGeom>
          </p:spPr>
        </p:pic>
      </p:grpSp>
      <p:sp>
        <p:nvSpPr>
          <p:cNvPr id="5" name="Title 4">
            <a:extLst>
              <a:ext uri="{FF2B5EF4-FFF2-40B4-BE49-F238E27FC236}">
                <a16:creationId xmlns:a16="http://schemas.microsoft.com/office/drawing/2014/main" id="{91CDEE5D-8443-4D8D-83C5-66407D3EADFB}"/>
              </a:ext>
            </a:extLst>
          </p:cNvPr>
          <p:cNvSpPr>
            <a:spLocks noGrp="1"/>
          </p:cNvSpPr>
          <p:nvPr>
            <p:ph type="title" hasCustomPrompt="1"/>
          </p:nvPr>
        </p:nvSpPr>
        <p:spPr>
          <a:xfrm>
            <a:off x="1786976" y="1866946"/>
            <a:ext cx="6858000"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ADB93994-D828-56A8-BED0-EF84265FC1B0}"/>
              </a:ext>
            </a:extLst>
          </p:cNvPr>
          <p:cNvSpPr>
            <a:spLocks noGrp="1"/>
          </p:cNvSpPr>
          <p:nvPr>
            <p:ph type="body" sz="quarter" idx="13" hasCustomPrompt="1"/>
          </p:nvPr>
        </p:nvSpPr>
        <p:spPr>
          <a:xfrm>
            <a:off x="390098" y="389618"/>
            <a:ext cx="101951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11</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285117445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Chapter 12">
    <p:bg>
      <p:bgPr>
        <a:solidFill>
          <a:schemeClr val="accent3"/>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A767D5C2-9986-CD8F-00AE-75139A4AF826}"/>
              </a:ext>
              <a:ext uri="{C183D7F6-B498-43B3-948B-1728B52AA6E4}">
                <adec:decorative xmlns:adec="http://schemas.microsoft.com/office/drawing/2017/decorative" val="1"/>
              </a:ext>
            </a:extLst>
          </p:cNvPr>
          <p:cNvGrpSpPr/>
          <p:nvPr userDrawn="1"/>
        </p:nvGrpSpPr>
        <p:grpSpPr>
          <a:xfrm>
            <a:off x="5334000" y="0"/>
            <a:ext cx="6858000" cy="6858000"/>
            <a:chOff x="5334000" y="0"/>
            <a:chExt cx="6858000" cy="6858000"/>
          </a:xfrm>
        </p:grpSpPr>
        <p:pic>
          <p:nvPicPr>
            <p:cNvPr id="2" name="Graphic 1">
              <a:extLst>
                <a:ext uri="{FF2B5EF4-FFF2-40B4-BE49-F238E27FC236}">
                  <a16:creationId xmlns:a16="http://schemas.microsoft.com/office/drawing/2014/main" id="{2CA64CC4-4124-A2D6-1C55-8136B44A8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3429000"/>
              <a:ext cx="3429000" cy="3429000"/>
            </a:xfrm>
            <a:prstGeom prst="rect">
              <a:avLst/>
            </a:prstGeom>
          </p:spPr>
        </p:pic>
        <p:pic>
          <p:nvPicPr>
            <p:cNvPr id="3" name="Graphic 2">
              <a:extLst>
                <a:ext uri="{FF2B5EF4-FFF2-40B4-BE49-F238E27FC236}">
                  <a16:creationId xmlns:a16="http://schemas.microsoft.com/office/drawing/2014/main" id="{AC106A42-60D3-8E3F-CCE8-EE6AEEE4962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8763000" y="0"/>
              <a:ext cx="3429000" cy="3429000"/>
            </a:xfrm>
            <a:prstGeom prst="rect">
              <a:avLst/>
            </a:prstGeom>
          </p:spPr>
        </p:pic>
      </p:grpSp>
      <p:sp>
        <p:nvSpPr>
          <p:cNvPr id="5" name="Title 4">
            <a:extLst>
              <a:ext uri="{FF2B5EF4-FFF2-40B4-BE49-F238E27FC236}">
                <a16:creationId xmlns:a16="http://schemas.microsoft.com/office/drawing/2014/main" id="{8B96D442-CD53-D8A3-2AD5-89D2E6F3396F}"/>
              </a:ext>
            </a:extLst>
          </p:cNvPr>
          <p:cNvSpPr>
            <a:spLocks noGrp="1"/>
          </p:cNvSpPr>
          <p:nvPr>
            <p:ph type="title" hasCustomPrompt="1"/>
          </p:nvPr>
        </p:nvSpPr>
        <p:spPr>
          <a:xfrm>
            <a:off x="1786976" y="1866946"/>
            <a:ext cx="6858000"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7BF3B5C5-5158-C007-0F54-FED60550C187}"/>
              </a:ext>
            </a:extLst>
          </p:cNvPr>
          <p:cNvSpPr>
            <a:spLocks noGrp="1"/>
          </p:cNvSpPr>
          <p:nvPr>
            <p:ph type="body" sz="quarter" idx="13" hasCustomPrompt="1"/>
          </p:nvPr>
        </p:nvSpPr>
        <p:spPr>
          <a:xfrm>
            <a:off x="390098" y="389618"/>
            <a:ext cx="122629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12</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3069204421"/>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userDrawn="1">
  <p:cSld name="Chapter 13">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a:off x="0" y="3916907"/>
            <a:ext cx="2941093" cy="2941093"/>
          </a:xfrm>
          <a:prstGeom prst="rect">
            <a:avLst/>
          </a:prstGeom>
        </p:spPr>
      </p:pic>
      <p:sp>
        <p:nvSpPr>
          <p:cNvPr id="6" name="Title 4">
            <a:extLst>
              <a:ext uri="{FF2B5EF4-FFF2-40B4-BE49-F238E27FC236}">
                <a16:creationId xmlns:a16="http://schemas.microsoft.com/office/drawing/2014/main" id="{485E392D-70EC-31BF-DDFC-2F3DAA4B3577}"/>
              </a:ext>
            </a:extLst>
          </p:cNvPr>
          <p:cNvSpPr>
            <a:spLocks noGrp="1"/>
          </p:cNvSpPr>
          <p:nvPr>
            <p:ph type="title" hasCustomPrompt="1"/>
          </p:nvPr>
        </p:nvSpPr>
        <p:spPr>
          <a:xfrm>
            <a:off x="413247" y="1895312"/>
            <a:ext cx="5422392"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7DB40ADA-EF2C-3637-5278-E0BFE62AB21A}"/>
              </a:ext>
            </a:extLst>
          </p:cNvPr>
          <p:cNvSpPr>
            <a:spLocks noGrp="1"/>
          </p:cNvSpPr>
          <p:nvPr>
            <p:ph type="body" sz="quarter" idx="13" hasCustomPrompt="1"/>
          </p:nvPr>
        </p:nvSpPr>
        <p:spPr>
          <a:xfrm>
            <a:off x="390098" y="389618"/>
            <a:ext cx="1225296" cy="1481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13</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3" name="Graphique 10" descr="Atos logo">
            <a:extLst>
              <a:ext uri="{FF2B5EF4-FFF2-40B4-BE49-F238E27FC236}">
                <a16:creationId xmlns:a16="http://schemas.microsoft.com/office/drawing/2014/main" id="{33E0A80D-3C82-E23B-A40B-C1BC24590A1F}"/>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2494835693"/>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userDrawn="1">
  <p:cSld name="Chapter 14">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a:off x="0" y="3916907"/>
            <a:ext cx="2941093" cy="2941093"/>
          </a:xfrm>
          <a:prstGeom prst="rect">
            <a:avLst/>
          </a:prstGeom>
        </p:spPr>
      </p:pic>
      <p:sp>
        <p:nvSpPr>
          <p:cNvPr id="3" name="Title 4">
            <a:extLst>
              <a:ext uri="{FF2B5EF4-FFF2-40B4-BE49-F238E27FC236}">
                <a16:creationId xmlns:a16="http://schemas.microsoft.com/office/drawing/2014/main" id="{93A188F9-28B6-6720-476D-8C87303C23AC}"/>
              </a:ext>
            </a:extLst>
          </p:cNvPr>
          <p:cNvSpPr>
            <a:spLocks noGrp="1"/>
          </p:cNvSpPr>
          <p:nvPr>
            <p:ph type="title" hasCustomPrompt="1"/>
          </p:nvPr>
        </p:nvSpPr>
        <p:spPr>
          <a:xfrm>
            <a:off x="413247" y="1895312"/>
            <a:ext cx="5422392"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DD13CC53-47E0-9BC4-759F-A69CE1B7E3C2}"/>
              </a:ext>
            </a:extLst>
          </p:cNvPr>
          <p:cNvSpPr>
            <a:spLocks noGrp="1"/>
          </p:cNvSpPr>
          <p:nvPr>
            <p:ph type="body" sz="quarter" idx="13" hasCustomPrompt="1"/>
          </p:nvPr>
        </p:nvSpPr>
        <p:spPr>
          <a:xfrm>
            <a:off x="390098" y="389618"/>
            <a:ext cx="125996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14</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5" name="Graphique 10" descr="Atos logo">
            <a:extLst>
              <a:ext uri="{FF2B5EF4-FFF2-40B4-BE49-F238E27FC236}">
                <a16:creationId xmlns:a16="http://schemas.microsoft.com/office/drawing/2014/main" id="{9FD2792D-1EDF-572F-7DB5-2961A28257AC}"/>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836979815"/>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preserve="1" userDrawn="1">
  <p:cSld name="Chapter 15">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a:off x="0" y="3916907"/>
            <a:ext cx="2941093" cy="2941093"/>
          </a:xfrm>
          <a:prstGeom prst="rect">
            <a:avLst/>
          </a:prstGeom>
        </p:spPr>
      </p:pic>
      <p:sp>
        <p:nvSpPr>
          <p:cNvPr id="3" name="Title 4">
            <a:extLst>
              <a:ext uri="{FF2B5EF4-FFF2-40B4-BE49-F238E27FC236}">
                <a16:creationId xmlns:a16="http://schemas.microsoft.com/office/drawing/2014/main" id="{3B76FB1E-D1C2-E659-4AC9-670E76886580}"/>
              </a:ext>
            </a:extLst>
          </p:cNvPr>
          <p:cNvSpPr>
            <a:spLocks noGrp="1"/>
          </p:cNvSpPr>
          <p:nvPr>
            <p:ph type="title" hasCustomPrompt="1"/>
          </p:nvPr>
        </p:nvSpPr>
        <p:spPr>
          <a:xfrm>
            <a:off x="413247" y="1895312"/>
            <a:ext cx="5422392"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7953EA74-8A8A-F8C5-FA23-BFBB4951AF74}"/>
              </a:ext>
            </a:extLst>
          </p:cNvPr>
          <p:cNvSpPr>
            <a:spLocks noGrp="1"/>
          </p:cNvSpPr>
          <p:nvPr>
            <p:ph type="body" sz="quarter" idx="13" hasCustomPrompt="1"/>
          </p:nvPr>
        </p:nvSpPr>
        <p:spPr>
          <a:xfrm>
            <a:off x="390098" y="389618"/>
            <a:ext cx="121668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15</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4" name="Graphique 10" descr="Atos logo">
            <a:extLst>
              <a:ext uri="{FF2B5EF4-FFF2-40B4-BE49-F238E27FC236}">
                <a16:creationId xmlns:a16="http://schemas.microsoft.com/office/drawing/2014/main" id="{95AC25AD-A3BC-AA9F-33C3-7F462A68D25D}"/>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3746443254"/>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Chapter 16">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88DE8FE7-7100-76F5-9120-BC8169D59E4B}"/>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3" name="Title 4">
            <a:extLst>
              <a:ext uri="{FF2B5EF4-FFF2-40B4-BE49-F238E27FC236}">
                <a16:creationId xmlns:a16="http://schemas.microsoft.com/office/drawing/2014/main" id="{C429E332-0C45-27B0-68DB-585384ABC8DC}"/>
              </a:ext>
            </a:extLst>
          </p:cNvPr>
          <p:cNvSpPr>
            <a:spLocks noGrp="1"/>
          </p:cNvSpPr>
          <p:nvPr>
            <p:ph type="title" hasCustomPrompt="1"/>
          </p:nvPr>
        </p:nvSpPr>
        <p:spPr>
          <a:xfrm>
            <a:off x="413247" y="1895312"/>
            <a:ext cx="530352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BE675D1B-83BC-E7E0-1E53-2B07142D9366}"/>
              </a:ext>
            </a:extLst>
          </p:cNvPr>
          <p:cNvSpPr>
            <a:spLocks noGrp="1"/>
          </p:cNvSpPr>
          <p:nvPr>
            <p:ph type="body" sz="quarter" idx="13" hasCustomPrompt="1"/>
          </p:nvPr>
        </p:nvSpPr>
        <p:spPr>
          <a:xfrm>
            <a:off x="390098" y="389618"/>
            <a:ext cx="1239122"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16</a:t>
            </a:r>
          </a:p>
        </p:txBody>
      </p:sp>
      <p:sp>
        <p:nvSpPr>
          <p:cNvPr id="9" name="Graphique 10" descr="Atos logo">
            <a:extLst>
              <a:ext uri="{FF2B5EF4-FFF2-40B4-BE49-F238E27FC236}">
                <a16:creationId xmlns:a16="http://schemas.microsoft.com/office/drawing/2014/main" id="{85F73F1A-DD6D-8A99-3BE3-33BEC9E07EBE}"/>
              </a:ext>
              <a:ext uri="{C183D7F6-B498-43B3-948B-1728B52AA6E4}">
                <adec:decorative xmlns:adec="http://schemas.microsoft.com/office/drawing/2017/decorative" val="0"/>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accent3"/>
                </a:solidFill>
              </a:defRPr>
            </a:lvl1pPr>
          </a:lstStyle>
          <a:p>
            <a:r>
              <a:rPr lang="fr-FR"/>
              <a:t>Cliquez sur l'icône pour ajouter une image</a:t>
            </a:r>
            <a:endParaRPr lang="en-US"/>
          </a:p>
        </p:txBody>
      </p:sp>
    </p:spTree>
    <p:extLst>
      <p:ext uri="{BB962C8B-B14F-4D97-AF65-F5344CB8AC3E}">
        <p14:creationId xmlns:p14="http://schemas.microsoft.com/office/powerpoint/2010/main" val="258991999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userDrawn="1">
  <p:cSld name="Chapter 17">
    <p:bg>
      <p:bgPr>
        <a:solidFill>
          <a:schemeClr val="accent2"/>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9337D3C-6EE3-DFF9-3593-E73BB9D9C93E}"/>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3" name="Title 4">
            <a:extLst>
              <a:ext uri="{FF2B5EF4-FFF2-40B4-BE49-F238E27FC236}">
                <a16:creationId xmlns:a16="http://schemas.microsoft.com/office/drawing/2014/main" id="{8A65E7CC-08F0-C4B0-F2BB-DB3DF4345688}"/>
              </a:ext>
            </a:extLst>
          </p:cNvPr>
          <p:cNvSpPr>
            <a:spLocks noGrp="1"/>
          </p:cNvSpPr>
          <p:nvPr>
            <p:ph type="title" hasCustomPrompt="1"/>
          </p:nvPr>
        </p:nvSpPr>
        <p:spPr>
          <a:xfrm>
            <a:off x="413247" y="1895312"/>
            <a:ext cx="530352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CC9DB672-DE0F-6DFC-88E9-FA4AABF53073}"/>
              </a:ext>
            </a:extLst>
          </p:cNvPr>
          <p:cNvSpPr>
            <a:spLocks noGrp="1"/>
          </p:cNvSpPr>
          <p:nvPr>
            <p:ph type="body" sz="quarter" idx="13" hasCustomPrompt="1"/>
          </p:nvPr>
        </p:nvSpPr>
        <p:spPr>
          <a:xfrm>
            <a:off x="390098" y="389618"/>
            <a:ext cx="1139736"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17</a:t>
            </a:r>
          </a:p>
        </p:txBody>
      </p:sp>
      <p:sp>
        <p:nvSpPr>
          <p:cNvPr id="9" name="Graphique 10" descr="Atos logo">
            <a:extLst>
              <a:ext uri="{FF2B5EF4-FFF2-40B4-BE49-F238E27FC236}">
                <a16:creationId xmlns:a16="http://schemas.microsoft.com/office/drawing/2014/main" id="{85F73F1A-DD6D-8A99-3BE3-33BEC9E07E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accent3"/>
                </a:solidFill>
              </a:defRPr>
            </a:lvl1pPr>
          </a:lstStyle>
          <a:p>
            <a:r>
              <a:rPr lang="fr-FR"/>
              <a:t>Cliquez sur l'icône pour ajouter une image</a:t>
            </a:r>
            <a:endParaRPr lang="en-US"/>
          </a:p>
        </p:txBody>
      </p:sp>
    </p:spTree>
    <p:extLst>
      <p:ext uri="{BB962C8B-B14F-4D97-AF65-F5344CB8AC3E}">
        <p14:creationId xmlns:p14="http://schemas.microsoft.com/office/powerpoint/2010/main" val="3371487578"/>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preserve="1" userDrawn="1">
  <p:cSld name="Chapter 18">
    <p:bg>
      <p:bgPr>
        <a:solidFill>
          <a:schemeClr val="accent1"/>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5A83F88-05FA-AF34-DCE0-A312CE87D328}"/>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3" name="Title 4">
            <a:extLst>
              <a:ext uri="{FF2B5EF4-FFF2-40B4-BE49-F238E27FC236}">
                <a16:creationId xmlns:a16="http://schemas.microsoft.com/office/drawing/2014/main" id="{33E154DC-8BCE-9D1C-D10A-AFFD726767B0}"/>
              </a:ext>
            </a:extLst>
          </p:cNvPr>
          <p:cNvSpPr>
            <a:spLocks noGrp="1"/>
          </p:cNvSpPr>
          <p:nvPr>
            <p:ph type="title" hasCustomPrompt="1"/>
          </p:nvPr>
        </p:nvSpPr>
        <p:spPr>
          <a:xfrm>
            <a:off x="413247" y="1895312"/>
            <a:ext cx="5303520"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78041AAF-1E78-0F21-4AE5-20C76BCD5741}"/>
              </a:ext>
            </a:extLst>
          </p:cNvPr>
          <p:cNvSpPr>
            <a:spLocks noGrp="1"/>
          </p:cNvSpPr>
          <p:nvPr>
            <p:ph type="body" sz="quarter" idx="13" hasCustomPrompt="1"/>
          </p:nvPr>
        </p:nvSpPr>
        <p:spPr>
          <a:xfrm>
            <a:off x="390098" y="389618"/>
            <a:ext cx="1239122"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18</a:t>
            </a:r>
          </a:p>
        </p:txBody>
      </p:sp>
      <p:sp>
        <p:nvSpPr>
          <p:cNvPr id="9" name="Graphique 10" descr="Atos logo">
            <a:extLst>
              <a:ext uri="{FF2B5EF4-FFF2-40B4-BE49-F238E27FC236}">
                <a16:creationId xmlns:a16="http://schemas.microsoft.com/office/drawing/2014/main" id="{85F73F1A-DD6D-8A99-3BE3-33BEC9E07E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3979864849"/>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userDrawn="1">
  <p:cSld name="Chapter 19">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2BC0963-42C7-7862-38D1-2147A16C2299}"/>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4" name="Title 4">
            <a:extLst>
              <a:ext uri="{FF2B5EF4-FFF2-40B4-BE49-F238E27FC236}">
                <a16:creationId xmlns:a16="http://schemas.microsoft.com/office/drawing/2014/main" id="{2671FFCC-3929-E1DA-8F2E-E32CF841139F}"/>
              </a:ext>
            </a:extLst>
          </p:cNvPr>
          <p:cNvSpPr>
            <a:spLocks noGrp="1"/>
          </p:cNvSpPr>
          <p:nvPr>
            <p:ph type="title" hasCustomPrompt="1"/>
          </p:nvPr>
        </p:nvSpPr>
        <p:spPr>
          <a:xfrm>
            <a:off x="6470248" y="3940744"/>
            <a:ext cx="5303520"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7" name="Text Placeholder 8">
            <a:extLst>
              <a:ext uri="{FF2B5EF4-FFF2-40B4-BE49-F238E27FC236}">
                <a16:creationId xmlns:a16="http://schemas.microsoft.com/office/drawing/2014/main" id="{5BA9B582-97CC-75D1-FA39-FA434104B467}"/>
              </a:ext>
            </a:extLst>
          </p:cNvPr>
          <p:cNvSpPr>
            <a:spLocks noGrp="1"/>
          </p:cNvSpPr>
          <p:nvPr>
            <p:ph type="body" sz="quarter" idx="13" hasCustomPrompt="1"/>
          </p:nvPr>
        </p:nvSpPr>
        <p:spPr>
          <a:xfrm>
            <a:off x="390098" y="389618"/>
            <a:ext cx="123751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19</a:t>
            </a:r>
          </a:p>
        </p:txBody>
      </p:sp>
      <p:sp>
        <p:nvSpPr>
          <p:cNvPr id="3" name="Graphique 10" descr="Atos logo">
            <a:extLst>
              <a:ext uri="{FF2B5EF4-FFF2-40B4-BE49-F238E27FC236}">
                <a16:creationId xmlns:a16="http://schemas.microsoft.com/office/drawing/2014/main" id="{B6F2B5DA-CFB6-D9D3-F5F2-3D975C24C3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accent3"/>
                </a:solidFill>
              </a:defRPr>
            </a:lvl1pPr>
          </a:lstStyle>
          <a:p>
            <a:r>
              <a:rPr lang="fr-FR"/>
              <a:t>Cliquez sur l'icône pour ajouter une image</a:t>
            </a:r>
            <a:endParaRPr lang="en-US"/>
          </a:p>
        </p:txBody>
      </p:sp>
    </p:spTree>
    <p:extLst>
      <p:ext uri="{BB962C8B-B14F-4D97-AF65-F5344CB8AC3E}">
        <p14:creationId xmlns:p14="http://schemas.microsoft.com/office/powerpoint/2010/main" val="169034520"/>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userDrawn="1">
  <p:cSld name="Chapter 20">
    <p:bg>
      <p:bgPr>
        <a:solidFill>
          <a:schemeClr val="accent2"/>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2CEFB10-E83B-A5F4-595C-3E2F23A21542}"/>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4" name="Title 4">
            <a:extLst>
              <a:ext uri="{FF2B5EF4-FFF2-40B4-BE49-F238E27FC236}">
                <a16:creationId xmlns:a16="http://schemas.microsoft.com/office/drawing/2014/main" id="{48AE05D5-968C-AAF3-642F-63B9B1A2824D}"/>
              </a:ext>
            </a:extLst>
          </p:cNvPr>
          <p:cNvSpPr>
            <a:spLocks noGrp="1"/>
          </p:cNvSpPr>
          <p:nvPr>
            <p:ph type="title" hasCustomPrompt="1"/>
          </p:nvPr>
        </p:nvSpPr>
        <p:spPr>
          <a:xfrm>
            <a:off x="6470248" y="3940744"/>
            <a:ext cx="5303520"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0636A41F-7432-7D91-59E0-FA55DE5CF9F6}"/>
              </a:ext>
            </a:extLst>
          </p:cNvPr>
          <p:cNvSpPr>
            <a:spLocks noGrp="1"/>
          </p:cNvSpPr>
          <p:nvPr>
            <p:ph type="body" sz="quarter" idx="13" hasCustomPrompt="1"/>
          </p:nvPr>
        </p:nvSpPr>
        <p:spPr>
          <a:xfrm>
            <a:off x="390098" y="389618"/>
            <a:ext cx="158376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20</a:t>
            </a:r>
          </a:p>
        </p:txBody>
      </p:sp>
      <p:sp>
        <p:nvSpPr>
          <p:cNvPr id="9" name="Graphique 10" descr="Atos logo">
            <a:extLst>
              <a:ext uri="{FF2B5EF4-FFF2-40B4-BE49-F238E27FC236}">
                <a16:creationId xmlns:a16="http://schemas.microsoft.com/office/drawing/2014/main" id="{85F73F1A-DD6D-8A99-3BE3-33BEC9E07E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accent3"/>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1391344023"/>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Chapter 21">
    <p:bg>
      <p:bgPr>
        <a:solidFill>
          <a:schemeClr val="accent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C32A2103-7CC6-DE6B-DBBC-51C1FB62244D}"/>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4" name="Title 4">
            <a:extLst>
              <a:ext uri="{FF2B5EF4-FFF2-40B4-BE49-F238E27FC236}">
                <a16:creationId xmlns:a16="http://schemas.microsoft.com/office/drawing/2014/main" id="{16B8DED1-4041-559D-3582-3FD409EC5902}"/>
              </a:ext>
            </a:extLst>
          </p:cNvPr>
          <p:cNvSpPr>
            <a:spLocks noGrp="1"/>
          </p:cNvSpPr>
          <p:nvPr>
            <p:ph type="title" hasCustomPrompt="1"/>
          </p:nvPr>
        </p:nvSpPr>
        <p:spPr>
          <a:xfrm>
            <a:off x="6470248" y="3940744"/>
            <a:ext cx="5303520" cy="1929384"/>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1930BF86-A431-CF2A-05D8-52FCAAC6D89F}"/>
              </a:ext>
            </a:extLst>
          </p:cNvPr>
          <p:cNvSpPr>
            <a:spLocks noGrp="1"/>
          </p:cNvSpPr>
          <p:nvPr>
            <p:ph type="body" sz="quarter" idx="13" hasCustomPrompt="1"/>
          </p:nvPr>
        </p:nvSpPr>
        <p:spPr>
          <a:xfrm>
            <a:off x="390098" y="389618"/>
            <a:ext cx="122629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21</a:t>
            </a:r>
          </a:p>
        </p:txBody>
      </p:sp>
      <p:sp>
        <p:nvSpPr>
          <p:cNvPr id="9" name="Graphique 10" descr="Atos logo">
            <a:extLst>
              <a:ext uri="{FF2B5EF4-FFF2-40B4-BE49-F238E27FC236}">
                <a16:creationId xmlns:a16="http://schemas.microsoft.com/office/drawing/2014/main" id="{85F73F1A-DD6D-8A99-3BE3-33BEC9E07E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625676778"/>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preserve="1" userDrawn="1">
  <p:cSld name="Chapter 22">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B9B736D-8E32-80DE-0FF7-990AF926FA9F}"/>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p:grpSpPr>
        <p:pic>
          <p:nvPicPr>
            <p:cNvPr id="11" name="Graphic 10">
              <a:extLst>
                <a:ext uri="{FF2B5EF4-FFF2-40B4-BE49-F238E27FC236}">
                  <a16:creationId xmlns:a16="http://schemas.microsoft.com/office/drawing/2014/main" id="{FCA2C45D-183A-E4BD-5B37-C4F92624E5F2}"/>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12" name="Graphic 11">
              <a:extLst>
                <a:ext uri="{FF2B5EF4-FFF2-40B4-BE49-F238E27FC236}">
                  <a16:creationId xmlns:a16="http://schemas.microsoft.com/office/drawing/2014/main" id="{429828D6-E983-363B-8E10-817D072F1BC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3" name="Title 4">
            <a:extLst>
              <a:ext uri="{FF2B5EF4-FFF2-40B4-BE49-F238E27FC236}">
                <a16:creationId xmlns:a16="http://schemas.microsoft.com/office/drawing/2014/main" id="{704C25D1-866D-CD6D-7160-8DEA06B4F5F9}"/>
              </a:ext>
            </a:extLst>
          </p:cNvPr>
          <p:cNvSpPr>
            <a:spLocks noGrp="1"/>
          </p:cNvSpPr>
          <p:nvPr>
            <p:ph type="title" hasCustomPrompt="1"/>
          </p:nvPr>
        </p:nvSpPr>
        <p:spPr>
          <a:xfrm>
            <a:off x="413247" y="1895312"/>
            <a:ext cx="630936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138A8234-C39C-1E9A-50E2-388323430CE4}"/>
              </a:ext>
            </a:extLst>
          </p:cNvPr>
          <p:cNvSpPr>
            <a:spLocks noGrp="1"/>
          </p:cNvSpPr>
          <p:nvPr>
            <p:ph type="body" sz="quarter" idx="14" hasCustomPrompt="1"/>
          </p:nvPr>
        </p:nvSpPr>
        <p:spPr>
          <a:xfrm>
            <a:off x="390098" y="389618"/>
            <a:ext cx="1433085"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22</a:t>
            </a:r>
          </a:p>
        </p:txBody>
      </p:sp>
      <p:sp>
        <p:nvSpPr>
          <p:cNvPr id="26" name="Picture Placeholder 25">
            <a:extLst>
              <a:ext uri="{FF2B5EF4-FFF2-40B4-BE49-F238E27FC236}">
                <a16:creationId xmlns:a16="http://schemas.microsoft.com/office/drawing/2014/main" id="{CB715BD7-9AF7-BAB1-EA78-7AC575300DEC}"/>
              </a:ext>
              <a:ext uri="{C183D7F6-B498-43B3-948B-1728B52AA6E4}">
                <adec:decorative xmlns:adec="http://schemas.microsoft.com/office/drawing/2017/decorative" val="1"/>
              </a:ext>
            </a:extLst>
          </p:cNvPr>
          <p:cNvSpPr>
            <a:spLocks noGrp="1"/>
          </p:cNvSpPr>
          <p:nvPr>
            <p:ph type="pic" sz="quarter" idx="13"/>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lvl1pPr>
          </a:lstStyle>
          <a:p>
            <a:r>
              <a:rPr lang="fr-FR"/>
              <a:t>Cliquez sur l'icône pour ajouter une image</a:t>
            </a:r>
            <a:endParaRPr lang="en-US" dirty="0"/>
          </a:p>
        </p:txBody>
      </p:sp>
      <p:sp>
        <p:nvSpPr>
          <p:cNvPr id="4" name="Graphique 10" descr="Atos logo">
            <a:extLst>
              <a:ext uri="{FF2B5EF4-FFF2-40B4-BE49-F238E27FC236}">
                <a16:creationId xmlns:a16="http://schemas.microsoft.com/office/drawing/2014/main" id="{ADB4970B-D4DE-FCEA-9E0F-75184CF8E462}"/>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993713966"/>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Chapter 23">
    <p:bg>
      <p:bgPr>
        <a:solidFill>
          <a:schemeClr val="accent2"/>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15A7A7F-2675-5C7F-6DDE-C2FEFB212365}"/>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p:grpSpPr>
        <p:pic>
          <p:nvPicPr>
            <p:cNvPr id="11" name="Graphic 10">
              <a:extLst>
                <a:ext uri="{FF2B5EF4-FFF2-40B4-BE49-F238E27FC236}">
                  <a16:creationId xmlns:a16="http://schemas.microsoft.com/office/drawing/2014/main" id="{FCA2C45D-183A-E4BD-5B37-C4F92624E5F2}"/>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12" name="Graphic 11">
              <a:extLst>
                <a:ext uri="{FF2B5EF4-FFF2-40B4-BE49-F238E27FC236}">
                  <a16:creationId xmlns:a16="http://schemas.microsoft.com/office/drawing/2014/main" id="{429828D6-E983-363B-8E10-817D072F1BC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2" name="Title 4">
            <a:extLst>
              <a:ext uri="{FF2B5EF4-FFF2-40B4-BE49-F238E27FC236}">
                <a16:creationId xmlns:a16="http://schemas.microsoft.com/office/drawing/2014/main" id="{D6C68454-175B-BF81-6CDF-47472DCBD5A4}"/>
              </a:ext>
            </a:extLst>
          </p:cNvPr>
          <p:cNvSpPr>
            <a:spLocks noGrp="1"/>
          </p:cNvSpPr>
          <p:nvPr>
            <p:ph type="title" hasCustomPrompt="1"/>
          </p:nvPr>
        </p:nvSpPr>
        <p:spPr>
          <a:xfrm>
            <a:off x="413247" y="1895312"/>
            <a:ext cx="630936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257C1780-4949-0B6D-62EB-41246530B7B7}"/>
              </a:ext>
            </a:extLst>
          </p:cNvPr>
          <p:cNvSpPr>
            <a:spLocks noGrp="1"/>
          </p:cNvSpPr>
          <p:nvPr>
            <p:ph type="body" sz="quarter" idx="14" hasCustomPrompt="1"/>
          </p:nvPr>
        </p:nvSpPr>
        <p:spPr>
          <a:xfrm>
            <a:off x="390098" y="389618"/>
            <a:ext cx="143949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23</a:t>
            </a:r>
          </a:p>
        </p:txBody>
      </p:sp>
      <p:sp>
        <p:nvSpPr>
          <p:cNvPr id="26" name="Picture Placeholder 25">
            <a:extLst>
              <a:ext uri="{FF2B5EF4-FFF2-40B4-BE49-F238E27FC236}">
                <a16:creationId xmlns:a16="http://schemas.microsoft.com/office/drawing/2014/main" id="{CB715BD7-9AF7-BAB1-EA78-7AC575300DEC}"/>
              </a:ext>
              <a:ext uri="{C183D7F6-B498-43B3-948B-1728B52AA6E4}">
                <adec:decorative xmlns:adec="http://schemas.microsoft.com/office/drawing/2017/decorative" val="1"/>
              </a:ext>
            </a:extLst>
          </p:cNvPr>
          <p:cNvSpPr>
            <a:spLocks noGrp="1"/>
          </p:cNvSpPr>
          <p:nvPr>
            <p:ph type="pic" sz="quarter" idx="13"/>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lvl1pPr>
          </a:lstStyle>
          <a:p>
            <a:r>
              <a:rPr lang="fr-FR"/>
              <a:t>Cliquez sur l'icône pour ajouter une image</a:t>
            </a:r>
            <a:endParaRPr lang="en-US" dirty="0"/>
          </a:p>
        </p:txBody>
      </p:sp>
      <p:sp>
        <p:nvSpPr>
          <p:cNvPr id="5" name="Graphique 10" descr="Atos logo">
            <a:extLst>
              <a:ext uri="{FF2B5EF4-FFF2-40B4-BE49-F238E27FC236}">
                <a16:creationId xmlns:a16="http://schemas.microsoft.com/office/drawing/2014/main" id="{5177CB86-3FA2-3F10-DA09-1E5B601CC716}"/>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958827565"/>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Chapter 24">
    <p:bg>
      <p:bgPr>
        <a:solidFill>
          <a:schemeClr val="accent1"/>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0EA9624B-7CA8-3862-903A-A82256DBBBBC}"/>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p:grpSpPr>
        <p:pic>
          <p:nvPicPr>
            <p:cNvPr id="11" name="Graphic 10">
              <a:extLst>
                <a:ext uri="{FF2B5EF4-FFF2-40B4-BE49-F238E27FC236}">
                  <a16:creationId xmlns:a16="http://schemas.microsoft.com/office/drawing/2014/main" id="{FCA2C45D-183A-E4BD-5B37-C4F92624E5F2}"/>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12" name="Graphic 11">
              <a:extLst>
                <a:ext uri="{FF2B5EF4-FFF2-40B4-BE49-F238E27FC236}">
                  <a16:creationId xmlns:a16="http://schemas.microsoft.com/office/drawing/2014/main" id="{429828D6-E983-363B-8E10-817D072F1BC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2" name="Title 4">
            <a:extLst>
              <a:ext uri="{FF2B5EF4-FFF2-40B4-BE49-F238E27FC236}">
                <a16:creationId xmlns:a16="http://schemas.microsoft.com/office/drawing/2014/main" id="{AC52500A-2159-443F-DFBE-722F1A82F152}"/>
              </a:ext>
            </a:extLst>
          </p:cNvPr>
          <p:cNvSpPr>
            <a:spLocks noGrp="1"/>
          </p:cNvSpPr>
          <p:nvPr>
            <p:ph type="title" hasCustomPrompt="1"/>
          </p:nvPr>
        </p:nvSpPr>
        <p:spPr>
          <a:xfrm>
            <a:off x="413247" y="1895312"/>
            <a:ext cx="6309360"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F69298B7-8C01-593D-5DE8-5E97C2ED4816}"/>
              </a:ext>
            </a:extLst>
          </p:cNvPr>
          <p:cNvSpPr>
            <a:spLocks noGrp="1"/>
          </p:cNvSpPr>
          <p:nvPr>
            <p:ph type="body" sz="quarter" idx="14" hasCustomPrompt="1"/>
          </p:nvPr>
        </p:nvSpPr>
        <p:spPr>
          <a:xfrm>
            <a:off x="390098" y="389618"/>
            <a:ext cx="146674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24</a:t>
            </a:r>
          </a:p>
        </p:txBody>
      </p:sp>
      <p:sp>
        <p:nvSpPr>
          <p:cNvPr id="26" name="Picture Placeholder 25">
            <a:extLst>
              <a:ext uri="{FF2B5EF4-FFF2-40B4-BE49-F238E27FC236}">
                <a16:creationId xmlns:a16="http://schemas.microsoft.com/office/drawing/2014/main" id="{CB715BD7-9AF7-BAB1-EA78-7AC575300DEC}"/>
              </a:ext>
              <a:ext uri="{C183D7F6-B498-43B3-948B-1728B52AA6E4}">
                <adec:decorative xmlns:adec="http://schemas.microsoft.com/office/drawing/2017/decorative" val="1"/>
              </a:ext>
            </a:extLst>
          </p:cNvPr>
          <p:cNvSpPr>
            <a:spLocks noGrp="1"/>
          </p:cNvSpPr>
          <p:nvPr>
            <p:ph type="pic" sz="quarter" idx="13"/>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solidFill>
                  <a:schemeClr val="bg1"/>
                </a:solidFill>
              </a:defRPr>
            </a:lvl1pPr>
          </a:lstStyle>
          <a:p>
            <a:r>
              <a:rPr lang="fr-FR"/>
              <a:t>Cliquez sur l'icône pour ajouter une image</a:t>
            </a:r>
            <a:endParaRPr lang="en-US" dirty="0"/>
          </a:p>
        </p:txBody>
      </p:sp>
      <p:sp>
        <p:nvSpPr>
          <p:cNvPr id="5" name="Graphique 10" descr="Atos logo">
            <a:extLst>
              <a:ext uri="{FF2B5EF4-FFF2-40B4-BE49-F238E27FC236}">
                <a16:creationId xmlns:a16="http://schemas.microsoft.com/office/drawing/2014/main" id="{1587C7C0-A4E6-BF44-4AE5-2BD71887E2FD}"/>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022595257"/>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Chapter 25">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18AE79F0-AD6D-9389-65BB-181921FD98BF}"/>
              </a:ext>
              <a:ext uri="{C183D7F6-B498-43B3-948B-1728B52AA6E4}">
                <adec:decorative xmlns:adec="http://schemas.microsoft.com/office/drawing/2017/decorative" val="1"/>
              </a:ext>
            </a:extLst>
          </p:cNvPr>
          <p:cNvGrpSpPr/>
          <p:nvPr userDrawn="1"/>
        </p:nvGrpSpPr>
        <p:grpSpPr>
          <a:xfrm>
            <a:off x="0" y="0"/>
            <a:ext cx="6092952" cy="6858000"/>
            <a:chOff x="0"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0" y="0"/>
              <a:ext cx="6092952"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3480883-7045-4B51-D5F2-F3092D2B129A}"/>
                </a:ext>
                <a:ext uri="{C183D7F6-B498-43B3-948B-1728B52AA6E4}">
                  <adec:decorative xmlns:adec="http://schemas.microsoft.com/office/drawing/2017/decorative" val="1"/>
                </a:ext>
              </a:extLst>
            </p:cNvPr>
            <p:cNvGrpSpPr/>
            <p:nvPr userDrawn="1"/>
          </p:nvGrpSpPr>
          <p:grpSpPr>
            <a:xfrm>
              <a:off x="428625" y="4310002"/>
              <a:ext cx="5300843" cy="1766948"/>
              <a:chOff x="428625" y="4310002"/>
              <a:chExt cx="5300843" cy="1766948"/>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5" name="Graphic 4">
                <a:extLst>
                  <a:ext uri="{FF2B5EF4-FFF2-40B4-BE49-F238E27FC236}">
                    <a16:creationId xmlns:a16="http://schemas.microsoft.com/office/drawing/2014/main" id="{348E1E0A-264A-96FA-176D-13C5C385108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6" name="Graphic 5">
                <a:extLst>
                  <a:ext uri="{FF2B5EF4-FFF2-40B4-BE49-F238E27FC236}">
                    <a16:creationId xmlns:a16="http://schemas.microsoft.com/office/drawing/2014/main" id="{292A2FD9-20D2-8E7B-5993-E564C217E7C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4" name="Title 4">
            <a:extLst>
              <a:ext uri="{FF2B5EF4-FFF2-40B4-BE49-F238E27FC236}">
                <a16:creationId xmlns:a16="http://schemas.microsoft.com/office/drawing/2014/main" id="{0567AF7A-4C14-837A-83E7-6300B72CB6B5}"/>
              </a:ext>
            </a:extLst>
          </p:cNvPr>
          <p:cNvSpPr>
            <a:spLocks noGrp="1"/>
          </p:cNvSpPr>
          <p:nvPr>
            <p:ph type="title" hasCustomPrompt="1"/>
          </p:nvPr>
        </p:nvSpPr>
        <p:spPr>
          <a:xfrm>
            <a:off x="413247" y="1895312"/>
            <a:ext cx="548640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E6A433C3-3331-53B1-492C-AC6E515968BF}"/>
              </a:ext>
            </a:extLst>
          </p:cNvPr>
          <p:cNvSpPr>
            <a:spLocks noGrp="1"/>
          </p:cNvSpPr>
          <p:nvPr>
            <p:ph type="body" sz="quarter" idx="14" hasCustomPrompt="1"/>
          </p:nvPr>
        </p:nvSpPr>
        <p:spPr>
          <a:xfrm>
            <a:off x="390098" y="389618"/>
            <a:ext cx="142346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25</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11" name="Graphique 10" descr="Atos logo">
            <a:extLst>
              <a:ext uri="{FF2B5EF4-FFF2-40B4-BE49-F238E27FC236}">
                <a16:creationId xmlns:a16="http://schemas.microsoft.com/office/drawing/2014/main" id="{D1212317-83E1-68D2-2200-9D784B9C8599}"/>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2873276846"/>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userDrawn="1">
  <p:cSld name="Chapter 26">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F11EFBFF-EB73-649E-3786-A726573022E4}"/>
              </a:ext>
              <a:ext uri="{C183D7F6-B498-43B3-948B-1728B52AA6E4}">
                <adec:decorative xmlns:adec="http://schemas.microsoft.com/office/drawing/2017/decorative" val="1"/>
              </a:ext>
            </a:extLst>
          </p:cNvPr>
          <p:cNvGrpSpPr/>
          <p:nvPr userDrawn="1"/>
        </p:nvGrpSpPr>
        <p:grpSpPr>
          <a:xfrm>
            <a:off x="0" y="0"/>
            <a:ext cx="6092952" cy="6858000"/>
            <a:chOff x="0"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0" y="0"/>
              <a:ext cx="6092952"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3480883-7045-4B51-D5F2-F3092D2B129A}"/>
                </a:ext>
                <a:ext uri="{C183D7F6-B498-43B3-948B-1728B52AA6E4}">
                  <adec:decorative xmlns:adec="http://schemas.microsoft.com/office/drawing/2017/decorative" val="1"/>
                </a:ext>
              </a:extLst>
            </p:cNvPr>
            <p:cNvGrpSpPr/>
            <p:nvPr userDrawn="1"/>
          </p:nvGrpSpPr>
          <p:grpSpPr>
            <a:xfrm>
              <a:off x="428625" y="4310002"/>
              <a:ext cx="5300843" cy="1766948"/>
              <a:chOff x="428625" y="4310002"/>
              <a:chExt cx="5300843" cy="1766948"/>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5" name="Graphic 4">
                <a:extLst>
                  <a:ext uri="{FF2B5EF4-FFF2-40B4-BE49-F238E27FC236}">
                    <a16:creationId xmlns:a16="http://schemas.microsoft.com/office/drawing/2014/main" id="{348E1E0A-264A-96FA-176D-13C5C385108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6" name="Graphic 5">
                <a:extLst>
                  <a:ext uri="{FF2B5EF4-FFF2-40B4-BE49-F238E27FC236}">
                    <a16:creationId xmlns:a16="http://schemas.microsoft.com/office/drawing/2014/main" id="{292A2FD9-20D2-8E7B-5993-E564C217E7C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8" name="Title 4">
            <a:extLst>
              <a:ext uri="{FF2B5EF4-FFF2-40B4-BE49-F238E27FC236}">
                <a16:creationId xmlns:a16="http://schemas.microsoft.com/office/drawing/2014/main" id="{73BDDB38-C023-ECFB-7FA7-3D196CAD18C4}"/>
              </a:ext>
            </a:extLst>
          </p:cNvPr>
          <p:cNvSpPr>
            <a:spLocks noGrp="1"/>
          </p:cNvSpPr>
          <p:nvPr>
            <p:ph type="title" hasCustomPrompt="1"/>
          </p:nvPr>
        </p:nvSpPr>
        <p:spPr>
          <a:xfrm>
            <a:off x="413247" y="1895312"/>
            <a:ext cx="5486400"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6CC28F0A-14CE-5EE9-604D-DA2FAECF53D6}"/>
              </a:ext>
            </a:extLst>
          </p:cNvPr>
          <p:cNvSpPr>
            <a:spLocks noGrp="1"/>
          </p:cNvSpPr>
          <p:nvPr>
            <p:ph type="body" sz="quarter" idx="14" hasCustomPrompt="1"/>
          </p:nvPr>
        </p:nvSpPr>
        <p:spPr>
          <a:xfrm>
            <a:off x="390098" y="389618"/>
            <a:ext cx="144590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26</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11" name="Graphique 10" descr="Atos logo">
            <a:extLst>
              <a:ext uri="{FF2B5EF4-FFF2-40B4-BE49-F238E27FC236}">
                <a16:creationId xmlns:a16="http://schemas.microsoft.com/office/drawing/2014/main" id="{739B335D-A0EE-42A2-8A84-B0F336795D77}"/>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337488485"/>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userDrawn="1">
  <p:cSld name="Chapter 27">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DA772B0-BE10-8466-ED2D-81966C69A9FF}"/>
              </a:ext>
              <a:ext uri="{C183D7F6-B498-43B3-948B-1728B52AA6E4}">
                <adec:decorative xmlns:adec="http://schemas.microsoft.com/office/drawing/2017/decorative" val="1"/>
              </a:ext>
            </a:extLst>
          </p:cNvPr>
          <p:cNvGrpSpPr/>
          <p:nvPr userDrawn="1"/>
        </p:nvGrpSpPr>
        <p:grpSpPr>
          <a:xfrm>
            <a:off x="0" y="0"/>
            <a:ext cx="6092952" cy="6858000"/>
            <a:chOff x="0"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0" y="0"/>
              <a:ext cx="6092952"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3480883-7045-4B51-D5F2-F3092D2B129A}"/>
                </a:ext>
                <a:ext uri="{C183D7F6-B498-43B3-948B-1728B52AA6E4}">
                  <adec:decorative xmlns:adec="http://schemas.microsoft.com/office/drawing/2017/decorative" val="1"/>
                </a:ext>
              </a:extLst>
            </p:cNvPr>
            <p:cNvGrpSpPr/>
            <p:nvPr userDrawn="1"/>
          </p:nvGrpSpPr>
          <p:grpSpPr>
            <a:xfrm>
              <a:off x="428625" y="4310002"/>
              <a:ext cx="5300843" cy="1766948"/>
              <a:chOff x="428625" y="4310002"/>
              <a:chExt cx="5300843" cy="1766948"/>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5" name="Graphic 4">
                <a:extLst>
                  <a:ext uri="{FF2B5EF4-FFF2-40B4-BE49-F238E27FC236}">
                    <a16:creationId xmlns:a16="http://schemas.microsoft.com/office/drawing/2014/main" id="{348E1E0A-264A-96FA-176D-13C5C385108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6" name="Graphic 5">
                <a:extLst>
                  <a:ext uri="{FF2B5EF4-FFF2-40B4-BE49-F238E27FC236}">
                    <a16:creationId xmlns:a16="http://schemas.microsoft.com/office/drawing/2014/main" id="{292A2FD9-20D2-8E7B-5993-E564C217E7C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8" name="Title 4">
            <a:extLst>
              <a:ext uri="{FF2B5EF4-FFF2-40B4-BE49-F238E27FC236}">
                <a16:creationId xmlns:a16="http://schemas.microsoft.com/office/drawing/2014/main" id="{F9A84E36-6C4D-EC23-D9DC-E47C3F54FC28}"/>
              </a:ext>
            </a:extLst>
          </p:cNvPr>
          <p:cNvSpPr>
            <a:spLocks noGrp="1"/>
          </p:cNvSpPr>
          <p:nvPr>
            <p:ph type="title" hasCustomPrompt="1"/>
          </p:nvPr>
        </p:nvSpPr>
        <p:spPr>
          <a:xfrm>
            <a:off x="413247" y="1895312"/>
            <a:ext cx="5486400"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3825B835-CA3B-65BD-649E-D3BFFA9A1C2E}"/>
              </a:ext>
            </a:extLst>
          </p:cNvPr>
          <p:cNvSpPr>
            <a:spLocks noGrp="1"/>
          </p:cNvSpPr>
          <p:nvPr>
            <p:ph type="body" sz="quarter" idx="14" hasCustomPrompt="1"/>
          </p:nvPr>
        </p:nvSpPr>
        <p:spPr>
          <a:xfrm>
            <a:off x="390098" y="389618"/>
            <a:ext cx="1346522"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27</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11" name="Graphique 10" descr="Atos logo">
            <a:extLst>
              <a:ext uri="{FF2B5EF4-FFF2-40B4-BE49-F238E27FC236}">
                <a16:creationId xmlns:a16="http://schemas.microsoft.com/office/drawing/2014/main" id="{0436BE75-AACC-CC4C-0E2E-8C4B10FFF1B1}"/>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775392419"/>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userDrawn="1">
  <p:cSld name="Chapter 28">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751CEFB8-B563-770D-9D99-8C9E8DD0FF79}"/>
              </a:ext>
              <a:ext uri="{C183D7F6-B498-43B3-948B-1728B52AA6E4}">
                <adec:decorative xmlns:adec="http://schemas.microsoft.com/office/drawing/2017/decorative" val="1"/>
              </a:ext>
            </a:extLst>
          </p:cNvPr>
          <p:cNvGrpSpPr/>
          <p:nvPr userDrawn="1"/>
        </p:nvGrpSpPr>
        <p:grpSpPr>
          <a:xfrm>
            <a:off x="6099048" y="0"/>
            <a:ext cx="6092952" cy="6858000"/>
            <a:chOff x="6099048"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6099048" y="0"/>
              <a:ext cx="6092952"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3480883-7045-4B51-D5F2-F3092D2B129A}"/>
                </a:ext>
                <a:ext uri="{C183D7F6-B498-43B3-948B-1728B52AA6E4}">
                  <adec:decorative xmlns:adec="http://schemas.microsoft.com/office/drawing/2017/decorative" val="1"/>
                </a:ext>
              </a:extLst>
            </p:cNvPr>
            <p:cNvGrpSpPr/>
            <p:nvPr userDrawn="1"/>
          </p:nvGrpSpPr>
          <p:grpSpPr>
            <a:xfrm flipV="1">
              <a:off x="6465707" y="315444"/>
              <a:ext cx="5300843" cy="1766948"/>
              <a:chOff x="428625" y="4310002"/>
              <a:chExt cx="5300843" cy="1766948"/>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5" name="Graphic 4">
                <a:extLst>
                  <a:ext uri="{FF2B5EF4-FFF2-40B4-BE49-F238E27FC236}">
                    <a16:creationId xmlns:a16="http://schemas.microsoft.com/office/drawing/2014/main" id="{348E1E0A-264A-96FA-176D-13C5C385108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6" name="Graphic 5">
                <a:extLst>
                  <a:ext uri="{FF2B5EF4-FFF2-40B4-BE49-F238E27FC236}">
                    <a16:creationId xmlns:a16="http://schemas.microsoft.com/office/drawing/2014/main" id="{292A2FD9-20D2-8E7B-5993-E564C217E7C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10" name="Title 4">
            <a:extLst>
              <a:ext uri="{FF2B5EF4-FFF2-40B4-BE49-F238E27FC236}">
                <a16:creationId xmlns:a16="http://schemas.microsoft.com/office/drawing/2014/main" id="{AC9242F1-43B4-A76C-349C-F7B1071DD0C4}"/>
              </a:ext>
            </a:extLst>
          </p:cNvPr>
          <p:cNvSpPr>
            <a:spLocks noGrp="1"/>
          </p:cNvSpPr>
          <p:nvPr>
            <p:ph type="title" hasCustomPrompt="1"/>
          </p:nvPr>
        </p:nvSpPr>
        <p:spPr>
          <a:xfrm>
            <a:off x="6427180" y="3897616"/>
            <a:ext cx="5340096"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971F16D4-8573-7435-9634-F043B7DDF957}"/>
              </a:ext>
            </a:extLst>
          </p:cNvPr>
          <p:cNvSpPr>
            <a:spLocks noGrp="1"/>
          </p:cNvSpPr>
          <p:nvPr>
            <p:ph type="body" sz="quarter" idx="15" hasCustomPrompt="1"/>
          </p:nvPr>
        </p:nvSpPr>
        <p:spPr>
          <a:xfrm>
            <a:off x="6427180" y="2391922"/>
            <a:ext cx="144590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28</a:t>
            </a:r>
          </a:p>
        </p:txBody>
      </p:sp>
      <p:sp>
        <p:nvSpPr>
          <p:cNvPr id="8" name="Graphique 10" descr="Atos logo">
            <a:extLst>
              <a:ext uri="{FF2B5EF4-FFF2-40B4-BE49-F238E27FC236}">
                <a16:creationId xmlns:a16="http://schemas.microsoft.com/office/drawing/2014/main" id="{0348FDAC-BB8D-EE05-649D-F9427FB5C1D7}"/>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hasCustomPrompt="1"/>
          </p:nvPr>
        </p:nvSpPr>
        <p:spPr>
          <a:xfrm>
            <a:off x="0" y="0"/>
            <a:ext cx="6099048" cy="6858000"/>
          </a:xfrm>
        </p:spPr>
        <p:txBody>
          <a:bodyPr tIns="1554480" bIns="0" anchor="ctr"/>
          <a:lstStyle>
            <a:lvl1pPr marL="0" indent="0" algn="ctr">
              <a:spcAft>
                <a:spcPts val="0"/>
              </a:spcAft>
              <a:buNone/>
              <a:defRPr>
                <a:solidFill>
                  <a:schemeClr val="accent3"/>
                </a:solidFill>
              </a:defRPr>
            </a:lvl1pPr>
          </a:lstStyle>
          <a:p>
            <a:r>
              <a:rPr lang="en-US" dirty="0"/>
              <a:t>Click icon to add picture</a:t>
            </a:r>
            <a:br>
              <a:rPr lang="en-US" dirty="0"/>
            </a:br>
            <a:r>
              <a:rPr lang="en-US" dirty="0"/>
              <a:t>[Reading order of this slide is failing currently as </a:t>
            </a:r>
            <a:br>
              <a:rPr lang="en-US" dirty="0"/>
            </a:br>
            <a:r>
              <a:rPr lang="en-US" dirty="0"/>
              <a:t>you need to either label your image decorative]</a:t>
            </a:r>
          </a:p>
        </p:txBody>
      </p:sp>
    </p:spTree>
    <p:extLst>
      <p:ext uri="{BB962C8B-B14F-4D97-AF65-F5344CB8AC3E}">
        <p14:creationId xmlns:p14="http://schemas.microsoft.com/office/powerpoint/2010/main" val="2493413725"/>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userDrawn="1">
  <p:cSld name="Chapter 29">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90E333D-E0E4-41EB-7E6B-E7E0B5E719CA}"/>
              </a:ext>
              <a:ext uri="{C183D7F6-B498-43B3-948B-1728B52AA6E4}">
                <adec:decorative xmlns:adec="http://schemas.microsoft.com/office/drawing/2017/decorative" val="1"/>
              </a:ext>
            </a:extLst>
          </p:cNvPr>
          <p:cNvGrpSpPr/>
          <p:nvPr userDrawn="1"/>
        </p:nvGrpSpPr>
        <p:grpSpPr>
          <a:xfrm>
            <a:off x="6099048" y="0"/>
            <a:ext cx="6092952" cy="6858000"/>
            <a:chOff x="6099048"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6099048" y="0"/>
              <a:ext cx="6092952"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636A8708-EA5F-63FF-9012-778B41E03343}"/>
                </a:ext>
                <a:ext uri="{C183D7F6-B498-43B3-948B-1728B52AA6E4}">
                  <adec:decorative xmlns:adec="http://schemas.microsoft.com/office/drawing/2017/decorative" val="1"/>
                </a:ext>
              </a:extLst>
            </p:cNvPr>
            <p:cNvGrpSpPr/>
            <p:nvPr userDrawn="1"/>
          </p:nvGrpSpPr>
          <p:grpSpPr>
            <a:xfrm flipV="1">
              <a:off x="6465707" y="315444"/>
              <a:ext cx="5300843" cy="1766948"/>
              <a:chOff x="428625" y="4310002"/>
              <a:chExt cx="5300843" cy="1766948"/>
            </a:xfrm>
          </p:grpSpPr>
          <p:pic>
            <p:nvPicPr>
              <p:cNvPr id="14" name="Graphic 13">
                <a:extLst>
                  <a:ext uri="{FF2B5EF4-FFF2-40B4-BE49-F238E27FC236}">
                    <a16:creationId xmlns:a16="http://schemas.microsoft.com/office/drawing/2014/main" id="{B515B648-1B87-E6B5-9CBE-B7CFC49DC17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15" name="Graphic 14">
                <a:extLst>
                  <a:ext uri="{FF2B5EF4-FFF2-40B4-BE49-F238E27FC236}">
                    <a16:creationId xmlns:a16="http://schemas.microsoft.com/office/drawing/2014/main" id="{87854A9F-23C9-BD8B-E090-EC696B92F05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16" name="Graphic 15">
                <a:extLst>
                  <a:ext uri="{FF2B5EF4-FFF2-40B4-BE49-F238E27FC236}">
                    <a16:creationId xmlns:a16="http://schemas.microsoft.com/office/drawing/2014/main" id="{CAE5BE78-322C-C02F-69CA-A6153356716C}"/>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8" name="Title 4">
            <a:extLst>
              <a:ext uri="{FF2B5EF4-FFF2-40B4-BE49-F238E27FC236}">
                <a16:creationId xmlns:a16="http://schemas.microsoft.com/office/drawing/2014/main" id="{7238B460-902B-10A2-1B47-E19F7237BBA5}"/>
              </a:ext>
            </a:extLst>
          </p:cNvPr>
          <p:cNvSpPr>
            <a:spLocks noGrp="1"/>
          </p:cNvSpPr>
          <p:nvPr>
            <p:ph type="title" hasCustomPrompt="1"/>
          </p:nvPr>
        </p:nvSpPr>
        <p:spPr>
          <a:xfrm>
            <a:off x="6427180" y="3897616"/>
            <a:ext cx="5340096"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54B6605C-B282-BBB6-5839-EC88621437B6}"/>
              </a:ext>
            </a:extLst>
          </p:cNvPr>
          <p:cNvSpPr>
            <a:spLocks noGrp="1"/>
          </p:cNvSpPr>
          <p:nvPr>
            <p:ph type="body" sz="quarter" idx="15" hasCustomPrompt="1"/>
          </p:nvPr>
        </p:nvSpPr>
        <p:spPr>
          <a:xfrm>
            <a:off x="6427180" y="2391922"/>
            <a:ext cx="1444306"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29</a:t>
            </a:r>
          </a:p>
        </p:txBody>
      </p:sp>
      <p:sp>
        <p:nvSpPr>
          <p:cNvPr id="17" name="Graphique 10" descr="Atos logo">
            <a:extLst>
              <a:ext uri="{FF2B5EF4-FFF2-40B4-BE49-F238E27FC236}">
                <a16:creationId xmlns:a16="http://schemas.microsoft.com/office/drawing/2014/main" id="{4DA78401-6EEC-C6E8-8702-A0E157289B2C}"/>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hasCustomPrompt="1"/>
          </p:nvPr>
        </p:nvSpPr>
        <p:spPr>
          <a:xfrm>
            <a:off x="0" y="0"/>
            <a:ext cx="6099048" cy="6858000"/>
          </a:xfrm>
        </p:spPr>
        <p:txBody>
          <a:bodyPr tIns="1554480" bIns="0" anchor="ctr"/>
          <a:lstStyle>
            <a:lvl1pPr marL="0" indent="0" algn="ctr">
              <a:spcAft>
                <a:spcPts val="0"/>
              </a:spcAft>
              <a:buNone/>
              <a:defRPr>
                <a:solidFill>
                  <a:schemeClr val="accent3"/>
                </a:solidFill>
              </a:defRPr>
            </a:lvl1pPr>
          </a:lstStyle>
          <a:p>
            <a:r>
              <a:rPr lang="en-US" dirty="0"/>
              <a:t>Click icon to add picture</a:t>
            </a:r>
            <a:br>
              <a:rPr lang="en-US" dirty="0"/>
            </a:br>
            <a:r>
              <a:rPr lang="en-US" dirty="0"/>
              <a:t>[Reading order of this slide is failing currently as </a:t>
            </a:r>
            <a:br>
              <a:rPr lang="en-US" dirty="0"/>
            </a:br>
            <a:r>
              <a:rPr lang="en-US" dirty="0"/>
              <a:t>you need to either label your image decorative]</a:t>
            </a:r>
          </a:p>
        </p:txBody>
      </p:sp>
    </p:spTree>
    <p:extLst>
      <p:ext uri="{BB962C8B-B14F-4D97-AF65-F5344CB8AC3E}">
        <p14:creationId xmlns:p14="http://schemas.microsoft.com/office/powerpoint/2010/main" val="3828927825"/>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userDrawn="1">
  <p:cSld name="Chapter 30">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4562BE8B-C875-0792-6A10-7514DD6734B1}"/>
              </a:ext>
              <a:ext uri="{C183D7F6-B498-43B3-948B-1728B52AA6E4}">
                <adec:decorative xmlns:adec="http://schemas.microsoft.com/office/drawing/2017/decorative" val="1"/>
              </a:ext>
            </a:extLst>
          </p:cNvPr>
          <p:cNvGrpSpPr/>
          <p:nvPr userDrawn="1"/>
        </p:nvGrpSpPr>
        <p:grpSpPr>
          <a:xfrm>
            <a:off x="6099048" y="0"/>
            <a:ext cx="6092952" cy="6858000"/>
            <a:chOff x="6099048"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6099048" y="0"/>
              <a:ext cx="6092952"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924BF260-716D-9275-3FE1-C4548FE186B0}"/>
                </a:ext>
                <a:ext uri="{C183D7F6-B498-43B3-948B-1728B52AA6E4}">
                  <adec:decorative xmlns:adec="http://schemas.microsoft.com/office/drawing/2017/decorative" val="1"/>
                </a:ext>
              </a:extLst>
            </p:cNvPr>
            <p:cNvGrpSpPr/>
            <p:nvPr userDrawn="1"/>
          </p:nvGrpSpPr>
          <p:grpSpPr>
            <a:xfrm flipV="1">
              <a:off x="6465707" y="315444"/>
              <a:ext cx="5300843" cy="1766948"/>
              <a:chOff x="428625" y="4310002"/>
              <a:chExt cx="5300843" cy="1766948"/>
            </a:xfrm>
          </p:grpSpPr>
          <p:pic>
            <p:nvPicPr>
              <p:cNvPr id="13" name="Graphic 12">
                <a:extLst>
                  <a:ext uri="{FF2B5EF4-FFF2-40B4-BE49-F238E27FC236}">
                    <a16:creationId xmlns:a16="http://schemas.microsoft.com/office/drawing/2014/main" id="{E677AFD3-C579-BAD7-1C1D-8DDE5975117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14" name="Graphic 13">
                <a:extLst>
                  <a:ext uri="{FF2B5EF4-FFF2-40B4-BE49-F238E27FC236}">
                    <a16:creationId xmlns:a16="http://schemas.microsoft.com/office/drawing/2014/main" id="{B52BD12C-8BEC-4782-C65A-41D868D438A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15" name="Graphic 14">
                <a:extLst>
                  <a:ext uri="{FF2B5EF4-FFF2-40B4-BE49-F238E27FC236}">
                    <a16:creationId xmlns:a16="http://schemas.microsoft.com/office/drawing/2014/main" id="{FE4E468E-7C33-ABD2-A978-CE4163D9FF2D}"/>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9" name="Title 4">
            <a:extLst>
              <a:ext uri="{FF2B5EF4-FFF2-40B4-BE49-F238E27FC236}">
                <a16:creationId xmlns:a16="http://schemas.microsoft.com/office/drawing/2014/main" id="{58DC9F18-5549-E409-1C20-CAD9177354A5}"/>
              </a:ext>
            </a:extLst>
          </p:cNvPr>
          <p:cNvSpPr>
            <a:spLocks noGrp="1"/>
          </p:cNvSpPr>
          <p:nvPr>
            <p:ph type="title" hasCustomPrompt="1"/>
          </p:nvPr>
        </p:nvSpPr>
        <p:spPr>
          <a:xfrm>
            <a:off x="6427180" y="3897616"/>
            <a:ext cx="5340096"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60F1895A-14D6-2C8D-6279-1FF0CBA01DB5}"/>
              </a:ext>
            </a:extLst>
          </p:cNvPr>
          <p:cNvSpPr>
            <a:spLocks noGrp="1"/>
          </p:cNvSpPr>
          <p:nvPr>
            <p:ph type="body" sz="quarter" idx="15" hasCustomPrompt="1"/>
          </p:nvPr>
        </p:nvSpPr>
        <p:spPr>
          <a:xfrm>
            <a:off x="6427180" y="2391922"/>
            <a:ext cx="159017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30</a:t>
            </a:r>
          </a:p>
        </p:txBody>
      </p:sp>
      <p:sp>
        <p:nvSpPr>
          <p:cNvPr id="8" name="Graphique 10" descr="Atos logo">
            <a:extLst>
              <a:ext uri="{FF2B5EF4-FFF2-40B4-BE49-F238E27FC236}">
                <a16:creationId xmlns:a16="http://schemas.microsoft.com/office/drawing/2014/main" id="{0348FDAC-BB8D-EE05-649D-F9427FB5C1D7}"/>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hasCustomPrompt="1"/>
          </p:nvPr>
        </p:nvSpPr>
        <p:spPr>
          <a:xfrm>
            <a:off x="0" y="0"/>
            <a:ext cx="6099048" cy="6858000"/>
          </a:xfrm>
        </p:spPr>
        <p:txBody>
          <a:bodyPr tIns="1554480" bIns="0" anchor="ctr"/>
          <a:lstStyle>
            <a:lvl1pPr marL="0" indent="0" algn="ctr">
              <a:spcAft>
                <a:spcPts val="0"/>
              </a:spcAft>
              <a:buNone/>
              <a:defRPr>
                <a:solidFill>
                  <a:schemeClr val="accent3"/>
                </a:solidFill>
              </a:defRPr>
            </a:lvl1pPr>
          </a:lstStyle>
          <a:p>
            <a:r>
              <a:rPr lang="en-US" dirty="0"/>
              <a:t>Click icon to add picture</a:t>
            </a:r>
            <a:br>
              <a:rPr lang="en-US" dirty="0"/>
            </a:br>
            <a:r>
              <a:rPr lang="en-US" dirty="0"/>
              <a:t>[Reading order of this slide is failing currently as </a:t>
            </a:r>
            <a:br>
              <a:rPr lang="en-US" dirty="0"/>
            </a:br>
            <a:r>
              <a:rPr lang="en-US" dirty="0"/>
              <a:t>you need to either label your image decorative]</a:t>
            </a:r>
          </a:p>
        </p:txBody>
      </p:sp>
    </p:spTree>
    <p:extLst>
      <p:ext uri="{BB962C8B-B14F-4D97-AF65-F5344CB8AC3E}">
        <p14:creationId xmlns:p14="http://schemas.microsoft.com/office/powerpoint/2010/main" val="2389073793"/>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userDrawn="1">
  <p:cSld name="Chapter 31">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FD63BAEC-737F-3455-6E41-44847E5F7C58}"/>
              </a:ext>
            </a:extLst>
          </p:cNvPr>
          <p:cNvSpPr>
            <a:spLocks noGrp="1"/>
          </p:cNvSpPr>
          <p:nvPr>
            <p:ph type="title" hasCustomPrompt="1"/>
          </p:nvPr>
        </p:nvSpPr>
        <p:spPr>
          <a:xfrm>
            <a:off x="413247" y="1895312"/>
            <a:ext cx="5486400" cy="192024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9C972C1F-FA07-7B32-C804-2F9D9DBDCA4B}"/>
              </a:ext>
            </a:extLst>
          </p:cNvPr>
          <p:cNvSpPr>
            <a:spLocks noGrp="1"/>
          </p:cNvSpPr>
          <p:nvPr>
            <p:ph type="body" sz="quarter" idx="14" hasCustomPrompt="1"/>
          </p:nvPr>
        </p:nvSpPr>
        <p:spPr>
          <a:xfrm>
            <a:off x="390098" y="389618"/>
            <a:ext cx="123271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31</a:t>
            </a:r>
          </a:p>
        </p:txBody>
      </p:sp>
      <p:sp>
        <p:nvSpPr>
          <p:cNvPr id="3" name="Graphique 10" descr="Atos logo">
            <a:extLst>
              <a:ext uri="{FF2B5EF4-FFF2-40B4-BE49-F238E27FC236}">
                <a16:creationId xmlns:a16="http://schemas.microsoft.com/office/drawing/2014/main" id="{93908D97-756A-94B0-3B08-88685AE4598F}"/>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
        <p:nvSpPr>
          <p:cNvPr id="19" name="Picture Placeholder 6">
            <a:extLst>
              <a:ext uri="{FF2B5EF4-FFF2-40B4-BE49-F238E27FC236}">
                <a16:creationId xmlns:a16="http://schemas.microsoft.com/office/drawing/2014/main" id="{A25555FE-C8DD-623E-93FB-3A1B6E1E3091}"/>
              </a:ext>
              <a:ext uri="{C183D7F6-B498-43B3-948B-1728B52AA6E4}">
                <adec:decorative xmlns:adec="http://schemas.microsoft.com/office/drawing/2017/decorative" val="1"/>
              </a:ext>
            </a:extLst>
          </p:cNvPr>
          <p:cNvSpPr>
            <a:spLocks noGrp="1" noChangeAspect="1"/>
          </p:cNvSpPr>
          <p:nvPr>
            <p:ph type="pic" sz="quarter" idx="12"/>
          </p:nvPr>
        </p:nvSpPr>
        <p:spPr>
          <a:xfrm>
            <a:off x="5333999" y="-2"/>
            <a:ext cx="6859655" cy="6862329"/>
          </a:xfrm>
          <a:custGeom>
            <a:avLst/>
            <a:gdLst>
              <a:gd name="connsiteX0" fmla="*/ 0 w 13716008"/>
              <a:gd name="connsiteY0" fmla="*/ 6858000 h 13716000"/>
              <a:gd name="connsiteX1" fmla="*/ 6858004 w 13716008"/>
              <a:gd name="connsiteY1" fmla="*/ 0 h 13716000"/>
              <a:gd name="connsiteX2" fmla="*/ 13716008 w 13716008"/>
              <a:gd name="connsiteY2" fmla="*/ 6858000 h 13716000"/>
              <a:gd name="connsiteX3" fmla="*/ 6858004 w 13716008"/>
              <a:gd name="connsiteY3" fmla="*/ 13716000 h 13716000"/>
              <a:gd name="connsiteX4" fmla="*/ 0 w 13716008"/>
              <a:gd name="connsiteY4" fmla="*/ 6858000 h 13716000"/>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6858000 h 13716000"/>
              <a:gd name="connsiteX1" fmla="*/ 6858004 w 13836759"/>
              <a:gd name="connsiteY1" fmla="*/ 0 h 13716000"/>
              <a:gd name="connsiteX2" fmla="*/ 10915650 w 13836759"/>
              <a:gd name="connsiteY2" fmla="*/ 1333500 h 13716000"/>
              <a:gd name="connsiteX3" fmla="*/ 13716008 w 13836759"/>
              <a:gd name="connsiteY3" fmla="*/ 6858000 h 13716000"/>
              <a:gd name="connsiteX4" fmla="*/ 6858004 w 13836759"/>
              <a:gd name="connsiteY4" fmla="*/ 13716000 h 13716000"/>
              <a:gd name="connsiteX5" fmla="*/ 0 w 13836759"/>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7128220"/>
              <a:gd name="connsiteY0" fmla="*/ 6858000 h 13738479"/>
              <a:gd name="connsiteX1" fmla="*/ 6858004 w 7128220"/>
              <a:gd name="connsiteY1" fmla="*/ 0 h 13738479"/>
              <a:gd name="connsiteX2" fmla="*/ 6848022 w 7128220"/>
              <a:gd name="connsiteY2" fmla="*/ 2784928 h 13738479"/>
              <a:gd name="connsiteX3" fmla="*/ 4635508 w 7128220"/>
              <a:gd name="connsiteY3" fmla="*/ 4864100 h 13738479"/>
              <a:gd name="connsiteX4" fmla="*/ 6858004 w 7128220"/>
              <a:gd name="connsiteY4" fmla="*/ 13716000 h 13738479"/>
              <a:gd name="connsiteX5" fmla="*/ 0 w 7128220"/>
              <a:gd name="connsiteY5" fmla="*/ 6858000 h 13738479"/>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0 w 7128220"/>
              <a:gd name="connsiteY0" fmla="*/ 6858000 h 7395439"/>
              <a:gd name="connsiteX1" fmla="*/ 6858004 w 7128220"/>
              <a:gd name="connsiteY1" fmla="*/ 0 h 7395439"/>
              <a:gd name="connsiteX2" fmla="*/ 6848022 w 7128220"/>
              <a:gd name="connsiteY2" fmla="*/ 2784928 h 7395439"/>
              <a:gd name="connsiteX3" fmla="*/ 4635508 w 7128220"/>
              <a:gd name="connsiteY3" fmla="*/ 4864100 h 7395439"/>
              <a:gd name="connsiteX4" fmla="*/ 2905436 w 7128220"/>
              <a:gd name="connsiteY4" fmla="*/ 7315200 h 7395439"/>
              <a:gd name="connsiteX5" fmla="*/ 0 w 7128220"/>
              <a:gd name="connsiteY5" fmla="*/ 6858000 h 739543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6877050"/>
              <a:gd name="connsiteX1" fmla="*/ 6858004 w 7128220"/>
              <a:gd name="connsiteY1" fmla="*/ 0 h 6877050"/>
              <a:gd name="connsiteX2" fmla="*/ 6848022 w 7128220"/>
              <a:gd name="connsiteY2" fmla="*/ 2784928 h 6877050"/>
              <a:gd name="connsiteX3" fmla="*/ 4635508 w 7128220"/>
              <a:gd name="connsiteY3" fmla="*/ 4864100 h 6877050"/>
              <a:gd name="connsiteX4" fmla="*/ 2810186 w 7128220"/>
              <a:gd name="connsiteY4" fmla="*/ 6877050 h 6877050"/>
              <a:gd name="connsiteX5" fmla="*/ 0 w 7128220"/>
              <a:gd name="connsiteY5" fmla="*/ 6858000 h 6877050"/>
              <a:gd name="connsiteX0" fmla="*/ 0 w 7128220"/>
              <a:gd name="connsiteY0" fmla="*/ 6858000 h 6858000"/>
              <a:gd name="connsiteX1" fmla="*/ 6858004 w 7128220"/>
              <a:gd name="connsiteY1" fmla="*/ 0 h 6858000"/>
              <a:gd name="connsiteX2" fmla="*/ 6848022 w 7128220"/>
              <a:gd name="connsiteY2" fmla="*/ 2784928 h 6858000"/>
              <a:gd name="connsiteX3" fmla="*/ 4635508 w 7128220"/>
              <a:gd name="connsiteY3" fmla="*/ 4864100 h 6858000"/>
              <a:gd name="connsiteX4" fmla="*/ 2772086 w 7128220"/>
              <a:gd name="connsiteY4" fmla="*/ 6848475 h 6858000"/>
              <a:gd name="connsiteX5" fmla="*/ 0 w 7128220"/>
              <a:gd name="connsiteY5"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72086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76184"/>
              <a:gd name="connsiteX1" fmla="*/ 6858004 w 6859655"/>
              <a:gd name="connsiteY1" fmla="*/ 0 h 6876184"/>
              <a:gd name="connsiteX2" fmla="*/ 6857547 w 6859655"/>
              <a:gd name="connsiteY2" fmla="*/ 2775403 h 6876184"/>
              <a:gd name="connsiteX3" fmla="*/ 2785941 w 6859655"/>
              <a:gd name="connsiteY3" fmla="*/ 6876184 h 6876184"/>
              <a:gd name="connsiteX4" fmla="*/ 0 w 6859655"/>
              <a:gd name="connsiteY4" fmla="*/ 6858000 h 6876184"/>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9655" h="6862329">
                <a:moveTo>
                  <a:pt x="0" y="6858000"/>
                </a:moveTo>
                <a:cubicBezTo>
                  <a:pt x="92703" y="2794000"/>
                  <a:pt x="3259119" y="29029"/>
                  <a:pt x="6858004" y="0"/>
                </a:cubicBezTo>
                <a:cubicBezTo>
                  <a:pt x="6862993" y="1749878"/>
                  <a:pt x="6854824" y="2086881"/>
                  <a:pt x="6857547" y="2775403"/>
                </a:cubicBezTo>
                <a:cubicBezTo>
                  <a:pt x="3237665" y="2988560"/>
                  <a:pt x="2735787" y="6128065"/>
                  <a:pt x="2785941" y="6862329"/>
                </a:cubicBezTo>
                <a:cubicBezTo>
                  <a:pt x="1965731" y="6851746"/>
                  <a:pt x="2255889" y="6838950"/>
                  <a:pt x="0" y="6858000"/>
                </a:cubicBezTo>
                <a:close/>
              </a:path>
            </a:pathLst>
          </a:custGeom>
        </p:spPr>
        <p:txBody>
          <a:bodyPr bIns="822960"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171861679"/>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userDrawn="1">
  <p:cSld name="Chapter 32">
    <p:bg>
      <p:bgPr>
        <a:solidFill>
          <a:schemeClr val="accent2"/>
        </a:solidFill>
        <a:effectLst/>
      </p:bgPr>
    </p:bg>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EAFEB385-6C15-1998-C95A-636D88E66DE8}"/>
              </a:ext>
            </a:extLst>
          </p:cNvPr>
          <p:cNvSpPr>
            <a:spLocks noGrp="1"/>
          </p:cNvSpPr>
          <p:nvPr>
            <p:ph type="title" hasCustomPrompt="1"/>
          </p:nvPr>
        </p:nvSpPr>
        <p:spPr>
          <a:xfrm>
            <a:off x="413247" y="1895312"/>
            <a:ext cx="5486400" cy="192024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DFBAB907-EF18-597F-DC14-A83EBE422567}"/>
              </a:ext>
            </a:extLst>
          </p:cNvPr>
          <p:cNvSpPr>
            <a:spLocks noGrp="1"/>
          </p:cNvSpPr>
          <p:nvPr>
            <p:ph type="body" sz="quarter" idx="14" hasCustomPrompt="1"/>
          </p:nvPr>
        </p:nvSpPr>
        <p:spPr>
          <a:xfrm>
            <a:off x="390098" y="389618"/>
            <a:ext cx="143949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32</a:t>
            </a:r>
          </a:p>
        </p:txBody>
      </p:sp>
      <p:sp>
        <p:nvSpPr>
          <p:cNvPr id="3" name="Graphique 10" descr="Atos logo">
            <a:extLst>
              <a:ext uri="{FF2B5EF4-FFF2-40B4-BE49-F238E27FC236}">
                <a16:creationId xmlns:a16="http://schemas.microsoft.com/office/drawing/2014/main" id="{955EAE60-076F-B3BA-2FD9-F291924DE944}"/>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11" name="Picture Placeholder 6">
            <a:extLst>
              <a:ext uri="{FF2B5EF4-FFF2-40B4-BE49-F238E27FC236}">
                <a16:creationId xmlns:a16="http://schemas.microsoft.com/office/drawing/2014/main" id="{8FC58AAA-366C-B87C-83CD-72182A819A9C}"/>
              </a:ext>
              <a:ext uri="{C183D7F6-B498-43B3-948B-1728B52AA6E4}">
                <adec:decorative xmlns:adec="http://schemas.microsoft.com/office/drawing/2017/decorative" val="1"/>
              </a:ext>
            </a:extLst>
          </p:cNvPr>
          <p:cNvSpPr>
            <a:spLocks noGrp="1" noChangeAspect="1"/>
          </p:cNvSpPr>
          <p:nvPr>
            <p:ph type="pic" sz="quarter" idx="12"/>
          </p:nvPr>
        </p:nvSpPr>
        <p:spPr>
          <a:xfrm>
            <a:off x="5333999" y="-2"/>
            <a:ext cx="6859655" cy="6862329"/>
          </a:xfrm>
          <a:custGeom>
            <a:avLst/>
            <a:gdLst>
              <a:gd name="connsiteX0" fmla="*/ 0 w 13716008"/>
              <a:gd name="connsiteY0" fmla="*/ 6858000 h 13716000"/>
              <a:gd name="connsiteX1" fmla="*/ 6858004 w 13716008"/>
              <a:gd name="connsiteY1" fmla="*/ 0 h 13716000"/>
              <a:gd name="connsiteX2" fmla="*/ 13716008 w 13716008"/>
              <a:gd name="connsiteY2" fmla="*/ 6858000 h 13716000"/>
              <a:gd name="connsiteX3" fmla="*/ 6858004 w 13716008"/>
              <a:gd name="connsiteY3" fmla="*/ 13716000 h 13716000"/>
              <a:gd name="connsiteX4" fmla="*/ 0 w 13716008"/>
              <a:gd name="connsiteY4" fmla="*/ 6858000 h 13716000"/>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6858000 h 13716000"/>
              <a:gd name="connsiteX1" fmla="*/ 6858004 w 13836759"/>
              <a:gd name="connsiteY1" fmla="*/ 0 h 13716000"/>
              <a:gd name="connsiteX2" fmla="*/ 10915650 w 13836759"/>
              <a:gd name="connsiteY2" fmla="*/ 1333500 h 13716000"/>
              <a:gd name="connsiteX3" fmla="*/ 13716008 w 13836759"/>
              <a:gd name="connsiteY3" fmla="*/ 6858000 h 13716000"/>
              <a:gd name="connsiteX4" fmla="*/ 6858004 w 13836759"/>
              <a:gd name="connsiteY4" fmla="*/ 13716000 h 13716000"/>
              <a:gd name="connsiteX5" fmla="*/ 0 w 13836759"/>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7128220"/>
              <a:gd name="connsiteY0" fmla="*/ 6858000 h 13738479"/>
              <a:gd name="connsiteX1" fmla="*/ 6858004 w 7128220"/>
              <a:gd name="connsiteY1" fmla="*/ 0 h 13738479"/>
              <a:gd name="connsiteX2" fmla="*/ 6848022 w 7128220"/>
              <a:gd name="connsiteY2" fmla="*/ 2784928 h 13738479"/>
              <a:gd name="connsiteX3" fmla="*/ 4635508 w 7128220"/>
              <a:gd name="connsiteY3" fmla="*/ 4864100 h 13738479"/>
              <a:gd name="connsiteX4" fmla="*/ 6858004 w 7128220"/>
              <a:gd name="connsiteY4" fmla="*/ 13716000 h 13738479"/>
              <a:gd name="connsiteX5" fmla="*/ 0 w 7128220"/>
              <a:gd name="connsiteY5" fmla="*/ 6858000 h 13738479"/>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0 w 7128220"/>
              <a:gd name="connsiteY0" fmla="*/ 6858000 h 7395439"/>
              <a:gd name="connsiteX1" fmla="*/ 6858004 w 7128220"/>
              <a:gd name="connsiteY1" fmla="*/ 0 h 7395439"/>
              <a:gd name="connsiteX2" fmla="*/ 6848022 w 7128220"/>
              <a:gd name="connsiteY2" fmla="*/ 2784928 h 7395439"/>
              <a:gd name="connsiteX3" fmla="*/ 4635508 w 7128220"/>
              <a:gd name="connsiteY3" fmla="*/ 4864100 h 7395439"/>
              <a:gd name="connsiteX4" fmla="*/ 2905436 w 7128220"/>
              <a:gd name="connsiteY4" fmla="*/ 7315200 h 7395439"/>
              <a:gd name="connsiteX5" fmla="*/ 0 w 7128220"/>
              <a:gd name="connsiteY5" fmla="*/ 6858000 h 739543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6877050"/>
              <a:gd name="connsiteX1" fmla="*/ 6858004 w 7128220"/>
              <a:gd name="connsiteY1" fmla="*/ 0 h 6877050"/>
              <a:gd name="connsiteX2" fmla="*/ 6848022 w 7128220"/>
              <a:gd name="connsiteY2" fmla="*/ 2784928 h 6877050"/>
              <a:gd name="connsiteX3" fmla="*/ 4635508 w 7128220"/>
              <a:gd name="connsiteY3" fmla="*/ 4864100 h 6877050"/>
              <a:gd name="connsiteX4" fmla="*/ 2810186 w 7128220"/>
              <a:gd name="connsiteY4" fmla="*/ 6877050 h 6877050"/>
              <a:gd name="connsiteX5" fmla="*/ 0 w 7128220"/>
              <a:gd name="connsiteY5" fmla="*/ 6858000 h 6877050"/>
              <a:gd name="connsiteX0" fmla="*/ 0 w 7128220"/>
              <a:gd name="connsiteY0" fmla="*/ 6858000 h 6858000"/>
              <a:gd name="connsiteX1" fmla="*/ 6858004 w 7128220"/>
              <a:gd name="connsiteY1" fmla="*/ 0 h 6858000"/>
              <a:gd name="connsiteX2" fmla="*/ 6848022 w 7128220"/>
              <a:gd name="connsiteY2" fmla="*/ 2784928 h 6858000"/>
              <a:gd name="connsiteX3" fmla="*/ 4635508 w 7128220"/>
              <a:gd name="connsiteY3" fmla="*/ 4864100 h 6858000"/>
              <a:gd name="connsiteX4" fmla="*/ 2772086 w 7128220"/>
              <a:gd name="connsiteY4" fmla="*/ 6848475 h 6858000"/>
              <a:gd name="connsiteX5" fmla="*/ 0 w 7128220"/>
              <a:gd name="connsiteY5"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72086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76184"/>
              <a:gd name="connsiteX1" fmla="*/ 6858004 w 6859655"/>
              <a:gd name="connsiteY1" fmla="*/ 0 h 6876184"/>
              <a:gd name="connsiteX2" fmla="*/ 6857547 w 6859655"/>
              <a:gd name="connsiteY2" fmla="*/ 2775403 h 6876184"/>
              <a:gd name="connsiteX3" fmla="*/ 2785941 w 6859655"/>
              <a:gd name="connsiteY3" fmla="*/ 6876184 h 6876184"/>
              <a:gd name="connsiteX4" fmla="*/ 0 w 6859655"/>
              <a:gd name="connsiteY4" fmla="*/ 6858000 h 6876184"/>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9655" h="6862329">
                <a:moveTo>
                  <a:pt x="0" y="6858000"/>
                </a:moveTo>
                <a:cubicBezTo>
                  <a:pt x="92703" y="2794000"/>
                  <a:pt x="3259119" y="29029"/>
                  <a:pt x="6858004" y="0"/>
                </a:cubicBezTo>
                <a:cubicBezTo>
                  <a:pt x="6862993" y="1749878"/>
                  <a:pt x="6854824" y="2086881"/>
                  <a:pt x="6857547" y="2775403"/>
                </a:cubicBezTo>
                <a:cubicBezTo>
                  <a:pt x="3237665" y="2988560"/>
                  <a:pt x="2735787" y="6128065"/>
                  <a:pt x="2785941" y="6862329"/>
                </a:cubicBezTo>
                <a:cubicBezTo>
                  <a:pt x="1965731" y="6851746"/>
                  <a:pt x="2255889" y="6838950"/>
                  <a:pt x="0" y="6858000"/>
                </a:cubicBezTo>
                <a:close/>
              </a:path>
            </a:pathLst>
          </a:custGeom>
        </p:spPr>
        <p:txBody>
          <a:bodyPr bIns="822960"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3931328848"/>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userDrawn="1">
  <p:cSld name="Chapter 33">
    <p:bg>
      <p:bgPr>
        <a:solidFill>
          <a:schemeClr val="accent3"/>
        </a:solidFill>
        <a:effectLst/>
      </p:bgPr>
    </p:bg>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9778FBFA-9C80-C717-AECD-AD7663400FAF}"/>
              </a:ext>
            </a:extLst>
          </p:cNvPr>
          <p:cNvSpPr>
            <a:spLocks noGrp="1"/>
          </p:cNvSpPr>
          <p:nvPr>
            <p:ph type="title" hasCustomPrompt="1"/>
          </p:nvPr>
        </p:nvSpPr>
        <p:spPr>
          <a:xfrm>
            <a:off x="413247" y="1895312"/>
            <a:ext cx="5486400" cy="192024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C7E16845-FE66-9F38-5076-6B9C6444A612}"/>
              </a:ext>
            </a:extLst>
          </p:cNvPr>
          <p:cNvSpPr>
            <a:spLocks noGrp="1"/>
          </p:cNvSpPr>
          <p:nvPr>
            <p:ph type="body" sz="quarter" idx="14" hasCustomPrompt="1"/>
          </p:nvPr>
        </p:nvSpPr>
        <p:spPr>
          <a:xfrm>
            <a:off x="390098" y="389618"/>
            <a:ext cx="144590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33</a:t>
            </a:r>
          </a:p>
        </p:txBody>
      </p:sp>
      <p:sp>
        <p:nvSpPr>
          <p:cNvPr id="3" name="Graphique 10" descr="Atos logo">
            <a:extLst>
              <a:ext uri="{FF2B5EF4-FFF2-40B4-BE49-F238E27FC236}">
                <a16:creationId xmlns:a16="http://schemas.microsoft.com/office/drawing/2014/main" id="{73155FAC-6202-FC96-C442-D15F7CE1A2BA}"/>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7" name="Picture Placeholder 6">
            <a:extLst>
              <a:ext uri="{FF2B5EF4-FFF2-40B4-BE49-F238E27FC236}">
                <a16:creationId xmlns:a16="http://schemas.microsoft.com/office/drawing/2014/main" id="{63FFF2BC-0633-62B6-C5A8-79CD51B6B2D7}"/>
              </a:ext>
              <a:ext uri="{C183D7F6-B498-43B3-948B-1728B52AA6E4}">
                <adec:decorative xmlns:adec="http://schemas.microsoft.com/office/drawing/2017/decorative" val="1"/>
              </a:ext>
            </a:extLst>
          </p:cNvPr>
          <p:cNvSpPr>
            <a:spLocks noGrp="1" noChangeAspect="1"/>
          </p:cNvSpPr>
          <p:nvPr>
            <p:ph type="pic" sz="quarter" idx="12"/>
          </p:nvPr>
        </p:nvSpPr>
        <p:spPr>
          <a:xfrm>
            <a:off x="5333999" y="-2"/>
            <a:ext cx="6859655" cy="6862329"/>
          </a:xfrm>
          <a:custGeom>
            <a:avLst/>
            <a:gdLst>
              <a:gd name="connsiteX0" fmla="*/ 0 w 13716008"/>
              <a:gd name="connsiteY0" fmla="*/ 6858000 h 13716000"/>
              <a:gd name="connsiteX1" fmla="*/ 6858004 w 13716008"/>
              <a:gd name="connsiteY1" fmla="*/ 0 h 13716000"/>
              <a:gd name="connsiteX2" fmla="*/ 13716008 w 13716008"/>
              <a:gd name="connsiteY2" fmla="*/ 6858000 h 13716000"/>
              <a:gd name="connsiteX3" fmla="*/ 6858004 w 13716008"/>
              <a:gd name="connsiteY3" fmla="*/ 13716000 h 13716000"/>
              <a:gd name="connsiteX4" fmla="*/ 0 w 13716008"/>
              <a:gd name="connsiteY4" fmla="*/ 6858000 h 13716000"/>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6858000 h 13716000"/>
              <a:gd name="connsiteX1" fmla="*/ 6858004 w 13836759"/>
              <a:gd name="connsiteY1" fmla="*/ 0 h 13716000"/>
              <a:gd name="connsiteX2" fmla="*/ 10915650 w 13836759"/>
              <a:gd name="connsiteY2" fmla="*/ 1333500 h 13716000"/>
              <a:gd name="connsiteX3" fmla="*/ 13716008 w 13836759"/>
              <a:gd name="connsiteY3" fmla="*/ 6858000 h 13716000"/>
              <a:gd name="connsiteX4" fmla="*/ 6858004 w 13836759"/>
              <a:gd name="connsiteY4" fmla="*/ 13716000 h 13716000"/>
              <a:gd name="connsiteX5" fmla="*/ 0 w 13836759"/>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7128220"/>
              <a:gd name="connsiteY0" fmla="*/ 6858000 h 13738479"/>
              <a:gd name="connsiteX1" fmla="*/ 6858004 w 7128220"/>
              <a:gd name="connsiteY1" fmla="*/ 0 h 13738479"/>
              <a:gd name="connsiteX2" fmla="*/ 6848022 w 7128220"/>
              <a:gd name="connsiteY2" fmla="*/ 2784928 h 13738479"/>
              <a:gd name="connsiteX3" fmla="*/ 4635508 w 7128220"/>
              <a:gd name="connsiteY3" fmla="*/ 4864100 h 13738479"/>
              <a:gd name="connsiteX4" fmla="*/ 6858004 w 7128220"/>
              <a:gd name="connsiteY4" fmla="*/ 13716000 h 13738479"/>
              <a:gd name="connsiteX5" fmla="*/ 0 w 7128220"/>
              <a:gd name="connsiteY5" fmla="*/ 6858000 h 13738479"/>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0 w 7128220"/>
              <a:gd name="connsiteY0" fmla="*/ 6858000 h 7395439"/>
              <a:gd name="connsiteX1" fmla="*/ 6858004 w 7128220"/>
              <a:gd name="connsiteY1" fmla="*/ 0 h 7395439"/>
              <a:gd name="connsiteX2" fmla="*/ 6848022 w 7128220"/>
              <a:gd name="connsiteY2" fmla="*/ 2784928 h 7395439"/>
              <a:gd name="connsiteX3" fmla="*/ 4635508 w 7128220"/>
              <a:gd name="connsiteY3" fmla="*/ 4864100 h 7395439"/>
              <a:gd name="connsiteX4" fmla="*/ 2905436 w 7128220"/>
              <a:gd name="connsiteY4" fmla="*/ 7315200 h 7395439"/>
              <a:gd name="connsiteX5" fmla="*/ 0 w 7128220"/>
              <a:gd name="connsiteY5" fmla="*/ 6858000 h 739543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6877050"/>
              <a:gd name="connsiteX1" fmla="*/ 6858004 w 7128220"/>
              <a:gd name="connsiteY1" fmla="*/ 0 h 6877050"/>
              <a:gd name="connsiteX2" fmla="*/ 6848022 w 7128220"/>
              <a:gd name="connsiteY2" fmla="*/ 2784928 h 6877050"/>
              <a:gd name="connsiteX3" fmla="*/ 4635508 w 7128220"/>
              <a:gd name="connsiteY3" fmla="*/ 4864100 h 6877050"/>
              <a:gd name="connsiteX4" fmla="*/ 2810186 w 7128220"/>
              <a:gd name="connsiteY4" fmla="*/ 6877050 h 6877050"/>
              <a:gd name="connsiteX5" fmla="*/ 0 w 7128220"/>
              <a:gd name="connsiteY5" fmla="*/ 6858000 h 6877050"/>
              <a:gd name="connsiteX0" fmla="*/ 0 w 7128220"/>
              <a:gd name="connsiteY0" fmla="*/ 6858000 h 6858000"/>
              <a:gd name="connsiteX1" fmla="*/ 6858004 w 7128220"/>
              <a:gd name="connsiteY1" fmla="*/ 0 h 6858000"/>
              <a:gd name="connsiteX2" fmla="*/ 6848022 w 7128220"/>
              <a:gd name="connsiteY2" fmla="*/ 2784928 h 6858000"/>
              <a:gd name="connsiteX3" fmla="*/ 4635508 w 7128220"/>
              <a:gd name="connsiteY3" fmla="*/ 4864100 h 6858000"/>
              <a:gd name="connsiteX4" fmla="*/ 2772086 w 7128220"/>
              <a:gd name="connsiteY4" fmla="*/ 6848475 h 6858000"/>
              <a:gd name="connsiteX5" fmla="*/ 0 w 7128220"/>
              <a:gd name="connsiteY5"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72086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76184"/>
              <a:gd name="connsiteX1" fmla="*/ 6858004 w 6859655"/>
              <a:gd name="connsiteY1" fmla="*/ 0 h 6876184"/>
              <a:gd name="connsiteX2" fmla="*/ 6857547 w 6859655"/>
              <a:gd name="connsiteY2" fmla="*/ 2775403 h 6876184"/>
              <a:gd name="connsiteX3" fmla="*/ 2785941 w 6859655"/>
              <a:gd name="connsiteY3" fmla="*/ 6876184 h 6876184"/>
              <a:gd name="connsiteX4" fmla="*/ 0 w 6859655"/>
              <a:gd name="connsiteY4" fmla="*/ 6858000 h 6876184"/>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9655" h="6862329">
                <a:moveTo>
                  <a:pt x="0" y="6858000"/>
                </a:moveTo>
                <a:cubicBezTo>
                  <a:pt x="92703" y="2794000"/>
                  <a:pt x="3259119" y="29029"/>
                  <a:pt x="6858004" y="0"/>
                </a:cubicBezTo>
                <a:cubicBezTo>
                  <a:pt x="6862993" y="1749878"/>
                  <a:pt x="6854824" y="2086881"/>
                  <a:pt x="6857547" y="2775403"/>
                </a:cubicBezTo>
                <a:cubicBezTo>
                  <a:pt x="3237665" y="2988560"/>
                  <a:pt x="2735787" y="6128065"/>
                  <a:pt x="2785941" y="6862329"/>
                </a:cubicBezTo>
                <a:cubicBezTo>
                  <a:pt x="1965731" y="6851746"/>
                  <a:pt x="2255889" y="6838950"/>
                  <a:pt x="0" y="6858000"/>
                </a:cubicBezTo>
                <a:close/>
              </a:path>
            </a:pathLst>
          </a:custGeom>
        </p:spPr>
        <p:txBody>
          <a:bodyPr bIns="822960" anchor="ctr"/>
          <a:lstStyle>
            <a:lvl1pPr marL="0" indent="0" algn="ctr">
              <a:buNone/>
              <a:defRPr>
                <a:solidFill>
                  <a:schemeClr val="bg1"/>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1538860058"/>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userDrawn="1">
  <p:cSld name="Questions">
    <p:bg>
      <p:bgPr>
        <a:solidFill>
          <a:schemeClr val="accent3"/>
        </a:solidFill>
        <a:effectLst/>
      </p:bgPr>
    </p:bg>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DB4AB316-183C-82C5-C1A7-C4659A85C6A7}"/>
              </a:ext>
              <a:ext uri="{C183D7F6-B498-43B3-948B-1728B52AA6E4}">
                <adec:decorative xmlns:adec="http://schemas.microsoft.com/office/drawing/2017/decorative" val="1"/>
              </a:ext>
            </a:extLst>
          </p:cNvPr>
          <p:cNvGrpSpPr/>
          <p:nvPr userDrawn="1"/>
        </p:nvGrpSpPr>
        <p:grpSpPr>
          <a:xfrm>
            <a:off x="3189525" y="522525"/>
            <a:ext cx="5812951" cy="5812951"/>
            <a:chOff x="6364404" y="688572"/>
            <a:chExt cx="5398971" cy="5398971"/>
          </a:xfrm>
        </p:grpSpPr>
        <p:pic>
          <p:nvPicPr>
            <p:cNvPr id="7" name="Graphic 6">
              <a:extLst>
                <a:ext uri="{FF2B5EF4-FFF2-40B4-BE49-F238E27FC236}">
                  <a16:creationId xmlns:a16="http://schemas.microsoft.com/office/drawing/2014/main" id="{7CBB66C1-6853-8EB3-75B2-B940DFD44C1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6364404" y="3388057"/>
              <a:ext cx="2699486" cy="2699486"/>
            </a:xfrm>
            <a:prstGeom prst="rect">
              <a:avLst/>
            </a:prstGeom>
          </p:spPr>
        </p:pic>
        <p:pic>
          <p:nvPicPr>
            <p:cNvPr id="9" name="Graphic 8">
              <a:extLst>
                <a:ext uri="{FF2B5EF4-FFF2-40B4-BE49-F238E27FC236}">
                  <a16:creationId xmlns:a16="http://schemas.microsoft.com/office/drawing/2014/main" id="{D8FE0FFE-617B-11DD-4D76-3FF25292384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9063889" y="688572"/>
              <a:ext cx="2699486" cy="2699486"/>
            </a:xfrm>
            <a:prstGeom prst="rect">
              <a:avLst/>
            </a:prstGeom>
          </p:spPr>
        </p:pic>
      </p:grpSp>
      <p:sp>
        <p:nvSpPr>
          <p:cNvPr id="3" name="Title 1">
            <a:extLst>
              <a:ext uri="{FF2B5EF4-FFF2-40B4-BE49-F238E27FC236}">
                <a16:creationId xmlns:a16="http://schemas.microsoft.com/office/drawing/2014/main" id="{3F73AD35-6458-4A2A-9A03-0222FC4D9395}"/>
              </a:ext>
            </a:extLst>
          </p:cNvPr>
          <p:cNvSpPr>
            <a:spLocks noGrp="1"/>
          </p:cNvSpPr>
          <p:nvPr>
            <p:ph type="title" hasCustomPrompt="1"/>
          </p:nvPr>
        </p:nvSpPr>
        <p:spPr>
          <a:xfrm>
            <a:off x="4385482" y="2731826"/>
            <a:ext cx="3421036" cy="1394348"/>
          </a:xfrm>
        </p:spPr>
        <p:txBody>
          <a:bodyPr wrap="none" anchor="ctr">
            <a:noAutofit/>
          </a:bodyPr>
          <a:lstStyle>
            <a:lvl1pPr algn="ctr">
              <a:lnSpc>
                <a:spcPct val="100000"/>
              </a:lnSpc>
              <a:defRPr sz="4400">
                <a:solidFill>
                  <a:schemeClr val="bg1"/>
                </a:solidFill>
              </a:defRPr>
            </a:lvl1pPr>
          </a:lstStyle>
          <a:p>
            <a:r>
              <a:rPr lang="en-US" dirty="0"/>
              <a:t>Questions</a:t>
            </a:r>
          </a:p>
        </p:txBody>
      </p:sp>
      <p:sp>
        <p:nvSpPr>
          <p:cNvPr id="4" name="Graphique 10" descr="Atos logo">
            <a:extLst>
              <a:ext uri="{FF2B5EF4-FFF2-40B4-BE49-F238E27FC236}">
                <a16:creationId xmlns:a16="http://schemas.microsoft.com/office/drawing/2014/main" id="{00F5AF71-3625-304B-2633-DA8784159D71}"/>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898375623"/>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userDrawn="1">
  <p:cSld name="Thank you">
    <p:bg>
      <p:bgPr>
        <a:solidFill>
          <a:schemeClr val="accent3"/>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8A606E8-B755-D267-3334-BB72D31CE5DD}"/>
              </a:ext>
              <a:ext uri="{C183D7F6-B498-43B3-948B-1728B52AA6E4}">
                <adec:decorative xmlns:adec="http://schemas.microsoft.com/office/drawing/2017/decorative" val="1"/>
              </a:ext>
            </a:extLst>
          </p:cNvPr>
          <p:cNvGrpSpPr/>
          <p:nvPr userDrawn="1"/>
        </p:nvGrpSpPr>
        <p:grpSpPr>
          <a:xfrm>
            <a:off x="0" y="1"/>
            <a:ext cx="12192000" cy="6857999"/>
            <a:chOff x="0" y="1"/>
            <a:chExt cx="12192000" cy="6857999"/>
          </a:xfrm>
        </p:grpSpPr>
        <p:pic>
          <p:nvPicPr>
            <p:cNvPr id="11" name="Graphic 10">
              <a:extLst>
                <a:ext uri="{FF2B5EF4-FFF2-40B4-BE49-F238E27FC236}">
                  <a16:creationId xmlns:a16="http://schemas.microsoft.com/office/drawing/2014/main" id="{B37E38E8-ADCB-8E97-E61A-DDC65AF315C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0" y="3474720"/>
              <a:ext cx="3383280" cy="3383280"/>
            </a:xfrm>
            <a:prstGeom prst="rect">
              <a:avLst/>
            </a:prstGeom>
          </p:spPr>
        </p:pic>
        <p:pic>
          <p:nvPicPr>
            <p:cNvPr id="9" name="Graphic 8">
              <a:extLst>
                <a:ext uri="{FF2B5EF4-FFF2-40B4-BE49-F238E27FC236}">
                  <a16:creationId xmlns:a16="http://schemas.microsoft.com/office/drawing/2014/main" id="{D4E82305-2CFC-B442-7D06-48C49A6D08D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6200000">
              <a:off x="8808720" y="1"/>
              <a:ext cx="3383280" cy="3383280"/>
            </a:xfrm>
            <a:prstGeom prst="rect">
              <a:avLst/>
            </a:prstGeom>
          </p:spPr>
        </p:pic>
      </p:grpSp>
      <p:sp>
        <p:nvSpPr>
          <p:cNvPr id="8" name="Title 1">
            <a:extLst>
              <a:ext uri="{FF2B5EF4-FFF2-40B4-BE49-F238E27FC236}">
                <a16:creationId xmlns:a16="http://schemas.microsoft.com/office/drawing/2014/main" id="{499553CC-D1FC-0BF8-65E8-622A9A598473}"/>
              </a:ext>
            </a:extLst>
          </p:cNvPr>
          <p:cNvSpPr>
            <a:spLocks noGrp="1"/>
          </p:cNvSpPr>
          <p:nvPr>
            <p:ph type="title" hasCustomPrompt="1"/>
          </p:nvPr>
        </p:nvSpPr>
        <p:spPr>
          <a:xfrm>
            <a:off x="428625" y="678310"/>
            <a:ext cx="3784561" cy="830997"/>
          </a:xfrm>
        </p:spPr>
        <p:txBody>
          <a:bodyPr wrap="none">
            <a:noAutofit/>
          </a:bodyPr>
          <a:lstStyle>
            <a:lvl1pPr>
              <a:lnSpc>
                <a:spcPct val="100000"/>
              </a:lnSpc>
              <a:defRPr sz="5400">
                <a:solidFill>
                  <a:schemeClr val="accent2"/>
                </a:solidFill>
              </a:defRPr>
            </a:lvl1pPr>
          </a:lstStyle>
          <a:p>
            <a:r>
              <a:rPr lang="en-US" dirty="0"/>
              <a:t>Thank you!</a:t>
            </a:r>
          </a:p>
        </p:txBody>
      </p:sp>
      <p:sp>
        <p:nvSpPr>
          <p:cNvPr id="13" name="Text Placeholder 12">
            <a:extLst>
              <a:ext uri="{FF2B5EF4-FFF2-40B4-BE49-F238E27FC236}">
                <a16:creationId xmlns:a16="http://schemas.microsoft.com/office/drawing/2014/main" id="{F2E6D97E-7A6D-5A28-FF0A-4786C40756EC}"/>
              </a:ext>
            </a:extLst>
          </p:cNvPr>
          <p:cNvSpPr>
            <a:spLocks noGrp="1"/>
          </p:cNvSpPr>
          <p:nvPr>
            <p:ph type="body" sz="quarter" idx="10" hasCustomPrompt="1"/>
          </p:nvPr>
        </p:nvSpPr>
        <p:spPr>
          <a:xfrm>
            <a:off x="428624" y="1691640"/>
            <a:ext cx="3784561" cy="1190456"/>
          </a:xfrm>
        </p:spPr>
        <p:txBody>
          <a:bodyPr wrap="none"/>
          <a:lstStyle>
            <a:lvl1pPr marL="0" indent="0">
              <a:spcAft>
                <a:spcPts val="0"/>
              </a:spcAft>
              <a:buNone/>
              <a:defRPr>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For more information please contact:</a:t>
            </a:r>
            <a:br>
              <a:rPr lang="en-US" dirty="0"/>
            </a:br>
            <a:r>
              <a:rPr lang="en-US" dirty="0"/>
              <a:t>T+ 33 1 98765432</a:t>
            </a:r>
            <a:br>
              <a:rPr lang="en-US" dirty="0"/>
            </a:br>
            <a:r>
              <a:rPr lang="en-US" dirty="0"/>
              <a:t>M+ 33 6 44445678</a:t>
            </a:r>
            <a:br>
              <a:rPr lang="en-US" dirty="0"/>
            </a:br>
            <a:r>
              <a:rPr lang="en-US" dirty="0"/>
              <a:t>firstname.lastname@atos.ai</a:t>
            </a:r>
          </a:p>
        </p:txBody>
      </p:sp>
      <p:sp>
        <p:nvSpPr>
          <p:cNvPr id="3" name="AddNotifier#1">
            <a:extLst>
              <a:ext uri="{FF2B5EF4-FFF2-40B4-BE49-F238E27FC236}">
                <a16:creationId xmlns:a16="http://schemas.microsoft.com/office/drawing/2014/main" id="{DEB32E4C-FD35-01ED-4923-78A44A2BBA63}"/>
              </a:ext>
            </a:extLst>
          </p:cNvPr>
          <p:cNvSpPr txBox="1">
            <a:spLocks noChangeArrowheads="1"/>
          </p:cNvSpPr>
          <p:nvPr userDrawn="1"/>
        </p:nvSpPr>
        <p:spPr bwMode="invGray">
          <a:xfrm>
            <a:off x="3511965" y="5580671"/>
            <a:ext cx="3750683"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b" anchorCtr="0">
            <a:spAutoFit/>
          </a:bodyPr>
          <a:lstStyle>
            <a:lvl1pPr>
              <a:defRPr>
                <a:solidFill>
                  <a:schemeClr val="tx1"/>
                </a:solidFill>
                <a:latin typeface="Lucida Sans Unicode" pitchFamily="34" charset="0"/>
              </a:defRPr>
            </a:lvl1pPr>
            <a:lvl2pPr marL="742950" indent="-285750">
              <a:defRPr>
                <a:solidFill>
                  <a:schemeClr val="tx1"/>
                </a:solidFill>
                <a:latin typeface="Lucida Sans Unicode" pitchFamily="34" charset="0"/>
              </a:defRPr>
            </a:lvl2pPr>
            <a:lvl3pPr marL="1143000" indent="-228600">
              <a:defRPr>
                <a:solidFill>
                  <a:schemeClr val="tx1"/>
                </a:solidFill>
                <a:latin typeface="Lucida Sans Unicode" pitchFamily="34" charset="0"/>
              </a:defRPr>
            </a:lvl3pPr>
            <a:lvl4pPr marL="1600200" indent="-228600">
              <a:defRPr>
                <a:solidFill>
                  <a:schemeClr val="tx1"/>
                </a:solidFill>
                <a:latin typeface="Lucida Sans Unicode" pitchFamily="34" charset="0"/>
              </a:defRPr>
            </a:lvl4pPr>
            <a:lvl5pPr marL="2057400" indent="-228600">
              <a:defRPr>
                <a:solidFill>
                  <a:schemeClr val="tx1"/>
                </a:solidFill>
                <a:latin typeface="Lucida Sans Unicode" pitchFamily="34" charset="0"/>
              </a:defRPr>
            </a:lvl5pPr>
            <a:lvl6pPr marL="2514600" indent="-228600" fontAlgn="base">
              <a:spcBef>
                <a:spcPct val="0"/>
              </a:spcBef>
              <a:spcAft>
                <a:spcPct val="0"/>
              </a:spcAft>
              <a:defRPr>
                <a:solidFill>
                  <a:schemeClr val="tx1"/>
                </a:solidFill>
                <a:latin typeface="Lucida Sans Unicode" pitchFamily="34" charset="0"/>
              </a:defRPr>
            </a:lvl6pPr>
            <a:lvl7pPr marL="2971800" indent="-228600" fontAlgn="base">
              <a:spcBef>
                <a:spcPct val="0"/>
              </a:spcBef>
              <a:spcAft>
                <a:spcPct val="0"/>
              </a:spcAft>
              <a:defRPr>
                <a:solidFill>
                  <a:schemeClr val="tx1"/>
                </a:solidFill>
                <a:latin typeface="Lucida Sans Unicode" pitchFamily="34" charset="0"/>
              </a:defRPr>
            </a:lvl7pPr>
            <a:lvl8pPr marL="3429000" indent="-228600" fontAlgn="base">
              <a:spcBef>
                <a:spcPct val="0"/>
              </a:spcBef>
              <a:spcAft>
                <a:spcPct val="0"/>
              </a:spcAft>
              <a:defRPr>
                <a:solidFill>
                  <a:schemeClr val="tx1"/>
                </a:solidFill>
                <a:latin typeface="Lucida Sans Unicode" pitchFamily="34" charset="0"/>
              </a:defRPr>
            </a:lvl8pPr>
            <a:lvl9pPr marL="3886200" indent="-228600" fontAlgn="base">
              <a:spcBef>
                <a:spcPct val="0"/>
              </a:spcBef>
              <a:spcAft>
                <a:spcPct val="0"/>
              </a:spcAft>
              <a:defRPr>
                <a:solidFill>
                  <a:schemeClr val="tx1"/>
                </a:solidFill>
                <a:latin typeface="Lucida Sans Unicode" pitchFamily="34" charset="0"/>
              </a:defRPr>
            </a:lvl9pPr>
          </a:lstStyle>
          <a:p>
            <a:r>
              <a:rPr lang="en-US" sz="800" kern="1200" baseline="0" dirty="0">
                <a:solidFill>
                  <a:schemeClr val="bg1"/>
                </a:solidFill>
                <a:latin typeface="+mn-lt"/>
                <a:ea typeface="Verdana" pitchFamily="34" charset="0"/>
                <a:cs typeface="Verdana" pitchFamily="34" charset="0"/>
              </a:rPr>
              <a:t>Atos Group is a registered trademark. Confidential information owned by Atos Group, to be used by the recipient only. This document, or any part of it, may not be reproduced, copied, circulated and/or distributed nor quoted without prior written approval from Atos Group.</a:t>
            </a:r>
            <a:endParaRPr lang="en-US" sz="800" baseline="0" dirty="0">
              <a:solidFill>
                <a:schemeClr val="bg1"/>
              </a:solidFill>
              <a:latin typeface="+mn-lt"/>
              <a:ea typeface="Verdana" pitchFamily="34" charset="0"/>
              <a:cs typeface="Verdana" pitchFamily="34" charset="0"/>
            </a:endParaRPr>
          </a:p>
        </p:txBody>
      </p:sp>
      <p:sp>
        <p:nvSpPr>
          <p:cNvPr id="4" name="Text Placeholder 12">
            <a:extLst>
              <a:ext uri="{FF2B5EF4-FFF2-40B4-BE49-F238E27FC236}">
                <a16:creationId xmlns:a16="http://schemas.microsoft.com/office/drawing/2014/main" id="{EB50BEC9-5EE0-B57E-CAE5-7C3F4E023F33}"/>
              </a:ext>
            </a:extLst>
          </p:cNvPr>
          <p:cNvSpPr>
            <a:spLocks noGrp="1"/>
          </p:cNvSpPr>
          <p:nvPr>
            <p:ph type="body" sz="quarter" idx="11" hasCustomPrompt="1"/>
          </p:nvPr>
        </p:nvSpPr>
        <p:spPr>
          <a:xfrm>
            <a:off x="3511965" y="6316314"/>
            <a:ext cx="2560320" cy="92333"/>
          </a:xfrm>
        </p:spPr>
        <p:txBody>
          <a:bodyPr wrap="none" anchor="ctr">
            <a:noAutofit/>
          </a:bodyPr>
          <a:lstStyle>
            <a:lvl1pPr marL="0" indent="0">
              <a:spcAft>
                <a:spcPts val="0"/>
              </a:spcAft>
              <a:buNone/>
              <a:defRPr sz="600">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Job Number-Designer-BP</a:t>
            </a:r>
          </a:p>
        </p:txBody>
      </p:sp>
      <p:sp>
        <p:nvSpPr>
          <p:cNvPr id="5" name="Graphique 10" descr="Atos logo">
            <a:extLst>
              <a:ext uri="{FF2B5EF4-FFF2-40B4-BE49-F238E27FC236}">
                <a16:creationId xmlns:a16="http://schemas.microsoft.com/office/drawing/2014/main" id="{19A80A2F-D5E3-6F7F-C1EB-15EBCE6C6CAC}"/>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802629334"/>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userDrawn="1">
  <p:cSld name="Thank you with QR">
    <p:bg>
      <p:bgPr>
        <a:solidFill>
          <a:schemeClr val="accent3"/>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8A606E8-B755-D267-3334-BB72D31CE5DD}"/>
              </a:ext>
              <a:ext uri="{C183D7F6-B498-43B3-948B-1728B52AA6E4}">
                <adec:decorative xmlns:adec="http://schemas.microsoft.com/office/drawing/2017/decorative" val="1"/>
              </a:ext>
            </a:extLst>
          </p:cNvPr>
          <p:cNvGrpSpPr/>
          <p:nvPr userDrawn="1"/>
        </p:nvGrpSpPr>
        <p:grpSpPr>
          <a:xfrm>
            <a:off x="0" y="1"/>
            <a:ext cx="12192000" cy="6857999"/>
            <a:chOff x="0" y="1"/>
            <a:chExt cx="12192000" cy="6857999"/>
          </a:xfrm>
        </p:grpSpPr>
        <p:pic>
          <p:nvPicPr>
            <p:cNvPr id="11" name="Graphic 10">
              <a:extLst>
                <a:ext uri="{FF2B5EF4-FFF2-40B4-BE49-F238E27FC236}">
                  <a16:creationId xmlns:a16="http://schemas.microsoft.com/office/drawing/2014/main" id="{B37E38E8-ADCB-8E97-E61A-DDC65AF315C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0" y="3474720"/>
              <a:ext cx="3383280" cy="3383280"/>
            </a:xfrm>
            <a:prstGeom prst="rect">
              <a:avLst/>
            </a:prstGeom>
          </p:spPr>
        </p:pic>
        <p:pic>
          <p:nvPicPr>
            <p:cNvPr id="9" name="Graphic 8">
              <a:extLst>
                <a:ext uri="{FF2B5EF4-FFF2-40B4-BE49-F238E27FC236}">
                  <a16:creationId xmlns:a16="http://schemas.microsoft.com/office/drawing/2014/main" id="{D4E82305-2CFC-B442-7D06-48C49A6D08D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6200000">
              <a:off x="8808720" y="1"/>
              <a:ext cx="3383280" cy="3383280"/>
            </a:xfrm>
            <a:prstGeom prst="rect">
              <a:avLst/>
            </a:prstGeom>
          </p:spPr>
        </p:pic>
      </p:grpSp>
      <p:sp>
        <p:nvSpPr>
          <p:cNvPr id="8" name="Title 1">
            <a:extLst>
              <a:ext uri="{FF2B5EF4-FFF2-40B4-BE49-F238E27FC236}">
                <a16:creationId xmlns:a16="http://schemas.microsoft.com/office/drawing/2014/main" id="{499553CC-D1FC-0BF8-65E8-622A9A598473}"/>
              </a:ext>
            </a:extLst>
          </p:cNvPr>
          <p:cNvSpPr>
            <a:spLocks noGrp="1"/>
          </p:cNvSpPr>
          <p:nvPr>
            <p:ph type="title" hasCustomPrompt="1"/>
          </p:nvPr>
        </p:nvSpPr>
        <p:spPr>
          <a:xfrm>
            <a:off x="428625" y="678310"/>
            <a:ext cx="3784561" cy="830997"/>
          </a:xfrm>
        </p:spPr>
        <p:txBody>
          <a:bodyPr wrap="none">
            <a:noAutofit/>
          </a:bodyPr>
          <a:lstStyle>
            <a:lvl1pPr>
              <a:lnSpc>
                <a:spcPct val="100000"/>
              </a:lnSpc>
              <a:defRPr sz="5400">
                <a:solidFill>
                  <a:schemeClr val="accent2"/>
                </a:solidFill>
              </a:defRPr>
            </a:lvl1pPr>
          </a:lstStyle>
          <a:p>
            <a:r>
              <a:rPr lang="en-US" dirty="0"/>
              <a:t>Thank you!</a:t>
            </a:r>
          </a:p>
        </p:txBody>
      </p:sp>
      <p:sp>
        <p:nvSpPr>
          <p:cNvPr id="13" name="Text Placeholder 12">
            <a:extLst>
              <a:ext uri="{FF2B5EF4-FFF2-40B4-BE49-F238E27FC236}">
                <a16:creationId xmlns:a16="http://schemas.microsoft.com/office/drawing/2014/main" id="{F2E6D97E-7A6D-5A28-FF0A-4786C40756EC}"/>
              </a:ext>
            </a:extLst>
          </p:cNvPr>
          <p:cNvSpPr>
            <a:spLocks noGrp="1"/>
          </p:cNvSpPr>
          <p:nvPr>
            <p:ph type="body" sz="quarter" idx="10" hasCustomPrompt="1"/>
          </p:nvPr>
        </p:nvSpPr>
        <p:spPr>
          <a:xfrm>
            <a:off x="428624" y="1691640"/>
            <a:ext cx="3784561" cy="1190456"/>
          </a:xfrm>
        </p:spPr>
        <p:txBody>
          <a:bodyPr wrap="none"/>
          <a:lstStyle>
            <a:lvl1pPr marL="0" indent="0">
              <a:spcAft>
                <a:spcPts val="0"/>
              </a:spcAft>
              <a:buNone/>
              <a:defRPr>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For more information please contact:</a:t>
            </a:r>
            <a:br>
              <a:rPr lang="en-US" dirty="0"/>
            </a:br>
            <a:r>
              <a:rPr lang="en-US" dirty="0"/>
              <a:t>T+ 33 1 98765432</a:t>
            </a:r>
            <a:br>
              <a:rPr lang="en-US" dirty="0"/>
            </a:br>
            <a:r>
              <a:rPr lang="en-US" dirty="0"/>
              <a:t>M+ 33 6 44445678</a:t>
            </a:r>
            <a:br>
              <a:rPr lang="en-US" dirty="0"/>
            </a:br>
            <a:r>
              <a:rPr lang="en-US" dirty="0"/>
              <a:t>firstname.lastname@atos.ai</a:t>
            </a:r>
          </a:p>
        </p:txBody>
      </p:sp>
      <p:sp>
        <p:nvSpPr>
          <p:cNvPr id="4" name="Text Placeholder 12">
            <a:extLst>
              <a:ext uri="{FF2B5EF4-FFF2-40B4-BE49-F238E27FC236}">
                <a16:creationId xmlns:a16="http://schemas.microsoft.com/office/drawing/2014/main" id="{6781CC69-B03E-7287-C774-E4C42AD5B4B1}"/>
              </a:ext>
            </a:extLst>
          </p:cNvPr>
          <p:cNvSpPr>
            <a:spLocks noGrp="1"/>
          </p:cNvSpPr>
          <p:nvPr>
            <p:ph type="body" sz="quarter" idx="12" hasCustomPrompt="1"/>
          </p:nvPr>
        </p:nvSpPr>
        <p:spPr>
          <a:xfrm>
            <a:off x="3511965" y="6316314"/>
            <a:ext cx="2560320" cy="92333"/>
          </a:xfrm>
        </p:spPr>
        <p:txBody>
          <a:bodyPr wrap="none" anchor="ctr">
            <a:noAutofit/>
          </a:bodyPr>
          <a:lstStyle>
            <a:lvl1pPr marL="0" indent="0">
              <a:spcAft>
                <a:spcPts val="0"/>
              </a:spcAft>
              <a:buNone/>
              <a:defRPr sz="600">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Job Number-Designer-BP</a:t>
            </a:r>
          </a:p>
        </p:txBody>
      </p:sp>
      <p:sp>
        <p:nvSpPr>
          <p:cNvPr id="5" name="Graphique 10" descr="Atos logo">
            <a:extLst>
              <a:ext uri="{FF2B5EF4-FFF2-40B4-BE49-F238E27FC236}">
                <a16:creationId xmlns:a16="http://schemas.microsoft.com/office/drawing/2014/main" id="{19A80A2F-D5E3-6F7F-C1EB-15EBCE6C6CAC}"/>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12" name="Rectangle 11">
            <a:extLst>
              <a:ext uri="{FF2B5EF4-FFF2-40B4-BE49-F238E27FC236}">
                <a16:creationId xmlns:a16="http://schemas.microsoft.com/office/drawing/2014/main" id="{8296AC93-851F-8873-EB9F-A167B6F3D50B}"/>
              </a:ext>
              <a:ext uri="{C183D7F6-B498-43B3-948B-1728B52AA6E4}">
                <adec:decorative xmlns:adec="http://schemas.microsoft.com/office/drawing/2017/decorative" val="1"/>
              </a:ext>
            </a:extLst>
          </p:cNvPr>
          <p:cNvSpPr/>
          <p:nvPr userDrawn="1"/>
        </p:nvSpPr>
        <p:spPr>
          <a:xfrm>
            <a:off x="4967288" y="678310"/>
            <a:ext cx="2194560" cy="2194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664728D3-787C-00B9-69B8-1EF2872881D8}"/>
              </a:ext>
              <a:ext uri="{C183D7F6-B498-43B3-948B-1728B52AA6E4}">
                <adec:decorative xmlns:adec="http://schemas.microsoft.com/office/drawing/2017/decorative" val="1"/>
              </a:ext>
            </a:extLst>
          </p:cNvPr>
          <p:cNvSpPr>
            <a:spLocks noGrp="1"/>
          </p:cNvSpPr>
          <p:nvPr>
            <p:ph type="pic" sz="quarter" idx="11" hasCustomPrompt="1"/>
          </p:nvPr>
        </p:nvSpPr>
        <p:spPr>
          <a:xfrm>
            <a:off x="5035868" y="746890"/>
            <a:ext cx="2057400" cy="2057400"/>
          </a:xfrm>
        </p:spPr>
        <p:txBody>
          <a:bodyPr tIns="1097280" bIns="0" anchor="ctr"/>
          <a:lstStyle>
            <a:lvl1pPr marL="0" indent="0" algn="ctr">
              <a:buNone/>
              <a:defRPr sz="1400">
                <a:solidFill>
                  <a:schemeClr val="accent3"/>
                </a:solidFill>
              </a:defRPr>
            </a:lvl1pPr>
          </a:lstStyle>
          <a:p>
            <a:r>
              <a:rPr lang="en-US" noProof="0" dirty="0"/>
              <a:t>Click icon to add QR Code</a:t>
            </a:r>
            <a:endParaRPr lang="en-US" dirty="0"/>
          </a:p>
        </p:txBody>
      </p:sp>
      <p:sp>
        <p:nvSpPr>
          <p:cNvPr id="6" name="AddNotifier#1">
            <a:extLst>
              <a:ext uri="{FF2B5EF4-FFF2-40B4-BE49-F238E27FC236}">
                <a16:creationId xmlns:a16="http://schemas.microsoft.com/office/drawing/2014/main" id="{F4B6F85C-7168-E8B5-00B7-F4D4B94B5FAD}"/>
              </a:ext>
            </a:extLst>
          </p:cNvPr>
          <p:cNvSpPr txBox="1">
            <a:spLocks noChangeArrowheads="1"/>
          </p:cNvSpPr>
          <p:nvPr userDrawn="1"/>
        </p:nvSpPr>
        <p:spPr bwMode="invGray">
          <a:xfrm>
            <a:off x="3511965" y="5580671"/>
            <a:ext cx="3750683"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b" anchorCtr="0">
            <a:spAutoFit/>
          </a:bodyPr>
          <a:lstStyle>
            <a:lvl1pPr>
              <a:defRPr>
                <a:solidFill>
                  <a:schemeClr val="tx1"/>
                </a:solidFill>
                <a:latin typeface="Lucida Sans Unicode" pitchFamily="34" charset="0"/>
              </a:defRPr>
            </a:lvl1pPr>
            <a:lvl2pPr marL="742950" indent="-285750">
              <a:defRPr>
                <a:solidFill>
                  <a:schemeClr val="tx1"/>
                </a:solidFill>
                <a:latin typeface="Lucida Sans Unicode" pitchFamily="34" charset="0"/>
              </a:defRPr>
            </a:lvl2pPr>
            <a:lvl3pPr marL="1143000" indent="-228600">
              <a:defRPr>
                <a:solidFill>
                  <a:schemeClr val="tx1"/>
                </a:solidFill>
                <a:latin typeface="Lucida Sans Unicode" pitchFamily="34" charset="0"/>
              </a:defRPr>
            </a:lvl3pPr>
            <a:lvl4pPr marL="1600200" indent="-228600">
              <a:defRPr>
                <a:solidFill>
                  <a:schemeClr val="tx1"/>
                </a:solidFill>
                <a:latin typeface="Lucida Sans Unicode" pitchFamily="34" charset="0"/>
              </a:defRPr>
            </a:lvl4pPr>
            <a:lvl5pPr marL="2057400" indent="-228600">
              <a:defRPr>
                <a:solidFill>
                  <a:schemeClr val="tx1"/>
                </a:solidFill>
                <a:latin typeface="Lucida Sans Unicode" pitchFamily="34" charset="0"/>
              </a:defRPr>
            </a:lvl5pPr>
            <a:lvl6pPr marL="2514600" indent="-228600" fontAlgn="base">
              <a:spcBef>
                <a:spcPct val="0"/>
              </a:spcBef>
              <a:spcAft>
                <a:spcPct val="0"/>
              </a:spcAft>
              <a:defRPr>
                <a:solidFill>
                  <a:schemeClr val="tx1"/>
                </a:solidFill>
                <a:latin typeface="Lucida Sans Unicode" pitchFamily="34" charset="0"/>
              </a:defRPr>
            </a:lvl6pPr>
            <a:lvl7pPr marL="2971800" indent="-228600" fontAlgn="base">
              <a:spcBef>
                <a:spcPct val="0"/>
              </a:spcBef>
              <a:spcAft>
                <a:spcPct val="0"/>
              </a:spcAft>
              <a:defRPr>
                <a:solidFill>
                  <a:schemeClr val="tx1"/>
                </a:solidFill>
                <a:latin typeface="Lucida Sans Unicode" pitchFamily="34" charset="0"/>
              </a:defRPr>
            </a:lvl7pPr>
            <a:lvl8pPr marL="3429000" indent="-228600" fontAlgn="base">
              <a:spcBef>
                <a:spcPct val="0"/>
              </a:spcBef>
              <a:spcAft>
                <a:spcPct val="0"/>
              </a:spcAft>
              <a:defRPr>
                <a:solidFill>
                  <a:schemeClr val="tx1"/>
                </a:solidFill>
                <a:latin typeface="Lucida Sans Unicode" pitchFamily="34" charset="0"/>
              </a:defRPr>
            </a:lvl8pPr>
            <a:lvl9pPr marL="3886200" indent="-228600" fontAlgn="base">
              <a:spcBef>
                <a:spcPct val="0"/>
              </a:spcBef>
              <a:spcAft>
                <a:spcPct val="0"/>
              </a:spcAft>
              <a:defRPr>
                <a:solidFill>
                  <a:schemeClr val="tx1"/>
                </a:solidFill>
                <a:latin typeface="Lucida Sans Unicode" pitchFamily="34" charset="0"/>
              </a:defRPr>
            </a:lvl9pPr>
          </a:lstStyle>
          <a:p>
            <a:r>
              <a:rPr lang="en-US" sz="800" kern="1200" baseline="0" dirty="0">
                <a:solidFill>
                  <a:schemeClr val="bg1"/>
                </a:solidFill>
                <a:latin typeface="+mn-lt"/>
                <a:ea typeface="Verdana" pitchFamily="34" charset="0"/>
                <a:cs typeface="Verdana" pitchFamily="34" charset="0"/>
              </a:rPr>
              <a:t>Atos Group is a registered trademark. Confidential information owned by Atos Group, to be used by the recipient only. This document, or any part of it, may not be reproduced, copied, circulated and/or distributed nor quoted without prior written approval from Atos Group.</a:t>
            </a:r>
            <a:endParaRPr lang="en-US" sz="800" baseline="0" dirty="0">
              <a:solidFill>
                <a:schemeClr val="bg1"/>
              </a:solidFill>
              <a:latin typeface="+mn-lt"/>
              <a:ea typeface="Verdana" pitchFamily="34" charset="0"/>
              <a:cs typeface="Verdana" pitchFamily="34" charset="0"/>
            </a:endParaRPr>
          </a:p>
        </p:txBody>
      </p:sp>
    </p:spTree>
    <p:extLst>
      <p:ext uri="{BB962C8B-B14F-4D97-AF65-F5344CB8AC3E}">
        <p14:creationId xmlns:p14="http://schemas.microsoft.com/office/powerpoint/2010/main" val="4120586415"/>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102" Type="http://schemas.openxmlformats.org/officeDocument/2006/relationships/slideLayout" Target="../slideLayouts/slideLayout102.xml"/><Relationship Id="rId5" Type="http://schemas.openxmlformats.org/officeDocument/2006/relationships/slideLayout" Target="../slideLayouts/slideLayout5.xml"/><Relationship Id="rId90" Type="http://schemas.openxmlformats.org/officeDocument/2006/relationships/slideLayout" Target="../slideLayouts/slideLayout90.xml"/><Relationship Id="rId95" Type="http://schemas.openxmlformats.org/officeDocument/2006/relationships/slideLayout" Target="../slideLayouts/slideLayout95.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103"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91" Type="http://schemas.openxmlformats.org/officeDocument/2006/relationships/slideLayout" Target="../slideLayouts/slideLayout91.xml"/><Relationship Id="rId96" Type="http://schemas.openxmlformats.org/officeDocument/2006/relationships/slideLayout" Target="../slideLayouts/slideLayout96.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94" Type="http://schemas.openxmlformats.org/officeDocument/2006/relationships/slideLayout" Target="../slideLayouts/slideLayout94.xml"/><Relationship Id="rId99" Type="http://schemas.openxmlformats.org/officeDocument/2006/relationships/slideLayout" Target="../slideLayouts/slideLayout99.xml"/><Relationship Id="rId101" Type="http://schemas.openxmlformats.org/officeDocument/2006/relationships/slideLayout" Target="../slideLayouts/slideLayout10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97" Type="http://schemas.openxmlformats.org/officeDocument/2006/relationships/slideLayout" Target="../slideLayouts/slideLayout97.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slideLayout" Target="../slideLayouts/slideLayout92.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 Id="rId100" Type="http://schemas.openxmlformats.org/officeDocument/2006/relationships/slideLayout" Target="../slideLayouts/slideLayout100.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93" Type="http://schemas.openxmlformats.org/officeDocument/2006/relationships/slideLayout" Target="../slideLayouts/slideLayout93.xml"/><Relationship Id="rId98" Type="http://schemas.openxmlformats.org/officeDocument/2006/relationships/slideLayout" Target="../slideLayouts/slideLayout9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CF9D3E5-713E-2458-85D8-863C02E33FC9}"/>
              </a:ext>
            </a:extLst>
          </p:cNvPr>
          <p:cNvSpPr>
            <a:spLocks noGrp="1"/>
          </p:cNvSpPr>
          <p:nvPr>
            <p:ph type="title"/>
          </p:nvPr>
        </p:nvSpPr>
        <p:spPr>
          <a:xfrm>
            <a:off x="428624" y="291452"/>
            <a:ext cx="11337925" cy="796568"/>
          </a:xfrm>
          <a:prstGeom prst="rect">
            <a:avLst/>
          </a:prstGeom>
        </p:spPr>
        <p:txBody>
          <a:bodyPr vert="horz" lIns="0" tIns="0" rIns="0" bIns="0" rtlCol="0" anchor="t">
            <a:noAutofit/>
          </a:bodyPr>
          <a:lstStyle/>
          <a:p>
            <a:r>
              <a:rPr lang="en-US" dirty="0"/>
              <a:t>Title</a:t>
            </a:r>
          </a:p>
        </p:txBody>
      </p:sp>
      <p:sp>
        <p:nvSpPr>
          <p:cNvPr id="3" name="Text Placeholder 2">
            <a:extLst>
              <a:ext uri="{FF2B5EF4-FFF2-40B4-BE49-F238E27FC236}">
                <a16:creationId xmlns:a16="http://schemas.microsoft.com/office/drawing/2014/main" id="{F4BE1C79-616F-D7C0-02B1-92ECF462DD0D}"/>
              </a:ext>
            </a:extLst>
          </p:cNvPr>
          <p:cNvSpPr>
            <a:spLocks noGrp="1"/>
          </p:cNvSpPr>
          <p:nvPr>
            <p:ph type="body" idx="1"/>
          </p:nvPr>
        </p:nvSpPr>
        <p:spPr>
          <a:xfrm>
            <a:off x="428624" y="1446212"/>
            <a:ext cx="11337926" cy="4630737"/>
          </a:xfrm>
          <a:prstGeom prst="rect">
            <a:avLst/>
          </a:prstGeom>
        </p:spPr>
        <p:txBody>
          <a:bodyPr vert="horz" lIns="0" tIns="0" rIns="0" bIns="0" rtlCol="0">
            <a:noAutofit/>
          </a:bodyPr>
          <a:lstStyle/>
          <a:p>
            <a:pPr lvl="0"/>
            <a:r>
              <a:rPr lang="en-US" dirty="0"/>
              <a:t>Level 01</a:t>
            </a:r>
          </a:p>
          <a:p>
            <a:pPr lvl="1"/>
            <a:r>
              <a:rPr lang="en-US" dirty="0"/>
              <a:t>Level 02</a:t>
            </a:r>
          </a:p>
          <a:p>
            <a:pPr lvl="2"/>
            <a:r>
              <a:rPr lang="en-US" dirty="0"/>
              <a:t>Level 03</a:t>
            </a:r>
          </a:p>
          <a:p>
            <a:pPr lvl="3"/>
            <a:r>
              <a:rPr lang="en-US" dirty="0"/>
              <a:t>Level 04</a:t>
            </a:r>
          </a:p>
          <a:p>
            <a:pPr marL="1143000" marR="0" lvl="4" indent="-228600" algn="l"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Char char="•"/>
              <a:tabLst/>
              <a:defRPr/>
            </a:pPr>
            <a:r>
              <a:rPr lang="en-US" dirty="0"/>
              <a:t>Level 05</a:t>
            </a:r>
          </a:p>
          <a:p>
            <a:pPr marL="1371600" marR="0" lvl="0" indent="-228600" algn="l"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Char char="•"/>
              <a:tabLst/>
              <a:defRPr/>
            </a:pPr>
            <a:r>
              <a:rPr lang="en-US" dirty="0"/>
              <a:t>Level 06</a:t>
            </a:r>
          </a:p>
        </p:txBody>
      </p:sp>
      <p:sp>
        <p:nvSpPr>
          <p:cNvPr id="6" name="Slide Number Placeholder 5">
            <a:extLst>
              <a:ext uri="{FF2B5EF4-FFF2-40B4-BE49-F238E27FC236}">
                <a16:creationId xmlns:a16="http://schemas.microsoft.com/office/drawing/2014/main" id="{9F567185-ACB9-908F-2962-5980CB3C095C}"/>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7" name="AddCustomFooter#1">
            <a:extLst>
              <a:ext uri="{FF2B5EF4-FFF2-40B4-BE49-F238E27FC236}">
                <a16:creationId xmlns:a16="http://schemas.microsoft.com/office/drawing/2014/main" id="{E00FAE01-94EC-1357-62EB-1169EE36702E}"/>
              </a:ext>
            </a:extLst>
          </p:cNvPr>
          <p:cNvSpPr txBox="1"/>
          <p:nvPr userDrawn="1"/>
        </p:nvSpPr>
        <p:spPr bwMode="gray">
          <a:xfrm>
            <a:off x="428625" y="6420355"/>
            <a:ext cx="8068234" cy="153888"/>
          </a:xfrm>
          <a:prstGeom prst="rect">
            <a:avLst/>
          </a:prstGeom>
          <a:noFill/>
        </p:spPr>
        <p:txBody>
          <a:bodyPr wrap="none" lIns="0" tIns="0" rIns="0" b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tab pos="274320" algn="l"/>
                <a:tab pos="411480" algn="l"/>
              </a:tabLst>
              <a:defRPr/>
            </a:pPr>
            <a:r>
              <a:rPr kumimoji="0" lang="en-US" sz="1000" b="0" i="0" u="none" strike="noStrike" kern="1200" cap="none" spc="0" normalizeH="0" baseline="0" noProof="0" dirty="0">
                <a:ln>
                  <a:noFill/>
                </a:ln>
                <a:solidFill>
                  <a:schemeClr val="accent3"/>
                </a:solidFill>
                <a:effectLst/>
                <a:uLnTx/>
                <a:uFillTx/>
                <a:latin typeface="+mn-lt"/>
                <a:ea typeface="Verdana" pitchFamily="34" charset="0"/>
                <a:cs typeface="Verdana" pitchFamily="34" charset="0"/>
              </a:rPr>
              <a:t>	|	14/10/2026 | </a:t>
            </a:r>
            <a:r>
              <a:rPr kumimoji="0" lang="fr-FR" sz="1000" b="0" i="0" u="none" strike="noStrike" kern="1200" cap="none" spc="0" normalizeH="0" baseline="0" noProof="0" dirty="0">
                <a:ln>
                  <a:noFill/>
                </a:ln>
                <a:solidFill>
                  <a:schemeClr val="accent3"/>
                </a:solidFill>
                <a:effectLst/>
                <a:uLnTx/>
                <a:uFillTx/>
                <a:latin typeface="+mn-lt"/>
                <a:ea typeface="Verdana" pitchFamily="34" charset="0"/>
                <a:cs typeface="Verdana" pitchFamily="34" charset="0"/>
              </a:rPr>
              <a:t>Orientation et tri multimodal des demandeurs d'emploi par l'Intelligence Artificielle</a:t>
            </a:r>
            <a:r>
              <a:rPr kumimoji="0" lang="en-US" sz="1000" b="0" i="0" u="none" strike="noStrike" kern="1200" cap="none" spc="0" normalizeH="0" baseline="0" noProof="0" dirty="0">
                <a:ln>
                  <a:noFill/>
                </a:ln>
                <a:solidFill>
                  <a:schemeClr val="accent3"/>
                </a:solidFill>
                <a:effectLst/>
                <a:uLnTx/>
                <a:uFillTx/>
                <a:latin typeface="+mn-lt"/>
                <a:ea typeface="Verdana" pitchFamily="34" charset="0"/>
                <a:cs typeface="Verdana" pitchFamily="34" charset="0"/>
              </a:rPr>
              <a:t> | © Atos Group - for external use</a:t>
            </a:r>
            <a:endParaRPr lang="nl-NL" sz="900" baseline="0" dirty="0">
              <a:solidFill>
                <a:schemeClr val="accent3"/>
              </a:solidFill>
              <a:latin typeface="+mn-lt"/>
              <a:ea typeface="Verdana" pitchFamily="34" charset="0"/>
              <a:cs typeface="Verdana" pitchFamily="34" charset="0"/>
            </a:endParaRPr>
          </a:p>
        </p:txBody>
      </p:sp>
      <p:sp>
        <p:nvSpPr>
          <p:cNvPr id="5" name="Graphique 10" descr="Atos logo">
            <a:extLst>
              <a:ext uri="{FF2B5EF4-FFF2-40B4-BE49-F238E27FC236}">
                <a16:creationId xmlns:a16="http://schemas.microsoft.com/office/drawing/2014/main" id="{1C95FD47-5D5D-CF7D-07B8-ABFE4BCD951D}"/>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523802451"/>
      </p:ext>
    </p:extLst>
  </p:cSld>
  <p:clrMap bg1="lt1" tx1="dk1" bg2="lt2" tx2="dk2" accent1="accent1" accent2="accent2" accent3="accent3" accent4="accent4" accent5="accent5" accent6="accent6" hlink="hlink" folHlink="folHlink"/>
  <p:sldLayoutIdLst>
    <p:sldLayoutId id="2147483765" r:id="rId1"/>
    <p:sldLayoutId id="2147483831" r:id="rId2"/>
    <p:sldLayoutId id="2147483766" r:id="rId3"/>
    <p:sldLayoutId id="2147483792" r:id="rId4"/>
    <p:sldLayoutId id="2147483793" r:id="rId5"/>
    <p:sldLayoutId id="2147483767" r:id="rId6"/>
    <p:sldLayoutId id="2147483794" r:id="rId7"/>
    <p:sldLayoutId id="2147483795" r:id="rId8"/>
    <p:sldLayoutId id="2147483796" r:id="rId9"/>
    <p:sldLayoutId id="2147483797" r:id="rId10"/>
    <p:sldLayoutId id="2147483798" r:id="rId11"/>
    <p:sldLayoutId id="2147483799" r:id="rId12"/>
    <p:sldLayoutId id="2147483800" r:id="rId13"/>
    <p:sldLayoutId id="2147483801" r:id="rId14"/>
    <p:sldLayoutId id="2147483802" r:id="rId15"/>
    <p:sldLayoutId id="2147483803" r:id="rId16"/>
    <p:sldLayoutId id="2147483804" r:id="rId17"/>
    <p:sldLayoutId id="2147483782" r:id="rId18"/>
    <p:sldLayoutId id="2147483783" r:id="rId19"/>
    <p:sldLayoutId id="2147483650" r:id="rId20"/>
    <p:sldLayoutId id="2147483693" r:id="rId21"/>
    <p:sldLayoutId id="2147483751" r:id="rId22"/>
    <p:sldLayoutId id="2147483752" r:id="rId23"/>
    <p:sldLayoutId id="2147483753" r:id="rId24"/>
    <p:sldLayoutId id="2147483695" r:id="rId25"/>
    <p:sldLayoutId id="2147483754" r:id="rId26"/>
    <p:sldLayoutId id="2147483755" r:id="rId27"/>
    <p:sldLayoutId id="2147483756" r:id="rId28"/>
    <p:sldLayoutId id="2147483757" r:id="rId29"/>
    <p:sldLayoutId id="2147483758" r:id="rId30"/>
    <p:sldLayoutId id="2147483759" r:id="rId31"/>
    <p:sldLayoutId id="2147483760" r:id="rId32"/>
    <p:sldLayoutId id="2147483761" r:id="rId33"/>
    <p:sldLayoutId id="2147483656" r:id="rId34"/>
    <p:sldLayoutId id="2147483746" r:id="rId35"/>
    <p:sldLayoutId id="2147483655" r:id="rId36"/>
    <p:sldLayoutId id="2147483696" r:id="rId37"/>
    <p:sldLayoutId id="2147483697" r:id="rId38"/>
    <p:sldLayoutId id="2147483722" r:id="rId39"/>
    <p:sldLayoutId id="2147483699" r:id="rId40"/>
    <p:sldLayoutId id="2147483703" r:id="rId41"/>
    <p:sldLayoutId id="2147483833" r:id="rId42"/>
    <p:sldLayoutId id="2147483701" r:id="rId43"/>
    <p:sldLayoutId id="2147483702" r:id="rId44"/>
    <p:sldLayoutId id="2147483704" r:id="rId45"/>
    <p:sldLayoutId id="2147483707" r:id="rId46"/>
    <p:sldLayoutId id="2147483706" r:id="rId47"/>
    <p:sldLayoutId id="2147483705" r:id="rId48"/>
    <p:sldLayoutId id="2147483708" r:id="rId49"/>
    <p:sldLayoutId id="2147483709" r:id="rId50"/>
    <p:sldLayoutId id="2147483724" r:id="rId51"/>
    <p:sldLayoutId id="2147483712" r:id="rId52"/>
    <p:sldLayoutId id="2147483737" r:id="rId53"/>
    <p:sldLayoutId id="2147483739" r:id="rId54"/>
    <p:sldLayoutId id="2147483738" r:id="rId55"/>
    <p:sldLayoutId id="2147483729" r:id="rId56"/>
    <p:sldLayoutId id="2147483730" r:id="rId57"/>
    <p:sldLayoutId id="2147483731" r:id="rId58"/>
    <p:sldLayoutId id="2147483727" r:id="rId59"/>
    <p:sldLayoutId id="2147483750" r:id="rId60"/>
    <p:sldLayoutId id="2147483805" r:id="rId61"/>
    <p:sldLayoutId id="2147483806" r:id="rId62"/>
    <p:sldLayoutId id="2147483807" r:id="rId63"/>
    <p:sldLayoutId id="2147483832" r:id="rId64"/>
    <p:sldLayoutId id="2147483788" r:id="rId65"/>
    <p:sldLayoutId id="2147483790" r:id="rId66"/>
    <p:sldLayoutId id="2147483791" r:id="rId67"/>
    <p:sldLayoutId id="2147483771" r:id="rId68"/>
    <p:sldLayoutId id="2147483772" r:id="rId69"/>
    <p:sldLayoutId id="2147483773" r:id="rId70"/>
    <p:sldLayoutId id="2147483774" r:id="rId71"/>
    <p:sldLayoutId id="2147483775" r:id="rId72"/>
    <p:sldLayoutId id="2147483776" r:id="rId73"/>
    <p:sldLayoutId id="2147483777" r:id="rId74"/>
    <p:sldLayoutId id="2147483781" r:id="rId75"/>
    <p:sldLayoutId id="2147483780" r:id="rId76"/>
    <p:sldLayoutId id="2147483779" r:id="rId77"/>
    <p:sldLayoutId id="2147483778" r:id="rId78"/>
    <p:sldLayoutId id="2147483808" r:id="rId79"/>
    <p:sldLayoutId id="2147483809" r:id="rId80"/>
    <p:sldLayoutId id="2147483810" r:id="rId81"/>
    <p:sldLayoutId id="2147483811" r:id="rId82"/>
    <p:sldLayoutId id="2147483812" r:id="rId83"/>
    <p:sldLayoutId id="2147483813" r:id="rId84"/>
    <p:sldLayoutId id="2147483814" r:id="rId85"/>
    <p:sldLayoutId id="2147483815" r:id="rId86"/>
    <p:sldLayoutId id="2147483816" r:id="rId87"/>
    <p:sldLayoutId id="2147483817" r:id="rId88"/>
    <p:sldLayoutId id="2147483818" r:id="rId89"/>
    <p:sldLayoutId id="2147483819" r:id="rId90"/>
    <p:sldLayoutId id="2147483820" r:id="rId91"/>
    <p:sldLayoutId id="2147483821" r:id="rId92"/>
    <p:sldLayoutId id="2147483822" r:id="rId93"/>
    <p:sldLayoutId id="2147483823" r:id="rId94"/>
    <p:sldLayoutId id="2147483824" r:id="rId95"/>
    <p:sldLayoutId id="2147483825" r:id="rId96"/>
    <p:sldLayoutId id="2147483826" r:id="rId97"/>
    <p:sldLayoutId id="2147483827" r:id="rId98"/>
    <p:sldLayoutId id="2147483828" r:id="rId99"/>
    <p:sldLayoutId id="2147483748" r:id="rId100"/>
    <p:sldLayoutId id="2147483829" r:id="rId101"/>
    <p:sldLayoutId id="2147483830" r:id="rId102"/>
  </p:sldLayoutIdLst>
  <p:hf hdr="0" ftr="0" dt="0"/>
  <p:txStyles>
    <p:titleStyle>
      <a:lvl1pPr algn="l" defTabSz="914400" rtl="0" eaLnBrk="1" latinLnBrk="0" hangingPunct="1">
        <a:lnSpc>
          <a:spcPct val="100000"/>
        </a:lnSpc>
        <a:spcBef>
          <a:spcPct val="0"/>
        </a:spcBef>
        <a:buNone/>
        <a:defRPr sz="2800" kern="1200">
          <a:solidFill>
            <a:schemeClr val="accent1"/>
          </a:solidFill>
          <a:latin typeface="+mj-lt"/>
          <a:ea typeface="+mj-ea"/>
          <a:cs typeface="+mj-cs"/>
        </a:defRPr>
      </a:lvl1pPr>
    </p:titleStyle>
    <p:body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28" userDrawn="1">
          <p15:clr>
            <a:srgbClr val="F26B43"/>
          </p15:clr>
        </p15:guide>
        <p15:guide id="2" pos="270" userDrawn="1">
          <p15:clr>
            <a:srgbClr val="F26B43"/>
          </p15:clr>
        </p15:guide>
        <p15:guide id="3" pos="7412" userDrawn="1">
          <p15:clr>
            <a:srgbClr val="F26B43"/>
          </p15:clr>
        </p15:guide>
        <p15:guide id="4" orient="horz" pos="911"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9.xml"/></Relationships>
</file>

<file path=ppt/slides/_rels/slide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51.xml"/><Relationship Id="rId5" Type="http://schemas.openxmlformats.org/officeDocument/2006/relationships/image" Target="../media/image22.png"/><Relationship Id="rId4" Type="http://schemas.openxmlformats.org/officeDocument/2006/relationships/image" Target="../media/image21.png"/></Relationships>
</file>

<file path=ppt/slides/_rels/slide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4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9.xml"/></Relationships>
</file>

<file path=ppt/slides/_rels/slide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20.xml"/><Relationship Id="rId5" Type="http://schemas.openxmlformats.org/officeDocument/2006/relationships/image" Target="../media/image29.png"/><Relationship Id="rId4" Type="http://schemas.openxmlformats.org/officeDocument/2006/relationships/image" Target="../media/image28.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34.xml"/></Relationships>
</file>

<file path=ppt/slides/_rels/slide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9.xml"/><Relationship Id="rId1" Type="http://schemas.openxmlformats.org/officeDocument/2006/relationships/slideLayout" Target="../slideLayouts/slideLayout3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9.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1.xml"/><Relationship Id="rId1" Type="http://schemas.openxmlformats.org/officeDocument/2006/relationships/slideLayout" Target="../slideLayouts/slideLayout3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2.xml.rels><?xml version="1.0" encoding="UTF-8" standalone="yes"?>
<Relationships xmlns="http://schemas.openxmlformats.org/package/2006/relationships"><Relationship Id="rId8" Type="http://schemas.openxmlformats.org/officeDocument/2006/relationships/diagramData" Target="../diagrams/data3.xml"/><Relationship Id="rId13" Type="http://schemas.openxmlformats.org/officeDocument/2006/relationships/diagramData" Target="../diagrams/data4.xml"/><Relationship Id="rId3" Type="http://schemas.openxmlformats.org/officeDocument/2006/relationships/diagramData" Target="../diagrams/data2.xml"/><Relationship Id="rId7" Type="http://schemas.microsoft.com/office/2007/relationships/diagramDrawing" Target="../diagrams/drawing2.xml"/><Relationship Id="rId12" Type="http://schemas.microsoft.com/office/2007/relationships/diagramDrawing" Target="../diagrams/drawing3.xml"/><Relationship Id="rId17" Type="http://schemas.microsoft.com/office/2007/relationships/diagramDrawing" Target="../diagrams/drawing4.xml"/><Relationship Id="rId2" Type="http://schemas.openxmlformats.org/officeDocument/2006/relationships/notesSlide" Target="../notesSlides/notesSlide12.xml"/><Relationship Id="rId16" Type="http://schemas.openxmlformats.org/officeDocument/2006/relationships/diagramColors" Target="../diagrams/colors4.xml"/><Relationship Id="rId1" Type="http://schemas.openxmlformats.org/officeDocument/2006/relationships/slideLayout" Target="../slideLayouts/slideLayout34.xml"/><Relationship Id="rId6" Type="http://schemas.openxmlformats.org/officeDocument/2006/relationships/diagramColors" Target="../diagrams/colors2.xml"/><Relationship Id="rId11" Type="http://schemas.openxmlformats.org/officeDocument/2006/relationships/diagramColors" Target="../diagrams/colors3.xml"/><Relationship Id="rId5" Type="http://schemas.openxmlformats.org/officeDocument/2006/relationships/diagramQuickStyle" Target="../diagrams/quickStyle2.xml"/><Relationship Id="rId15" Type="http://schemas.openxmlformats.org/officeDocument/2006/relationships/diagramQuickStyle" Target="../diagrams/quickStyle4.xml"/><Relationship Id="rId10" Type="http://schemas.openxmlformats.org/officeDocument/2006/relationships/diagramQuickStyle" Target="../diagrams/quickStyle3.xml"/><Relationship Id="rId4" Type="http://schemas.openxmlformats.org/officeDocument/2006/relationships/diagramLayout" Target="../diagrams/layout2.xml"/><Relationship Id="rId9" Type="http://schemas.openxmlformats.org/officeDocument/2006/relationships/diagramLayout" Target="../diagrams/layout3.xml"/><Relationship Id="rId14" Type="http://schemas.openxmlformats.org/officeDocument/2006/relationships/diagramLayout" Target="../diagrams/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3.xml"/><Relationship Id="rId1" Type="http://schemas.openxmlformats.org/officeDocument/2006/relationships/slideLayout" Target="../slideLayouts/slideLayout34.xml"/></Relationships>
</file>

<file path=ppt/slides/_rels/slide1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7.xml"/><Relationship Id="rId5" Type="http://schemas.openxmlformats.org/officeDocument/2006/relationships/image" Target="../media/image45.png"/><Relationship Id="rId4" Type="http://schemas.openxmlformats.org/officeDocument/2006/relationships/image" Target="../media/image44.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6.xml"/><Relationship Id="rId1" Type="http://schemas.openxmlformats.org/officeDocument/2006/relationships/slideLayout" Target="../slideLayouts/slideLayout34.xml"/></Relationships>
</file>

<file path=ppt/slides/_rels/slide1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7.xml"/><Relationship Id="rId1" Type="http://schemas.openxmlformats.org/officeDocument/2006/relationships/slideLayout" Target="../slideLayouts/slideLayout34.xml"/><Relationship Id="rId4" Type="http://schemas.openxmlformats.org/officeDocument/2006/relationships/image" Target="../media/image48.png"/></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8.xml"/><Relationship Id="rId1" Type="http://schemas.openxmlformats.org/officeDocument/2006/relationships/slideLayout" Target="../slideLayouts/slideLayout51.xml"/><Relationship Id="rId5" Type="http://schemas.openxmlformats.org/officeDocument/2006/relationships/image" Target="../media/image51.png"/><Relationship Id="rId4" Type="http://schemas.openxmlformats.org/officeDocument/2006/relationships/image" Target="../media/image50.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9.xml"/></Relationships>
</file>

<file path=ppt/slides/_rels/slide20.xml.rels><?xml version="1.0" encoding="UTF-8" standalone="yes"?>
<Relationships xmlns="http://schemas.openxmlformats.org/package/2006/relationships"><Relationship Id="rId8" Type="http://schemas.openxmlformats.org/officeDocument/2006/relationships/diagramData" Target="../diagrams/data6.xml"/><Relationship Id="rId3" Type="http://schemas.openxmlformats.org/officeDocument/2006/relationships/diagramData" Target="../diagrams/data5.xml"/><Relationship Id="rId7" Type="http://schemas.microsoft.com/office/2007/relationships/diagramDrawing" Target="../diagrams/drawing5.xml"/><Relationship Id="rId12" Type="http://schemas.microsoft.com/office/2007/relationships/diagramDrawing" Target="../diagrams/drawing6.xml"/><Relationship Id="rId2" Type="http://schemas.openxmlformats.org/officeDocument/2006/relationships/notesSlide" Target="../notesSlides/notesSlide20.xml"/><Relationship Id="rId1" Type="http://schemas.openxmlformats.org/officeDocument/2006/relationships/slideLayout" Target="../slideLayouts/slideLayout34.xml"/><Relationship Id="rId6" Type="http://schemas.openxmlformats.org/officeDocument/2006/relationships/diagramColors" Target="../diagrams/colors5.xml"/><Relationship Id="rId11" Type="http://schemas.openxmlformats.org/officeDocument/2006/relationships/diagramColors" Target="../diagrams/colors6.xml"/><Relationship Id="rId5" Type="http://schemas.openxmlformats.org/officeDocument/2006/relationships/diagramQuickStyle" Target="../diagrams/quickStyle5.xml"/><Relationship Id="rId10" Type="http://schemas.openxmlformats.org/officeDocument/2006/relationships/diagramQuickStyle" Target="../diagrams/quickStyle6.xml"/><Relationship Id="rId4" Type="http://schemas.openxmlformats.org/officeDocument/2006/relationships/diagramLayout" Target="../diagrams/layout5.xml"/><Relationship Id="rId9" Type="http://schemas.openxmlformats.org/officeDocument/2006/relationships/diagramLayout" Target="../diagrams/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1.xml"/><Relationship Id="rId1" Type="http://schemas.openxmlformats.org/officeDocument/2006/relationships/slideLayout" Target="../slideLayouts/slideLayout34.xml"/><Relationship Id="rId4" Type="http://schemas.openxmlformats.org/officeDocument/2006/relationships/image" Target="../media/image53.png"/></Relationships>
</file>

<file path=ppt/slides/_rels/slide22.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notesSlide" Target="../notesSlides/notesSlide22.xml"/><Relationship Id="rId1" Type="http://schemas.openxmlformats.org/officeDocument/2006/relationships/slideLayout" Target="../slideLayouts/slideLayout34.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2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23.xml"/><Relationship Id="rId1" Type="http://schemas.openxmlformats.org/officeDocument/2006/relationships/slideLayout" Target="../slideLayouts/slideLayout34.xml"/></Relationships>
</file>

<file path=ppt/slides/_rels/slide2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4.xml"/><Relationship Id="rId1" Type="http://schemas.openxmlformats.org/officeDocument/2006/relationships/slideLayout" Target="../slideLayouts/slideLayout34.xml"/></Relationships>
</file>

<file path=ppt/slides/_rels/slide25.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25.xml"/><Relationship Id="rId1" Type="http://schemas.openxmlformats.org/officeDocument/2006/relationships/slideLayout" Target="../slideLayouts/slideLayout34.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9.xml"/></Relationships>
</file>

<file path=ppt/slides/_rels/slide27.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7.xml"/><Relationship Id="rId1" Type="http://schemas.openxmlformats.org/officeDocument/2006/relationships/slideLayout" Target="../slideLayouts/slideLayout34.xml"/></Relationships>
</file>

<file path=ppt/slides/_rels/slide28.xml.rels><?xml version="1.0" encoding="UTF-8" standalone="yes"?>
<Relationships xmlns="http://schemas.openxmlformats.org/package/2006/relationships"><Relationship Id="rId8" Type="http://schemas.openxmlformats.org/officeDocument/2006/relationships/diagramData" Target="../diagrams/data9.xml"/><Relationship Id="rId3" Type="http://schemas.openxmlformats.org/officeDocument/2006/relationships/diagramData" Target="../diagrams/data8.xml"/><Relationship Id="rId7" Type="http://schemas.microsoft.com/office/2007/relationships/diagramDrawing" Target="../diagrams/drawing8.xml"/><Relationship Id="rId12" Type="http://schemas.microsoft.com/office/2007/relationships/diagramDrawing" Target="../diagrams/drawing9.xml"/><Relationship Id="rId2" Type="http://schemas.openxmlformats.org/officeDocument/2006/relationships/notesSlide" Target="../notesSlides/notesSlide28.xml"/><Relationship Id="rId1" Type="http://schemas.openxmlformats.org/officeDocument/2006/relationships/slideLayout" Target="../slideLayouts/slideLayout34.xml"/><Relationship Id="rId6" Type="http://schemas.openxmlformats.org/officeDocument/2006/relationships/diagramColors" Target="../diagrams/colors8.xml"/><Relationship Id="rId11" Type="http://schemas.openxmlformats.org/officeDocument/2006/relationships/diagramColors" Target="../diagrams/colors9.xml"/><Relationship Id="rId5" Type="http://schemas.openxmlformats.org/officeDocument/2006/relationships/diagramQuickStyle" Target="../diagrams/quickStyle8.xml"/><Relationship Id="rId10" Type="http://schemas.openxmlformats.org/officeDocument/2006/relationships/diagramQuickStyle" Target="../diagrams/quickStyle9.xml"/><Relationship Id="rId4" Type="http://schemas.openxmlformats.org/officeDocument/2006/relationships/diagramLayout" Target="../diagrams/layout8.xml"/><Relationship Id="rId9" Type="http://schemas.openxmlformats.org/officeDocument/2006/relationships/diagramLayout" Target="../diagrams/layout9.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FA59B-4418-6E01-476C-02C65DBE8DC4}"/>
              </a:ext>
            </a:extLst>
          </p:cNvPr>
          <p:cNvSpPr>
            <a:spLocks noGrp="1"/>
          </p:cNvSpPr>
          <p:nvPr>
            <p:ph type="title"/>
          </p:nvPr>
        </p:nvSpPr>
        <p:spPr>
          <a:xfrm>
            <a:off x="428625" y="867145"/>
            <a:ext cx="11484454" cy="1554480"/>
          </a:xfrm>
        </p:spPr>
        <p:txBody>
          <a:bodyPr/>
          <a:lstStyle/>
          <a:p>
            <a:r>
              <a:rPr lang="fr-FR" b="1" dirty="0"/>
              <a:t>Orientation et tri multimodal des demandeurs d'emploi par l'Intelligence Artificielle</a:t>
            </a:r>
            <a:endParaRPr lang="en-US" dirty="0"/>
          </a:p>
        </p:txBody>
      </p:sp>
      <p:sp>
        <p:nvSpPr>
          <p:cNvPr id="3" name="Text Placeholder 2">
            <a:extLst>
              <a:ext uri="{FF2B5EF4-FFF2-40B4-BE49-F238E27FC236}">
                <a16:creationId xmlns:a16="http://schemas.microsoft.com/office/drawing/2014/main" id="{5A1886F6-FFC1-61E0-9943-6B112CF98FDA}"/>
              </a:ext>
            </a:extLst>
          </p:cNvPr>
          <p:cNvSpPr>
            <a:spLocks noGrp="1"/>
          </p:cNvSpPr>
          <p:nvPr>
            <p:ph type="body" sz="quarter" idx="13"/>
          </p:nvPr>
        </p:nvSpPr>
        <p:spPr>
          <a:xfrm>
            <a:off x="497636" y="2513742"/>
            <a:ext cx="6766560" cy="1216152"/>
          </a:xfrm>
        </p:spPr>
        <p:txBody>
          <a:bodyPr/>
          <a:lstStyle/>
          <a:p>
            <a:pPr fontAlgn="auto">
              <a:spcBef>
                <a:spcPts val="0"/>
              </a:spcBef>
              <a:buClr>
                <a:schemeClr val="accent3"/>
              </a:buClr>
              <a:defRPr/>
            </a:pPr>
            <a:r>
              <a:rPr lang="en-US" dirty="0"/>
              <a:t>For external use</a:t>
            </a:r>
            <a:endParaRPr lang="en-NL" dirty="0"/>
          </a:p>
        </p:txBody>
      </p:sp>
      <p:sp>
        <p:nvSpPr>
          <p:cNvPr id="4" name="Text Placeholder 3">
            <a:extLst>
              <a:ext uri="{FF2B5EF4-FFF2-40B4-BE49-F238E27FC236}">
                <a16:creationId xmlns:a16="http://schemas.microsoft.com/office/drawing/2014/main" id="{A2B7F93A-F83B-F168-F24F-3200DB2ADE9B}"/>
              </a:ext>
            </a:extLst>
          </p:cNvPr>
          <p:cNvSpPr>
            <a:spLocks noGrp="1"/>
          </p:cNvSpPr>
          <p:nvPr>
            <p:ph type="body" sz="quarter" idx="15"/>
          </p:nvPr>
        </p:nvSpPr>
        <p:spPr>
          <a:xfrm>
            <a:off x="428625" y="4765675"/>
            <a:ext cx="9060432" cy="969264"/>
          </a:xfrm>
        </p:spPr>
        <p:txBody>
          <a:bodyPr/>
          <a:lstStyle/>
          <a:p>
            <a:r>
              <a:rPr lang="en-US" dirty="0"/>
              <a:t>14/10/2026 à 12h – Romain Busuttil</a:t>
            </a:r>
          </a:p>
          <a:p>
            <a:endParaRPr lang="en-US" dirty="0"/>
          </a:p>
          <a:p>
            <a:r>
              <a:rPr lang="en-US" dirty="0"/>
              <a:t>Dans le cadre </a:t>
            </a:r>
            <a:r>
              <a:rPr lang="fr-FR" dirty="0"/>
              <a:t>la certification Atlas :</a:t>
            </a:r>
          </a:p>
          <a:p>
            <a:r>
              <a:rPr lang="fr-FR" dirty="0"/>
              <a:t>« Concevoir et implémenter une solution d’intelligence artificielle (IA) »</a:t>
            </a:r>
            <a:endParaRPr lang="en-US" dirty="0"/>
          </a:p>
        </p:txBody>
      </p:sp>
    </p:spTree>
    <p:extLst>
      <p:ext uri="{BB962C8B-B14F-4D97-AF65-F5344CB8AC3E}">
        <p14:creationId xmlns:p14="http://schemas.microsoft.com/office/powerpoint/2010/main" val="28215376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6C2910E-DD83-F10C-2C5E-A667AD984F34}"/>
              </a:ext>
            </a:extLst>
          </p:cNvPr>
          <p:cNvSpPr>
            <a:spLocks noGrp="1"/>
          </p:cNvSpPr>
          <p:nvPr>
            <p:ph type="title"/>
          </p:nvPr>
        </p:nvSpPr>
        <p:spPr/>
        <p:txBody>
          <a:bodyPr/>
          <a:lstStyle/>
          <a:p>
            <a:endParaRPr lang="fr-FR"/>
          </a:p>
        </p:txBody>
      </p:sp>
      <p:sp>
        <p:nvSpPr>
          <p:cNvPr id="3" name="Espace réservé du texte 2">
            <a:extLst>
              <a:ext uri="{FF2B5EF4-FFF2-40B4-BE49-F238E27FC236}">
                <a16:creationId xmlns:a16="http://schemas.microsoft.com/office/drawing/2014/main" id="{4B6271D1-DF73-0F2F-C6D3-B145F770DA0C}"/>
              </a:ext>
            </a:extLst>
          </p:cNvPr>
          <p:cNvSpPr>
            <a:spLocks noGrp="1"/>
          </p:cNvSpPr>
          <p:nvPr>
            <p:ph type="body" sz="quarter" idx="10"/>
          </p:nvPr>
        </p:nvSpPr>
        <p:spPr/>
        <p:txBody>
          <a:bodyPr/>
          <a:lstStyle/>
          <a:p>
            <a:pPr>
              <a:spcAft>
                <a:spcPts val="3000"/>
              </a:spcAft>
            </a:pPr>
            <a:r>
              <a:rPr lang="fr-FR" dirty="0"/>
              <a:t>Cadrage métier &amp; problème</a:t>
            </a:r>
          </a:p>
          <a:p>
            <a:pPr>
              <a:spcAft>
                <a:spcPts val="3000"/>
              </a:spcAft>
            </a:pPr>
            <a:r>
              <a:rPr lang="fr-FR" dirty="0"/>
              <a:t>Sources des données &amp; EDA</a:t>
            </a:r>
          </a:p>
          <a:p>
            <a:pPr>
              <a:spcAft>
                <a:spcPts val="3000"/>
              </a:spcAft>
            </a:pPr>
            <a:r>
              <a:rPr lang="fr-FR" dirty="0"/>
              <a:t>Modélisation &amp; entrainement</a:t>
            </a:r>
          </a:p>
          <a:p>
            <a:pPr>
              <a:spcAft>
                <a:spcPts val="3000"/>
              </a:spcAft>
            </a:pPr>
            <a:r>
              <a:rPr lang="fr-FR" dirty="0"/>
              <a:t>Industrialisation</a:t>
            </a:r>
          </a:p>
          <a:p>
            <a:pPr>
              <a:spcAft>
                <a:spcPts val="3000"/>
              </a:spcAft>
            </a:pPr>
            <a:r>
              <a:rPr lang="fr-FR" dirty="0"/>
              <a:t>Suivi en production &amp; amélioration continue</a:t>
            </a:r>
          </a:p>
          <a:p>
            <a:pPr>
              <a:spcAft>
                <a:spcPts val="3000"/>
              </a:spcAft>
            </a:pPr>
            <a:r>
              <a:rPr lang="fr-FR" dirty="0"/>
              <a:t>Conclusion et questions ouvertes</a:t>
            </a:r>
          </a:p>
        </p:txBody>
      </p:sp>
      <p:sp>
        <p:nvSpPr>
          <p:cNvPr id="4" name="Espace réservé du numéro de diapositive 3">
            <a:extLst>
              <a:ext uri="{FF2B5EF4-FFF2-40B4-BE49-F238E27FC236}">
                <a16:creationId xmlns:a16="http://schemas.microsoft.com/office/drawing/2014/main" id="{A1AEC3B3-079F-46D9-3554-519E33D23E74}"/>
              </a:ext>
            </a:extLst>
          </p:cNvPr>
          <p:cNvSpPr>
            <a:spLocks noGrp="1"/>
          </p:cNvSpPr>
          <p:nvPr>
            <p:ph type="sldNum" sz="quarter" idx="4"/>
          </p:nvPr>
        </p:nvSpPr>
        <p:spPr/>
        <p:txBody>
          <a:bodyPr/>
          <a:lstStyle/>
          <a:p>
            <a:fld id="{DAF489CC-3B7A-4DA5-A8C0-4984788D0EC5}" type="slidenum">
              <a:rPr lang="nl-NL" smtClean="0"/>
              <a:pPr/>
              <a:t>2</a:t>
            </a:fld>
            <a:endParaRPr lang="nl-NL" dirty="0"/>
          </a:p>
        </p:txBody>
      </p:sp>
    </p:spTree>
    <p:extLst>
      <p:ext uri="{BB962C8B-B14F-4D97-AF65-F5344CB8AC3E}">
        <p14:creationId xmlns:p14="http://schemas.microsoft.com/office/powerpoint/2010/main" val="18003467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8584C10-5FF3-BDEE-499A-86607A4BF587}"/>
              </a:ext>
            </a:extLst>
          </p:cNvPr>
          <p:cNvSpPr>
            <a:spLocks noGrp="1"/>
          </p:cNvSpPr>
          <p:nvPr>
            <p:ph type="title"/>
          </p:nvPr>
        </p:nvSpPr>
        <p:spPr/>
        <p:txBody>
          <a:bodyPr/>
          <a:lstStyle/>
          <a:p>
            <a:r>
              <a:rPr lang="fr-FR" dirty="0"/>
              <a:t>Cadrage métier &amp; problème</a:t>
            </a:r>
          </a:p>
        </p:txBody>
      </p:sp>
      <p:sp>
        <p:nvSpPr>
          <p:cNvPr id="3" name="Espace réservé du texte 2">
            <a:extLst>
              <a:ext uri="{FF2B5EF4-FFF2-40B4-BE49-F238E27FC236}">
                <a16:creationId xmlns:a16="http://schemas.microsoft.com/office/drawing/2014/main" id="{8214310D-F2C2-F41C-5F7B-81928F944557}"/>
              </a:ext>
            </a:extLst>
          </p:cNvPr>
          <p:cNvSpPr>
            <a:spLocks noGrp="1"/>
          </p:cNvSpPr>
          <p:nvPr>
            <p:ph type="body" sz="quarter" idx="13"/>
          </p:nvPr>
        </p:nvSpPr>
        <p:spPr>
          <a:xfrm>
            <a:off x="390098" y="389618"/>
            <a:ext cx="1376980" cy="1477328"/>
          </a:xfrm>
        </p:spPr>
        <p:txBody>
          <a:bodyPr/>
          <a:lstStyle/>
          <a:p>
            <a:r>
              <a:rPr lang="fr-FR" dirty="0"/>
              <a:t>01</a:t>
            </a:r>
          </a:p>
        </p:txBody>
      </p:sp>
    </p:spTree>
    <p:extLst>
      <p:ext uri="{BB962C8B-B14F-4D97-AF65-F5344CB8AC3E}">
        <p14:creationId xmlns:p14="http://schemas.microsoft.com/office/powerpoint/2010/main" val="11812396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65C788-6F7E-EF3B-F47C-EFD316AA64A1}"/>
              </a:ext>
            </a:extLst>
          </p:cNvPr>
          <p:cNvSpPr>
            <a:spLocks noGrp="1"/>
          </p:cNvSpPr>
          <p:nvPr>
            <p:ph type="title"/>
          </p:nvPr>
        </p:nvSpPr>
        <p:spPr/>
        <p:txBody>
          <a:bodyPr/>
          <a:lstStyle/>
          <a:p>
            <a:r>
              <a:rPr lang="fr-FR" dirty="0"/>
              <a:t>Cadrage métier &amp; problème</a:t>
            </a:r>
          </a:p>
        </p:txBody>
      </p:sp>
      <p:sp>
        <p:nvSpPr>
          <p:cNvPr id="3" name="Espace réservé du texte 2">
            <a:extLst>
              <a:ext uri="{FF2B5EF4-FFF2-40B4-BE49-F238E27FC236}">
                <a16:creationId xmlns:a16="http://schemas.microsoft.com/office/drawing/2014/main" id="{6644CB0F-CC57-C9B1-01C3-EEAB63D30A6E}"/>
              </a:ext>
            </a:extLst>
          </p:cNvPr>
          <p:cNvSpPr>
            <a:spLocks noGrp="1"/>
          </p:cNvSpPr>
          <p:nvPr>
            <p:ph type="body" sz="quarter" idx="10"/>
          </p:nvPr>
        </p:nvSpPr>
        <p:spPr/>
        <p:txBody>
          <a:bodyPr/>
          <a:lstStyle/>
          <a:p>
            <a:r>
              <a:rPr lang="fr-FR" dirty="0"/>
              <a:t>Quel est le problème ? Comment le résoudre ?</a:t>
            </a:r>
          </a:p>
        </p:txBody>
      </p:sp>
      <p:sp>
        <p:nvSpPr>
          <p:cNvPr id="4" name="Espace réservé du texte 3">
            <a:extLst>
              <a:ext uri="{FF2B5EF4-FFF2-40B4-BE49-F238E27FC236}">
                <a16:creationId xmlns:a16="http://schemas.microsoft.com/office/drawing/2014/main" id="{3A86DF2A-A602-9716-E693-C008B07349C5}"/>
              </a:ext>
            </a:extLst>
          </p:cNvPr>
          <p:cNvSpPr>
            <a:spLocks noGrp="1"/>
          </p:cNvSpPr>
          <p:nvPr>
            <p:ph type="body" sz="quarter" idx="13"/>
          </p:nvPr>
        </p:nvSpPr>
        <p:spPr>
          <a:xfrm>
            <a:off x="1801503" y="1477699"/>
            <a:ext cx="9965046" cy="1417320"/>
          </a:xfrm>
        </p:spPr>
        <p:txBody>
          <a:bodyPr/>
          <a:lstStyle/>
          <a:p>
            <a:r>
              <a:rPr lang="fr-FR" dirty="0"/>
              <a:t>Contexte client</a:t>
            </a:r>
          </a:p>
        </p:txBody>
      </p:sp>
      <p:sp>
        <p:nvSpPr>
          <p:cNvPr id="5" name="Espace réservé du texte 4">
            <a:extLst>
              <a:ext uri="{FF2B5EF4-FFF2-40B4-BE49-F238E27FC236}">
                <a16:creationId xmlns:a16="http://schemas.microsoft.com/office/drawing/2014/main" id="{2CF2A6EE-F5F8-5ADC-D188-1C63C2A046D7}"/>
              </a:ext>
            </a:extLst>
          </p:cNvPr>
          <p:cNvSpPr>
            <a:spLocks noGrp="1"/>
          </p:cNvSpPr>
          <p:nvPr>
            <p:ph type="body" sz="quarter" idx="23"/>
          </p:nvPr>
        </p:nvSpPr>
        <p:spPr/>
        <p:txBody>
          <a:bodyPr/>
          <a:lstStyle/>
          <a:p>
            <a:r>
              <a:rPr lang="fr-FR" dirty="0"/>
              <a:t>Tâche IA</a:t>
            </a:r>
          </a:p>
        </p:txBody>
      </p:sp>
      <p:sp>
        <p:nvSpPr>
          <p:cNvPr id="6" name="Espace réservé du texte 5">
            <a:extLst>
              <a:ext uri="{FF2B5EF4-FFF2-40B4-BE49-F238E27FC236}">
                <a16:creationId xmlns:a16="http://schemas.microsoft.com/office/drawing/2014/main" id="{69FAEAF4-5BF1-AB67-D20F-28C20466CF8B}"/>
              </a:ext>
            </a:extLst>
          </p:cNvPr>
          <p:cNvSpPr>
            <a:spLocks noGrp="1"/>
          </p:cNvSpPr>
          <p:nvPr>
            <p:ph type="body" sz="quarter" idx="24"/>
          </p:nvPr>
        </p:nvSpPr>
        <p:spPr/>
        <p:txBody>
          <a:bodyPr/>
          <a:lstStyle/>
          <a:p>
            <a:r>
              <a:rPr lang="fr-FR" dirty="0"/>
              <a:t>Impacts</a:t>
            </a:r>
          </a:p>
        </p:txBody>
      </p:sp>
      <p:sp>
        <p:nvSpPr>
          <p:cNvPr id="7" name="Espace réservé du numéro de diapositive 6">
            <a:extLst>
              <a:ext uri="{FF2B5EF4-FFF2-40B4-BE49-F238E27FC236}">
                <a16:creationId xmlns:a16="http://schemas.microsoft.com/office/drawing/2014/main" id="{E1D14664-6697-DA62-750D-26F5AA4F5DF7}"/>
              </a:ext>
            </a:extLst>
          </p:cNvPr>
          <p:cNvSpPr>
            <a:spLocks noGrp="1"/>
          </p:cNvSpPr>
          <p:nvPr>
            <p:ph type="sldNum" sz="quarter" idx="4"/>
          </p:nvPr>
        </p:nvSpPr>
        <p:spPr/>
        <p:txBody>
          <a:bodyPr/>
          <a:lstStyle/>
          <a:p>
            <a:fld id="{DAF489CC-3B7A-4DA5-A8C0-4984788D0EC5}" type="slidenum">
              <a:rPr lang="nl-NL" smtClean="0"/>
              <a:pPr/>
              <a:t>4</a:t>
            </a:fld>
            <a:endParaRPr lang="nl-NL" dirty="0"/>
          </a:p>
        </p:txBody>
      </p:sp>
      <p:pic>
        <p:nvPicPr>
          <p:cNvPr id="15" name="Espace réservé pour une image  14">
            <a:extLst>
              <a:ext uri="{FF2B5EF4-FFF2-40B4-BE49-F238E27FC236}">
                <a16:creationId xmlns:a16="http://schemas.microsoft.com/office/drawing/2014/main" id="{4D3A529D-0D13-7DC2-D51E-FEEB0CCEAD6C}"/>
              </a:ext>
            </a:extLst>
          </p:cNvPr>
          <p:cNvPicPr>
            <a:picLocks noGrp="1" noChangeAspect="1"/>
          </p:cNvPicPr>
          <p:nvPr>
            <p:ph type="pic" sz="quarter" idx="20"/>
          </p:nvPr>
        </p:nvPicPr>
        <p:blipFill>
          <a:blip r:embed="rId3">
            <a:extLst>
              <a:ext uri="{28A0092B-C50C-407E-A947-70E740481C1C}">
                <a14:useLocalDpi xmlns:a14="http://schemas.microsoft.com/office/drawing/2010/main" val="0"/>
              </a:ext>
            </a:extLst>
          </a:blip>
          <a:srcRect t="471" b="471"/>
          <a:stretch>
            <a:fillRect/>
          </a:stretch>
        </p:blipFill>
        <p:spPr>
          <a:xfrm>
            <a:off x="174625" y="1582738"/>
            <a:ext cx="1439863" cy="1189037"/>
          </a:xfrm>
          <a:prstGeom prst="rect">
            <a:avLst/>
          </a:prstGeom>
        </p:spPr>
      </p:pic>
      <p:pic>
        <p:nvPicPr>
          <p:cNvPr id="21" name="Espace réservé pour une image  20">
            <a:extLst>
              <a:ext uri="{FF2B5EF4-FFF2-40B4-BE49-F238E27FC236}">
                <a16:creationId xmlns:a16="http://schemas.microsoft.com/office/drawing/2014/main" id="{F0EF72ED-9BFA-6272-E590-CE2D476AB889}"/>
              </a:ext>
            </a:extLst>
          </p:cNvPr>
          <p:cNvPicPr>
            <a:picLocks noGrp="1" noChangeAspect="1"/>
          </p:cNvPicPr>
          <p:nvPr>
            <p:ph type="pic" sz="quarter" idx="21"/>
          </p:nvPr>
        </p:nvPicPr>
        <p:blipFill>
          <a:blip r:embed="rId4">
            <a:extLst>
              <a:ext uri="{28A0092B-C50C-407E-A947-70E740481C1C}">
                <a14:useLocalDpi xmlns:a14="http://schemas.microsoft.com/office/drawing/2010/main" val="0"/>
              </a:ext>
            </a:extLst>
          </a:blip>
          <a:srcRect l="10997" r="10997"/>
          <a:stretch>
            <a:fillRect/>
          </a:stretch>
        </p:blipFill>
        <p:spPr>
          <a:xfrm>
            <a:off x="174625" y="3178175"/>
            <a:ext cx="1439863" cy="1189038"/>
          </a:xfrm>
          <a:prstGeom prst="rect">
            <a:avLst/>
          </a:prstGeom>
        </p:spPr>
      </p:pic>
      <p:pic>
        <p:nvPicPr>
          <p:cNvPr id="25" name="Espace réservé pour une image  24">
            <a:extLst>
              <a:ext uri="{FF2B5EF4-FFF2-40B4-BE49-F238E27FC236}">
                <a16:creationId xmlns:a16="http://schemas.microsoft.com/office/drawing/2014/main" id="{EEF5A85E-832B-2AF9-8172-7C871C3E1132}"/>
              </a:ext>
            </a:extLst>
          </p:cNvPr>
          <p:cNvPicPr>
            <a:picLocks noGrp="1" noChangeAspect="1"/>
          </p:cNvPicPr>
          <p:nvPr>
            <p:ph type="pic" sz="quarter" idx="22"/>
          </p:nvPr>
        </p:nvPicPr>
        <p:blipFill>
          <a:blip r:embed="rId5">
            <a:extLst>
              <a:ext uri="{28A0092B-C50C-407E-A947-70E740481C1C}">
                <a14:useLocalDpi xmlns:a14="http://schemas.microsoft.com/office/drawing/2010/main" val="0"/>
              </a:ext>
            </a:extLst>
          </a:blip>
          <a:srcRect l="3309" r="3309"/>
          <a:stretch>
            <a:fillRect/>
          </a:stretch>
        </p:blipFill>
        <p:spPr>
          <a:xfrm>
            <a:off x="174625" y="4659313"/>
            <a:ext cx="1439863" cy="1417637"/>
          </a:xfrm>
          <a:prstGeom prst="rect">
            <a:avLst/>
          </a:prstGeom>
        </p:spPr>
      </p:pic>
      <p:sp>
        <p:nvSpPr>
          <p:cNvPr id="11" name="ZoneTexte 10">
            <a:extLst>
              <a:ext uri="{FF2B5EF4-FFF2-40B4-BE49-F238E27FC236}">
                <a16:creationId xmlns:a16="http://schemas.microsoft.com/office/drawing/2014/main" id="{047BF192-31EC-9D8F-D7D5-4DD4BAD59569}"/>
              </a:ext>
            </a:extLst>
          </p:cNvPr>
          <p:cNvSpPr txBox="1"/>
          <p:nvPr/>
        </p:nvSpPr>
        <p:spPr>
          <a:xfrm>
            <a:off x="4166557" y="1715997"/>
            <a:ext cx="6633713" cy="949946"/>
          </a:xfrm>
          <a:prstGeom prst="rect">
            <a:avLst/>
          </a:prstGeom>
          <a:noFill/>
        </p:spPr>
        <p:txBody>
          <a:bodyPr wrap="none" rtlCol="0">
            <a:noAutofit/>
          </a:bodyPr>
          <a:lstStyle/>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lang="fr-FR" sz="1600" dirty="0">
                <a:solidFill>
                  <a:schemeClr val="accent1"/>
                </a:solidFill>
                <a:latin typeface="+mj-lt"/>
              </a:rPr>
              <a:t>Agence nationale de l’emploi / service public</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endParaRPr lang="fr-FR" sz="1600" dirty="0">
              <a:solidFill>
                <a:schemeClr val="accent1"/>
              </a:solidFill>
              <a:latin typeface="+mj-lt"/>
            </a:endParaRP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lang="fr-FR" sz="1600" dirty="0">
                <a:solidFill>
                  <a:schemeClr val="accent1"/>
                </a:solidFill>
                <a:latin typeface="+mj-lt"/>
              </a:rPr>
              <a:t>Problème métier : orienter des demandeurs d’emploi</a:t>
            </a:r>
          </a:p>
        </p:txBody>
      </p:sp>
      <p:sp>
        <p:nvSpPr>
          <p:cNvPr id="17" name="ZoneTexte 16">
            <a:extLst>
              <a:ext uri="{FF2B5EF4-FFF2-40B4-BE49-F238E27FC236}">
                <a16:creationId xmlns:a16="http://schemas.microsoft.com/office/drawing/2014/main" id="{2B67C164-7F01-9430-10F1-CC98C0EE72C7}"/>
              </a:ext>
            </a:extLst>
          </p:cNvPr>
          <p:cNvSpPr txBox="1"/>
          <p:nvPr/>
        </p:nvSpPr>
        <p:spPr>
          <a:xfrm>
            <a:off x="4166557" y="3213372"/>
            <a:ext cx="6633713" cy="1127904"/>
          </a:xfrm>
          <a:prstGeom prst="rect">
            <a:avLst/>
          </a:prstGeom>
          <a:noFill/>
        </p:spPr>
        <p:txBody>
          <a:bodyPr wrap="none" rtlCol="0">
            <a:noAutofit/>
          </a:bodyPr>
          <a:lstStyle/>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00005C"/>
                </a:solidFill>
                <a:effectLst/>
                <a:uLnTx/>
                <a:uFillTx/>
                <a:latin typeface="Biennale Bold"/>
                <a:ea typeface="+mn-ea"/>
                <a:cs typeface="+mn-cs"/>
              </a:rPr>
              <a:t>Prédire le délai de retour à l'emploi en 3 classes (0 : rapide &lt;6 mois,</a:t>
            </a:r>
            <a:br>
              <a:rPr kumimoji="0" lang="fr-FR" sz="1600" b="0" i="0" u="none" strike="noStrike" kern="1200" cap="none" spc="0" normalizeH="0" baseline="0" noProof="0" dirty="0">
                <a:ln>
                  <a:noFill/>
                </a:ln>
                <a:solidFill>
                  <a:srgbClr val="00005C"/>
                </a:solidFill>
                <a:effectLst/>
                <a:uLnTx/>
                <a:uFillTx/>
                <a:latin typeface="Biennale Bold"/>
                <a:ea typeface="+mn-ea"/>
                <a:cs typeface="+mn-cs"/>
              </a:rPr>
            </a:br>
            <a:r>
              <a:rPr kumimoji="0" lang="fr-FR" sz="1600" b="0" i="0" u="none" strike="noStrike" kern="1200" cap="none" spc="0" normalizeH="0" baseline="0" noProof="0" dirty="0">
                <a:ln>
                  <a:noFill/>
                </a:ln>
                <a:solidFill>
                  <a:srgbClr val="00005C"/>
                </a:solidFill>
                <a:effectLst/>
                <a:uLnTx/>
                <a:uFillTx/>
                <a:latin typeface="Biennale Bold"/>
                <a:ea typeface="+mn-ea"/>
                <a:cs typeface="+mn-cs"/>
              </a:rPr>
              <a:t>1 : moyen 6-12 mois, 2 : long &gt;12 mois)</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endParaRPr kumimoji="0" lang="fr-FR" sz="1600" b="0" i="0" u="none" strike="noStrike" kern="1200" cap="none" spc="0" normalizeH="0" baseline="0" noProof="0" dirty="0">
              <a:ln>
                <a:noFill/>
              </a:ln>
              <a:solidFill>
                <a:srgbClr val="00005C"/>
              </a:solidFill>
              <a:effectLst/>
              <a:uLnTx/>
              <a:uFillTx/>
              <a:latin typeface="Biennale Bold"/>
              <a:ea typeface="+mn-ea"/>
              <a:cs typeface="+mn-cs"/>
            </a:endParaRP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00005C"/>
                </a:solidFill>
                <a:effectLst/>
                <a:uLnTx/>
                <a:uFillTx/>
                <a:latin typeface="Biennale Bold"/>
                <a:ea typeface="+mn-ea"/>
                <a:cs typeface="+mn-cs"/>
              </a:rPr>
              <a:t>A partir de données multimodales (tabulaire + texte libre)</a:t>
            </a:r>
          </a:p>
        </p:txBody>
      </p:sp>
      <p:sp>
        <p:nvSpPr>
          <p:cNvPr id="19" name="ZoneTexte 18">
            <a:extLst>
              <a:ext uri="{FF2B5EF4-FFF2-40B4-BE49-F238E27FC236}">
                <a16:creationId xmlns:a16="http://schemas.microsoft.com/office/drawing/2014/main" id="{514657A6-40E7-0153-907E-723FFEEF9FD0}"/>
              </a:ext>
            </a:extLst>
          </p:cNvPr>
          <p:cNvSpPr txBox="1"/>
          <p:nvPr/>
        </p:nvSpPr>
        <p:spPr>
          <a:xfrm>
            <a:off x="4166558" y="4893317"/>
            <a:ext cx="6633713" cy="949946"/>
          </a:xfrm>
          <a:prstGeom prst="rect">
            <a:avLst/>
          </a:prstGeom>
          <a:noFill/>
        </p:spPr>
        <p:txBody>
          <a:bodyPr wrap="none" rtlCol="0">
            <a:noAutofit/>
          </a:bodyPr>
          <a:lstStyle/>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4AA82D"/>
                </a:solidFill>
                <a:effectLst/>
                <a:uLnTx/>
                <a:uFillTx/>
                <a:latin typeface="Biennale Bold"/>
                <a:ea typeface="+mn-ea"/>
                <a:cs typeface="+mn-cs"/>
              </a:rPr>
              <a:t>Direct : aide à l’orientation pour les conseillers</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endParaRPr lang="fr-FR" sz="1600" dirty="0">
              <a:solidFill>
                <a:srgbClr val="4AA82D"/>
              </a:solidFill>
              <a:latin typeface="Biennale Bold"/>
            </a:endParaRP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4AA82D"/>
                </a:solidFill>
                <a:effectLst/>
                <a:uLnTx/>
                <a:uFillTx/>
                <a:latin typeface="Biennale Bold"/>
                <a:ea typeface="+mn-ea"/>
                <a:cs typeface="+mn-cs"/>
              </a:rPr>
              <a:t>Indirect : les demandeurs d’emploi</a:t>
            </a:r>
            <a:endParaRPr kumimoji="0" lang="fr-FR" sz="1600" b="0" i="0" u="none" strike="noStrike" kern="1200" cap="none" spc="0" normalizeH="0" baseline="0" noProof="0" dirty="0">
              <a:ln>
                <a:noFill/>
              </a:ln>
              <a:solidFill>
                <a:srgbClr val="00005C"/>
              </a:solidFill>
              <a:effectLst/>
              <a:uLnTx/>
              <a:uFillTx/>
              <a:latin typeface="Biennale Bold"/>
              <a:ea typeface="+mn-ea"/>
              <a:cs typeface="+mn-cs"/>
            </a:endParaRPr>
          </a:p>
        </p:txBody>
      </p:sp>
    </p:spTree>
    <p:extLst>
      <p:ext uri="{BB962C8B-B14F-4D97-AF65-F5344CB8AC3E}">
        <p14:creationId xmlns:p14="http://schemas.microsoft.com/office/powerpoint/2010/main" val="30425112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27011AF-497E-646B-0CFE-86B11323375A}"/>
              </a:ext>
            </a:extLst>
          </p:cNvPr>
          <p:cNvSpPr>
            <a:spLocks noGrp="1"/>
          </p:cNvSpPr>
          <p:nvPr>
            <p:ph type="title"/>
          </p:nvPr>
        </p:nvSpPr>
        <p:spPr/>
        <p:txBody>
          <a:bodyPr/>
          <a:lstStyle/>
          <a:p>
            <a:r>
              <a:rPr lang="fr-FR" dirty="0"/>
              <a:t>Cadrage métier &amp; problème - Réglementaires anticipés</a:t>
            </a:r>
          </a:p>
        </p:txBody>
      </p:sp>
      <p:sp>
        <p:nvSpPr>
          <p:cNvPr id="3" name="Espace réservé du texte 2">
            <a:extLst>
              <a:ext uri="{FF2B5EF4-FFF2-40B4-BE49-F238E27FC236}">
                <a16:creationId xmlns:a16="http://schemas.microsoft.com/office/drawing/2014/main" id="{6218A542-EF73-3827-2B25-9E34235621F4}"/>
              </a:ext>
            </a:extLst>
          </p:cNvPr>
          <p:cNvSpPr>
            <a:spLocks noGrp="1"/>
          </p:cNvSpPr>
          <p:nvPr>
            <p:ph type="body" sz="quarter" idx="10"/>
          </p:nvPr>
        </p:nvSpPr>
        <p:spPr/>
        <p:txBody>
          <a:bodyPr/>
          <a:lstStyle/>
          <a:p>
            <a:r>
              <a:rPr lang="fr-FR" dirty="0"/>
              <a:t>Quels risques éthiques et réglementaires entraine l’utilisation de l’IA dans ce contexte ?</a:t>
            </a:r>
          </a:p>
        </p:txBody>
      </p:sp>
      <p:sp>
        <p:nvSpPr>
          <p:cNvPr id="4" name="Espace réservé du texte 3">
            <a:extLst>
              <a:ext uri="{FF2B5EF4-FFF2-40B4-BE49-F238E27FC236}">
                <a16:creationId xmlns:a16="http://schemas.microsoft.com/office/drawing/2014/main" id="{0044A60E-7E2E-D95D-97F0-0AA9B83878C1}"/>
              </a:ext>
            </a:extLst>
          </p:cNvPr>
          <p:cNvSpPr>
            <a:spLocks noGrp="1"/>
          </p:cNvSpPr>
          <p:nvPr>
            <p:ph type="body" sz="quarter" idx="21"/>
          </p:nvPr>
        </p:nvSpPr>
        <p:spPr/>
        <p:txBody>
          <a:bodyPr/>
          <a:lstStyle/>
          <a:p>
            <a:r>
              <a:rPr lang="fr-FR" dirty="0"/>
              <a:t>RGPD</a:t>
            </a:r>
          </a:p>
          <a:p>
            <a:endParaRPr lang="fr-FR" dirty="0"/>
          </a:p>
        </p:txBody>
      </p:sp>
      <p:sp>
        <p:nvSpPr>
          <p:cNvPr id="5" name="Espace réservé du texte 4">
            <a:extLst>
              <a:ext uri="{FF2B5EF4-FFF2-40B4-BE49-F238E27FC236}">
                <a16:creationId xmlns:a16="http://schemas.microsoft.com/office/drawing/2014/main" id="{397B809E-E612-6F10-5D16-E13D0DAA36EA}"/>
              </a:ext>
            </a:extLst>
          </p:cNvPr>
          <p:cNvSpPr>
            <a:spLocks noGrp="1"/>
          </p:cNvSpPr>
          <p:nvPr>
            <p:ph type="body" sz="quarter" idx="13"/>
          </p:nvPr>
        </p:nvSpPr>
        <p:spPr/>
        <p:txBody>
          <a:bodyPr/>
          <a:lstStyle/>
          <a:p>
            <a:r>
              <a:rPr lang="fr-FR" dirty="0" err="1"/>
              <a:t>Pseudonymisation</a:t>
            </a:r>
            <a:endParaRPr lang="fr-FR" dirty="0"/>
          </a:p>
          <a:p>
            <a:r>
              <a:rPr lang="fr-FR" dirty="0"/>
              <a:t>Droit à l'oubli</a:t>
            </a:r>
          </a:p>
          <a:p>
            <a:r>
              <a:rPr lang="fr-FR" dirty="0"/>
              <a:t>Minimisation des données</a:t>
            </a:r>
          </a:p>
          <a:p>
            <a:r>
              <a:rPr lang="fr-FR" dirty="0"/>
              <a:t>Analyse d'impact</a:t>
            </a:r>
          </a:p>
        </p:txBody>
      </p:sp>
      <p:sp>
        <p:nvSpPr>
          <p:cNvPr id="6" name="Espace réservé du texte 5">
            <a:extLst>
              <a:ext uri="{FF2B5EF4-FFF2-40B4-BE49-F238E27FC236}">
                <a16:creationId xmlns:a16="http://schemas.microsoft.com/office/drawing/2014/main" id="{A1BED20A-8DBD-38A6-032E-F04F8BEEF43E}"/>
              </a:ext>
            </a:extLst>
          </p:cNvPr>
          <p:cNvSpPr>
            <a:spLocks noGrp="1"/>
          </p:cNvSpPr>
          <p:nvPr>
            <p:ph type="body" sz="quarter" idx="22"/>
          </p:nvPr>
        </p:nvSpPr>
        <p:spPr/>
        <p:txBody>
          <a:bodyPr/>
          <a:lstStyle/>
          <a:p>
            <a:r>
              <a:rPr lang="fr-FR" dirty="0"/>
              <a:t>AI </a:t>
            </a:r>
            <a:r>
              <a:rPr lang="fr-FR" dirty="0" err="1"/>
              <a:t>Act</a:t>
            </a:r>
            <a:endParaRPr lang="fr-FR" dirty="0"/>
          </a:p>
          <a:p>
            <a:endParaRPr lang="fr-FR" dirty="0"/>
          </a:p>
        </p:txBody>
      </p:sp>
      <p:sp>
        <p:nvSpPr>
          <p:cNvPr id="7" name="Espace réservé du texte 6">
            <a:extLst>
              <a:ext uri="{FF2B5EF4-FFF2-40B4-BE49-F238E27FC236}">
                <a16:creationId xmlns:a16="http://schemas.microsoft.com/office/drawing/2014/main" id="{13F09600-7ACE-E6C4-054A-2FADC15270A9}"/>
              </a:ext>
            </a:extLst>
          </p:cNvPr>
          <p:cNvSpPr>
            <a:spLocks noGrp="1"/>
          </p:cNvSpPr>
          <p:nvPr>
            <p:ph type="body" sz="quarter" idx="15"/>
          </p:nvPr>
        </p:nvSpPr>
        <p:spPr/>
        <p:txBody>
          <a:bodyPr/>
          <a:lstStyle/>
          <a:p>
            <a:r>
              <a:rPr lang="fr-FR" dirty="0"/>
              <a:t>Supervision humaine</a:t>
            </a:r>
          </a:p>
          <a:p>
            <a:r>
              <a:rPr lang="fr-FR" dirty="0"/>
              <a:t>Documentation</a:t>
            </a:r>
          </a:p>
          <a:p>
            <a:r>
              <a:rPr lang="fr-FR" dirty="0"/>
              <a:t>Robustesse</a:t>
            </a:r>
          </a:p>
          <a:p>
            <a:r>
              <a:rPr lang="fr-FR" dirty="0"/>
              <a:t>Gestion des logs</a:t>
            </a:r>
          </a:p>
          <a:p>
            <a:r>
              <a:rPr lang="fr-FR" dirty="0"/>
              <a:t>Suivi des dérives</a:t>
            </a:r>
          </a:p>
        </p:txBody>
      </p:sp>
      <p:sp>
        <p:nvSpPr>
          <p:cNvPr id="8" name="Espace réservé du texte 7">
            <a:extLst>
              <a:ext uri="{FF2B5EF4-FFF2-40B4-BE49-F238E27FC236}">
                <a16:creationId xmlns:a16="http://schemas.microsoft.com/office/drawing/2014/main" id="{70F86075-70B8-B9F7-358D-FBDF0BE6AC9F}"/>
              </a:ext>
            </a:extLst>
          </p:cNvPr>
          <p:cNvSpPr>
            <a:spLocks noGrp="1"/>
          </p:cNvSpPr>
          <p:nvPr>
            <p:ph type="body" sz="quarter" idx="23"/>
          </p:nvPr>
        </p:nvSpPr>
        <p:spPr/>
        <p:txBody>
          <a:bodyPr/>
          <a:lstStyle/>
          <a:p>
            <a:r>
              <a:rPr lang="fr-FR" dirty="0"/>
              <a:t>Droit sectoriel</a:t>
            </a:r>
          </a:p>
          <a:p>
            <a:endParaRPr lang="fr-FR" dirty="0"/>
          </a:p>
        </p:txBody>
      </p:sp>
      <p:sp>
        <p:nvSpPr>
          <p:cNvPr id="9" name="Espace réservé du texte 8">
            <a:extLst>
              <a:ext uri="{FF2B5EF4-FFF2-40B4-BE49-F238E27FC236}">
                <a16:creationId xmlns:a16="http://schemas.microsoft.com/office/drawing/2014/main" id="{3815C801-1C67-D76F-E4FE-8329F678AEBE}"/>
              </a:ext>
            </a:extLst>
          </p:cNvPr>
          <p:cNvSpPr>
            <a:spLocks noGrp="1"/>
          </p:cNvSpPr>
          <p:nvPr>
            <p:ph type="body" sz="quarter" idx="17"/>
          </p:nvPr>
        </p:nvSpPr>
        <p:spPr/>
        <p:txBody>
          <a:bodyPr/>
          <a:lstStyle/>
          <a:p>
            <a:r>
              <a:rPr lang="fr-FR" dirty="0"/>
              <a:t>Non-discrimination algorithmique</a:t>
            </a:r>
          </a:p>
          <a:p>
            <a:r>
              <a:rPr lang="fr-FR" dirty="0"/>
              <a:t>Information sur l'utilisation de l’IA</a:t>
            </a:r>
          </a:p>
          <a:p>
            <a:r>
              <a:rPr lang="fr-FR" dirty="0"/>
              <a:t>Expliquer la logique de traitement</a:t>
            </a:r>
          </a:p>
        </p:txBody>
      </p:sp>
      <p:sp>
        <p:nvSpPr>
          <p:cNvPr id="10" name="Espace réservé du texte 9">
            <a:extLst>
              <a:ext uri="{FF2B5EF4-FFF2-40B4-BE49-F238E27FC236}">
                <a16:creationId xmlns:a16="http://schemas.microsoft.com/office/drawing/2014/main" id="{7BC2488E-9718-9A7C-7A0A-F9978A004C47}"/>
              </a:ext>
            </a:extLst>
          </p:cNvPr>
          <p:cNvSpPr>
            <a:spLocks noGrp="1"/>
          </p:cNvSpPr>
          <p:nvPr>
            <p:ph type="body" sz="quarter" idx="24"/>
          </p:nvPr>
        </p:nvSpPr>
        <p:spPr/>
        <p:txBody>
          <a:bodyPr/>
          <a:lstStyle/>
          <a:p>
            <a:r>
              <a:rPr lang="fr-FR" dirty="0"/>
              <a:t>Responsabilité juridique</a:t>
            </a:r>
          </a:p>
          <a:p>
            <a:endParaRPr lang="fr-FR" dirty="0"/>
          </a:p>
        </p:txBody>
      </p:sp>
      <p:sp>
        <p:nvSpPr>
          <p:cNvPr id="11" name="Espace réservé du texte 10">
            <a:extLst>
              <a:ext uri="{FF2B5EF4-FFF2-40B4-BE49-F238E27FC236}">
                <a16:creationId xmlns:a16="http://schemas.microsoft.com/office/drawing/2014/main" id="{D177FEAF-3680-D3AB-FC1C-C2060BB9CC8C}"/>
              </a:ext>
            </a:extLst>
          </p:cNvPr>
          <p:cNvSpPr>
            <a:spLocks noGrp="1"/>
          </p:cNvSpPr>
          <p:nvPr>
            <p:ph type="body" sz="quarter" idx="19"/>
          </p:nvPr>
        </p:nvSpPr>
        <p:spPr/>
        <p:txBody>
          <a:bodyPr/>
          <a:lstStyle/>
          <a:p>
            <a:r>
              <a:rPr lang="fr-FR" dirty="0"/>
              <a:t>Responsabilité en cas d’erreur?</a:t>
            </a:r>
          </a:p>
          <a:p>
            <a:r>
              <a:rPr lang="fr-FR" dirty="0"/>
              <a:t>Tracer la recommandation et la décision</a:t>
            </a:r>
          </a:p>
        </p:txBody>
      </p:sp>
      <p:sp>
        <p:nvSpPr>
          <p:cNvPr id="12" name="Espace réservé du numéro de diapositive 11">
            <a:extLst>
              <a:ext uri="{FF2B5EF4-FFF2-40B4-BE49-F238E27FC236}">
                <a16:creationId xmlns:a16="http://schemas.microsoft.com/office/drawing/2014/main" id="{36D84579-911B-8001-9527-D343919C1B85}"/>
              </a:ext>
            </a:extLst>
          </p:cNvPr>
          <p:cNvSpPr>
            <a:spLocks noGrp="1"/>
          </p:cNvSpPr>
          <p:nvPr>
            <p:ph type="sldNum" sz="quarter" idx="4"/>
          </p:nvPr>
        </p:nvSpPr>
        <p:spPr/>
        <p:txBody>
          <a:bodyPr/>
          <a:lstStyle/>
          <a:p>
            <a:fld id="{DAF489CC-3B7A-4DA5-A8C0-4984788D0EC5}" type="slidenum">
              <a:rPr lang="nl-NL" smtClean="0"/>
              <a:pPr/>
              <a:t>5</a:t>
            </a:fld>
            <a:endParaRPr lang="nl-NL" dirty="0"/>
          </a:p>
        </p:txBody>
      </p:sp>
      <p:pic>
        <p:nvPicPr>
          <p:cNvPr id="17" name="Image 16">
            <a:extLst>
              <a:ext uri="{FF2B5EF4-FFF2-40B4-BE49-F238E27FC236}">
                <a16:creationId xmlns:a16="http://schemas.microsoft.com/office/drawing/2014/main" id="{86E2CBE7-B5B0-3780-E600-A7B985FE98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62489" y="3597629"/>
            <a:ext cx="1580793" cy="2310700"/>
          </a:xfrm>
          <a:prstGeom prst="rect">
            <a:avLst/>
          </a:prstGeom>
        </p:spPr>
      </p:pic>
      <p:pic>
        <p:nvPicPr>
          <p:cNvPr id="19" name="Image 18">
            <a:extLst>
              <a:ext uri="{FF2B5EF4-FFF2-40B4-BE49-F238E27FC236}">
                <a16:creationId xmlns:a16="http://schemas.microsoft.com/office/drawing/2014/main" id="{4C9C2D6B-DEAF-EB1D-796D-CB440DE595F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62132" y="3597629"/>
            <a:ext cx="1375035" cy="2164257"/>
          </a:xfrm>
          <a:prstGeom prst="rect">
            <a:avLst/>
          </a:prstGeom>
        </p:spPr>
      </p:pic>
      <p:pic>
        <p:nvPicPr>
          <p:cNvPr id="21" name="Image 20">
            <a:extLst>
              <a:ext uri="{FF2B5EF4-FFF2-40B4-BE49-F238E27FC236}">
                <a16:creationId xmlns:a16="http://schemas.microsoft.com/office/drawing/2014/main" id="{1062E2AB-C26C-A620-A87D-3DD23DF34EA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4810" y="3529043"/>
            <a:ext cx="1863833" cy="2301428"/>
          </a:xfrm>
          <a:prstGeom prst="rect">
            <a:avLst/>
          </a:prstGeom>
        </p:spPr>
      </p:pic>
      <p:pic>
        <p:nvPicPr>
          <p:cNvPr id="23" name="Image 22">
            <a:extLst>
              <a:ext uri="{FF2B5EF4-FFF2-40B4-BE49-F238E27FC236}">
                <a16:creationId xmlns:a16="http://schemas.microsoft.com/office/drawing/2014/main" id="{3662A336-7E44-3666-1002-E626631D311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611234" y="3567148"/>
            <a:ext cx="1880068" cy="2225221"/>
          </a:xfrm>
          <a:prstGeom prst="rect">
            <a:avLst/>
          </a:prstGeom>
        </p:spPr>
      </p:pic>
    </p:spTree>
    <p:extLst>
      <p:ext uri="{BB962C8B-B14F-4D97-AF65-F5344CB8AC3E}">
        <p14:creationId xmlns:p14="http://schemas.microsoft.com/office/powerpoint/2010/main" val="15680698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577D6DC-E6CE-25EC-DEB7-0478902AF421}"/>
              </a:ext>
            </a:extLst>
          </p:cNvPr>
          <p:cNvSpPr>
            <a:spLocks noGrp="1"/>
          </p:cNvSpPr>
          <p:nvPr>
            <p:ph type="title"/>
          </p:nvPr>
        </p:nvSpPr>
        <p:spPr>
          <a:xfrm>
            <a:off x="1786975" y="1866946"/>
            <a:ext cx="7720819" cy="1929384"/>
          </a:xfrm>
        </p:spPr>
        <p:txBody>
          <a:bodyPr/>
          <a:lstStyle/>
          <a:p>
            <a:r>
              <a:rPr lang="fr-FR" dirty="0"/>
              <a:t>Sources des données &amp;</a:t>
            </a:r>
            <a:br>
              <a:rPr lang="fr-FR" dirty="0"/>
            </a:br>
            <a:r>
              <a:rPr lang="fr-FR" dirty="0"/>
              <a:t>Exploration et analyse des données</a:t>
            </a:r>
          </a:p>
        </p:txBody>
      </p:sp>
      <p:sp>
        <p:nvSpPr>
          <p:cNvPr id="3" name="Espace réservé du texte 2">
            <a:extLst>
              <a:ext uri="{FF2B5EF4-FFF2-40B4-BE49-F238E27FC236}">
                <a16:creationId xmlns:a16="http://schemas.microsoft.com/office/drawing/2014/main" id="{34AAE6A8-B715-A4E4-B524-1E7E759377A4}"/>
              </a:ext>
            </a:extLst>
          </p:cNvPr>
          <p:cNvSpPr>
            <a:spLocks noGrp="1"/>
          </p:cNvSpPr>
          <p:nvPr>
            <p:ph type="body" sz="quarter" idx="13"/>
          </p:nvPr>
        </p:nvSpPr>
        <p:spPr>
          <a:xfrm>
            <a:off x="390098" y="389618"/>
            <a:ext cx="1583767" cy="1477328"/>
          </a:xfrm>
        </p:spPr>
        <p:txBody>
          <a:bodyPr/>
          <a:lstStyle/>
          <a:p>
            <a:r>
              <a:rPr lang="fr-FR" dirty="0"/>
              <a:t>02</a:t>
            </a:r>
          </a:p>
        </p:txBody>
      </p:sp>
    </p:spTree>
    <p:extLst>
      <p:ext uri="{BB962C8B-B14F-4D97-AF65-F5344CB8AC3E}">
        <p14:creationId xmlns:p14="http://schemas.microsoft.com/office/powerpoint/2010/main" val="12163722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age 12">
            <a:extLst>
              <a:ext uri="{FF2B5EF4-FFF2-40B4-BE49-F238E27FC236}">
                <a16:creationId xmlns:a16="http://schemas.microsoft.com/office/drawing/2014/main" id="{D9B37F1A-7C12-875E-61AD-B81B0B960F95}"/>
              </a:ext>
            </a:extLst>
          </p:cNvPr>
          <p:cNvPicPr>
            <a:picLocks noChangeAspect="1"/>
          </p:cNvPicPr>
          <p:nvPr/>
        </p:nvPicPr>
        <p:blipFill>
          <a:blip r:embed="rId3"/>
          <a:stretch>
            <a:fillRect/>
          </a:stretch>
        </p:blipFill>
        <p:spPr>
          <a:xfrm>
            <a:off x="8274062" y="4103696"/>
            <a:ext cx="3492487" cy="2195278"/>
          </a:xfrm>
          <a:prstGeom prst="rect">
            <a:avLst/>
          </a:prstGeom>
        </p:spPr>
      </p:pic>
      <p:sp>
        <p:nvSpPr>
          <p:cNvPr id="2" name="Titre 1">
            <a:extLst>
              <a:ext uri="{FF2B5EF4-FFF2-40B4-BE49-F238E27FC236}">
                <a16:creationId xmlns:a16="http://schemas.microsoft.com/office/drawing/2014/main" id="{CA9757F2-242F-446A-61B9-467C7817DD0D}"/>
              </a:ext>
            </a:extLst>
          </p:cNvPr>
          <p:cNvSpPr>
            <a:spLocks noGrp="1"/>
          </p:cNvSpPr>
          <p:nvPr>
            <p:ph type="title"/>
          </p:nvPr>
        </p:nvSpPr>
        <p:spPr/>
        <p:txBody>
          <a:bodyPr/>
          <a:lstStyle/>
          <a:p>
            <a:r>
              <a:rPr lang="fr-FR" dirty="0"/>
              <a:t>Sources des données</a:t>
            </a:r>
          </a:p>
        </p:txBody>
      </p:sp>
      <p:sp>
        <p:nvSpPr>
          <p:cNvPr id="3" name="Espace réservé du texte 2">
            <a:extLst>
              <a:ext uri="{FF2B5EF4-FFF2-40B4-BE49-F238E27FC236}">
                <a16:creationId xmlns:a16="http://schemas.microsoft.com/office/drawing/2014/main" id="{3E85652B-EFD0-D9F0-184E-EE7A9E23DBC8}"/>
              </a:ext>
            </a:extLst>
          </p:cNvPr>
          <p:cNvSpPr>
            <a:spLocks noGrp="1"/>
          </p:cNvSpPr>
          <p:nvPr>
            <p:ph type="body" sz="quarter" idx="10"/>
          </p:nvPr>
        </p:nvSpPr>
        <p:spPr/>
        <p:txBody>
          <a:bodyPr/>
          <a:lstStyle/>
          <a:p>
            <a:r>
              <a:rPr lang="fr-FR" b="1" dirty="0"/>
              <a:t>Quelle est la qualité des données et comment se répartissent-elles dans le jeu de données ?</a:t>
            </a:r>
            <a:endParaRPr lang="fr-FR" dirty="0"/>
          </a:p>
        </p:txBody>
      </p:sp>
      <p:sp>
        <p:nvSpPr>
          <p:cNvPr id="4" name="Espace réservé du contenu 3">
            <a:extLst>
              <a:ext uri="{FF2B5EF4-FFF2-40B4-BE49-F238E27FC236}">
                <a16:creationId xmlns:a16="http://schemas.microsoft.com/office/drawing/2014/main" id="{1AC9384C-97C9-3B41-2070-773F40AC26DF}"/>
              </a:ext>
            </a:extLst>
          </p:cNvPr>
          <p:cNvSpPr>
            <a:spLocks noGrp="1"/>
          </p:cNvSpPr>
          <p:nvPr>
            <p:ph idx="1"/>
          </p:nvPr>
        </p:nvSpPr>
        <p:spPr>
          <a:xfrm>
            <a:off x="438269" y="1162889"/>
            <a:ext cx="11337926" cy="4630737"/>
          </a:xfrm>
        </p:spPr>
        <p:txBody>
          <a:bodyPr/>
          <a:lstStyle/>
          <a:p>
            <a:r>
              <a:rPr lang="fr-FR" dirty="0"/>
              <a:t>Fichier CSV fourni dans le cadre de l’examen CISIA : </a:t>
            </a:r>
            <a:r>
              <a:rPr lang="fr-FR" dirty="0" err="1"/>
              <a:t>dataset</a:t>
            </a:r>
            <a:r>
              <a:rPr lang="fr-FR" dirty="0"/>
              <a:t> de 2500 lignes et 10 colonnes</a:t>
            </a:r>
          </a:p>
        </p:txBody>
      </p:sp>
      <p:sp>
        <p:nvSpPr>
          <p:cNvPr id="5" name="Espace réservé du numéro de diapositive 4">
            <a:extLst>
              <a:ext uri="{FF2B5EF4-FFF2-40B4-BE49-F238E27FC236}">
                <a16:creationId xmlns:a16="http://schemas.microsoft.com/office/drawing/2014/main" id="{21644978-5A0D-8765-6358-CA8B230D4FA0}"/>
              </a:ext>
            </a:extLst>
          </p:cNvPr>
          <p:cNvSpPr>
            <a:spLocks noGrp="1"/>
          </p:cNvSpPr>
          <p:nvPr>
            <p:ph type="sldNum" sz="quarter" idx="4"/>
          </p:nvPr>
        </p:nvSpPr>
        <p:spPr/>
        <p:txBody>
          <a:bodyPr/>
          <a:lstStyle/>
          <a:p>
            <a:fld id="{DAF489CC-3B7A-4DA5-A8C0-4984788D0EC5}" type="slidenum">
              <a:rPr lang="nl-NL" smtClean="0"/>
              <a:pPr/>
              <a:t>7</a:t>
            </a:fld>
            <a:endParaRPr lang="nl-NL" dirty="0"/>
          </a:p>
        </p:txBody>
      </p:sp>
      <p:graphicFrame>
        <p:nvGraphicFramePr>
          <p:cNvPr id="10" name="Tableau 9">
            <a:extLst>
              <a:ext uri="{FF2B5EF4-FFF2-40B4-BE49-F238E27FC236}">
                <a16:creationId xmlns:a16="http://schemas.microsoft.com/office/drawing/2014/main" id="{C2DB0166-671F-CD30-6AA0-759423F81A4D}"/>
              </a:ext>
            </a:extLst>
          </p:cNvPr>
          <p:cNvGraphicFramePr>
            <a:graphicFrameLocks noGrp="1"/>
          </p:cNvGraphicFramePr>
          <p:nvPr>
            <p:extLst>
              <p:ext uri="{D42A27DB-BD31-4B8C-83A1-F6EECF244321}">
                <p14:modId xmlns:p14="http://schemas.microsoft.com/office/powerpoint/2010/main" val="1199161828"/>
              </p:ext>
            </p:extLst>
          </p:nvPr>
        </p:nvGraphicFramePr>
        <p:xfrm>
          <a:off x="242425" y="1480613"/>
          <a:ext cx="5945854" cy="4517061"/>
        </p:xfrm>
        <a:graphic>
          <a:graphicData uri="http://schemas.openxmlformats.org/drawingml/2006/table">
            <a:tbl>
              <a:tblPr firstRow="1" bandRow="1">
                <a:tableStyleId>{5C22544A-7EE6-4342-B048-85BDC9FD1C3A}</a:tableStyleId>
              </a:tblPr>
              <a:tblGrid>
                <a:gridCol w="2740538">
                  <a:extLst>
                    <a:ext uri="{9D8B030D-6E8A-4147-A177-3AD203B41FA5}">
                      <a16:colId xmlns:a16="http://schemas.microsoft.com/office/drawing/2014/main" val="3715604948"/>
                    </a:ext>
                  </a:extLst>
                </a:gridCol>
                <a:gridCol w="1396181">
                  <a:extLst>
                    <a:ext uri="{9D8B030D-6E8A-4147-A177-3AD203B41FA5}">
                      <a16:colId xmlns:a16="http://schemas.microsoft.com/office/drawing/2014/main" val="812483313"/>
                    </a:ext>
                  </a:extLst>
                </a:gridCol>
                <a:gridCol w="1809135">
                  <a:extLst>
                    <a:ext uri="{9D8B030D-6E8A-4147-A177-3AD203B41FA5}">
                      <a16:colId xmlns:a16="http://schemas.microsoft.com/office/drawing/2014/main" val="3447624966"/>
                    </a:ext>
                  </a:extLst>
                </a:gridCol>
              </a:tblGrid>
              <a:tr h="411154">
                <a:tc>
                  <a:txBody>
                    <a:bodyPr/>
                    <a:lstStyle/>
                    <a:p>
                      <a:r>
                        <a:rPr lang="fr-FR" dirty="0"/>
                        <a:t>Variables</a:t>
                      </a:r>
                    </a:p>
                  </a:txBody>
                  <a:tcPr/>
                </a:tc>
                <a:tc>
                  <a:txBody>
                    <a:bodyPr/>
                    <a:lstStyle/>
                    <a:p>
                      <a:r>
                        <a:rPr lang="fr-FR" dirty="0"/>
                        <a:t>Type</a:t>
                      </a:r>
                    </a:p>
                  </a:txBody>
                  <a:tcPr/>
                </a:tc>
                <a:tc>
                  <a:txBody>
                    <a:bodyPr/>
                    <a:lstStyle/>
                    <a:p>
                      <a:r>
                        <a:rPr lang="fr-FR" dirty="0"/>
                        <a:t>Sensible/biais</a:t>
                      </a:r>
                    </a:p>
                  </a:txBody>
                  <a:tcPr/>
                </a:tc>
                <a:extLst>
                  <a:ext uri="{0D108BD9-81ED-4DB2-BD59-A6C34878D82A}">
                    <a16:rowId xmlns:a16="http://schemas.microsoft.com/office/drawing/2014/main" val="3907148946"/>
                  </a:ext>
                </a:extLst>
              </a:tr>
              <a:tr h="411154">
                <a:tc>
                  <a:txBody>
                    <a:bodyPr/>
                    <a:lstStyle/>
                    <a:p>
                      <a:r>
                        <a:rPr lang="fr-FR" dirty="0"/>
                        <a:t>usager_id</a:t>
                      </a:r>
                    </a:p>
                  </a:txBody>
                  <a:tcPr/>
                </a:tc>
                <a:tc>
                  <a:txBody>
                    <a:bodyPr/>
                    <a:lstStyle/>
                    <a:p>
                      <a:r>
                        <a:rPr lang="fr-FR" dirty="0"/>
                        <a:t>ID</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a:t>
                      </a:r>
                    </a:p>
                  </a:txBody>
                  <a:tcPr/>
                </a:tc>
                <a:extLst>
                  <a:ext uri="{0D108BD9-81ED-4DB2-BD59-A6C34878D82A}">
                    <a16:rowId xmlns:a16="http://schemas.microsoft.com/office/drawing/2014/main" val="2544123639"/>
                  </a:ext>
                </a:extLst>
              </a:tr>
              <a:tr h="405521">
                <a:tc>
                  <a:txBody>
                    <a:bodyPr/>
                    <a:lstStyle/>
                    <a:p>
                      <a:r>
                        <a:rPr lang="fr-FR" dirty="0"/>
                        <a:t>age</a:t>
                      </a:r>
                    </a:p>
                  </a:txBody>
                  <a:tcPr/>
                </a:tc>
                <a:tc>
                  <a:txBody>
                    <a:bodyPr/>
                    <a:lstStyle/>
                    <a:p>
                      <a:r>
                        <a:rPr lang="fr-FR" dirty="0"/>
                        <a:t>Numérique</a:t>
                      </a:r>
                    </a:p>
                  </a:txBody>
                  <a:tcPr/>
                </a:tc>
                <a:tc>
                  <a:txBody>
                    <a:bodyPr/>
                    <a:lstStyle/>
                    <a:p>
                      <a:pPr algn="ctr"/>
                      <a:r>
                        <a:rPr lang="fr-FR" sz="1800" b="0" kern="1200" dirty="0">
                          <a:solidFill>
                            <a:schemeClr val="dk1"/>
                          </a:solidFill>
                          <a:effectLst/>
                          <a:latin typeface="+mn-lt"/>
                          <a:ea typeface="+mn-ea"/>
                          <a:cs typeface="+mn-cs"/>
                        </a:rPr>
                        <a:t>✅</a:t>
                      </a:r>
                      <a:endParaRPr lang="fr-FR" dirty="0"/>
                    </a:p>
                  </a:txBody>
                  <a:tcPr/>
                </a:tc>
                <a:extLst>
                  <a:ext uri="{0D108BD9-81ED-4DB2-BD59-A6C34878D82A}">
                    <a16:rowId xmlns:a16="http://schemas.microsoft.com/office/drawing/2014/main" val="3299067064"/>
                  </a:ext>
                </a:extLst>
              </a:tr>
              <a:tr h="411154">
                <a:tc>
                  <a:txBody>
                    <a:bodyPr/>
                    <a:lstStyle/>
                    <a:p>
                      <a:r>
                        <a:rPr lang="fr-FR" dirty="0"/>
                        <a:t>niveau_diplome</a:t>
                      </a:r>
                    </a:p>
                  </a:txBody>
                  <a:tcPr/>
                </a:tc>
                <a:tc>
                  <a:txBody>
                    <a:bodyPr/>
                    <a:lstStyle/>
                    <a:p>
                      <a:r>
                        <a:rPr lang="fr-FR" dirty="0"/>
                        <a:t>Catégoriel</a:t>
                      </a:r>
                    </a:p>
                  </a:txBody>
                  <a:tcPr/>
                </a:tc>
                <a:tc>
                  <a:txBody>
                    <a:bodyPr/>
                    <a:lstStyle/>
                    <a:p>
                      <a:pPr algn="ctr"/>
                      <a:r>
                        <a:rPr lang="fr-FR" sz="1800" b="0" kern="1200" dirty="0">
                          <a:solidFill>
                            <a:schemeClr val="dk1"/>
                          </a:solidFill>
                          <a:effectLst/>
                          <a:latin typeface="+mn-lt"/>
                          <a:ea typeface="+mn-ea"/>
                          <a:cs typeface="+mn-cs"/>
                        </a:rPr>
                        <a:t>❌</a:t>
                      </a:r>
                      <a:endParaRPr lang="fr-FR" dirty="0"/>
                    </a:p>
                  </a:txBody>
                  <a:tcPr/>
                </a:tc>
                <a:extLst>
                  <a:ext uri="{0D108BD9-81ED-4DB2-BD59-A6C34878D82A}">
                    <a16:rowId xmlns:a16="http://schemas.microsoft.com/office/drawing/2014/main" val="193956955"/>
                  </a:ext>
                </a:extLst>
              </a:tr>
              <a:tr h="411154">
                <a:tc>
                  <a:txBody>
                    <a:bodyPr/>
                    <a:lstStyle/>
                    <a:p>
                      <a:r>
                        <a:rPr lang="fr-FR" dirty="0"/>
                        <a:t>anciennete_poste_ans</a:t>
                      </a:r>
                    </a:p>
                  </a:txBody>
                  <a:tcPr/>
                </a:tc>
                <a:tc>
                  <a:txBody>
                    <a:bodyPr/>
                    <a:lstStyle/>
                    <a:p>
                      <a:r>
                        <a:rPr lang="fr-FR" dirty="0"/>
                        <a:t>Numérique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a:t>
                      </a:r>
                    </a:p>
                  </a:txBody>
                  <a:tcPr/>
                </a:tc>
                <a:extLst>
                  <a:ext uri="{0D108BD9-81ED-4DB2-BD59-A6C34878D82A}">
                    <a16:rowId xmlns:a16="http://schemas.microsoft.com/office/drawing/2014/main" val="1256430146"/>
                  </a:ext>
                </a:extLst>
              </a:tr>
              <a:tr h="411154">
                <a:tc>
                  <a:txBody>
                    <a:bodyPr/>
                    <a:lstStyle/>
                    <a:p>
                      <a:r>
                        <a:rPr lang="fr-FR" dirty="0" err="1"/>
                        <a:t>code_rome_vise</a:t>
                      </a:r>
                      <a:endParaRPr lang="fr-FR" dirty="0"/>
                    </a:p>
                  </a:txBody>
                  <a:tcPr/>
                </a:tc>
                <a:tc>
                  <a:txBody>
                    <a:bodyPr/>
                    <a:lstStyle/>
                    <a:p>
                      <a:r>
                        <a:rPr lang="fr-FR" dirty="0"/>
                        <a:t>Catégoriel</a:t>
                      </a:r>
                    </a:p>
                  </a:txBody>
                  <a:tcPr/>
                </a:tc>
                <a:tc>
                  <a:txBody>
                    <a:bodyPr/>
                    <a:lstStyle/>
                    <a:p>
                      <a:pPr algn="ctr"/>
                      <a:r>
                        <a:rPr lang="fr-FR" sz="1800" b="0" kern="1200" dirty="0">
                          <a:solidFill>
                            <a:schemeClr val="dk1"/>
                          </a:solidFill>
                          <a:effectLst/>
                          <a:latin typeface="+mn-lt"/>
                          <a:ea typeface="+mn-ea"/>
                          <a:cs typeface="+mn-cs"/>
                        </a:rPr>
                        <a:t>❌</a:t>
                      </a:r>
                      <a:endParaRPr lang="fr-FR" dirty="0"/>
                    </a:p>
                  </a:txBody>
                  <a:tcPr/>
                </a:tc>
                <a:extLst>
                  <a:ext uri="{0D108BD9-81ED-4DB2-BD59-A6C34878D82A}">
                    <a16:rowId xmlns:a16="http://schemas.microsoft.com/office/drawing/2014/main" val="684140923"/>
                  </a:ext>
                </a:extLst>
              </a:tr>
              <a:tr h="411154">
                <a:tc>
                  <a:txBody>
                    <a:bodyPr/>
                    <a:lstStyle/>
                    <a:p>
                      <a:r>
                        <a:rPr lang="fr-FR" dirty="0" err="1"/>
                        <a:t>code_insee_commune</a:t>
                      </a:r>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Catégoriel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a:t>
                      </a:r>
                      <a:endParaRPr lang="fr-FR" dirty="0"/>
                    </a:p>
                  </a:txBody>
                  <a:tcPr/>
                </a:tc>
                <a:extLst>
                  <a:ext uri="{0D108BD9-81ED-4DB2-BD59-A6C34878D82A}">
                    <a16:rowId xmlns:a16="http://schemas.microsoft.com/office/drawing/2014/main" val="1620009066"/>
                  </a:ext>
                </a:extLst>
              </a:tr>
              <a:tr h="411154">
                <a:tc>
                  <a:txBody>
                    <a:bodyPr/>
                    <a:lstStyle/>
                    <a:p>
                      <a:r>
                        <a:rPr lang="fr-FR" dirty="0" err="1"/>
                        <a:t>est_allocataire</a:t>
                      </a:r>
                      <a:endParaRPr lang="fr-FR" dirty="0"/>
                    </a:p>
                  </a:txBody>
                  <a:tcPr/>
                </a:tc>
                <a:tc>
                  <a:txBody>
                    <a:bodyPr/>
                    <a:lstStyle/>
                    <a:p>
                      <a:r>
                        <a:rPr lang="fr-FR" dirty="0"/>
                        <a:t>Binaire</a:t>
                      </a:r>
                    </a:p>
                  </a:txBody>
                  <a:tcPr/>
                </a:tc>
                <a:tc>
                  <a:txBody>
                    <a:bodyPr/>
                    <a:lstStyle/>
                    <a:p>
                      <a:pPr algn="ctr"/>
                      <a:r>
                        <a:rPr lang="fr-FR" sz="1800" b="0" kern="1200" dirty="0">
                          <a:solidFill>
                            <a:schemeClr val="dk1"/>
                          </a:solidFill>
                          <a:effectLst/>
                          <a:latin typeface="+mn-lt"/>
                          <a:ea typeface="+mn-ea"/>
                          <a:cs typeface="+mn-cs"/>
                        </a:rPr>
                        <a:t>✅</a:t>
                      </a:r>
                      <a:endParaRPr lang="fr-FR" dirty="0"/>
                    </a:p>
                  </a:txBody>
                  <a:tcPr/>
                </a:tc>
                <a:extLst>
                  <a:ext uri="{0D108BD9-81ED-4DB2-BD59-A6C34878D82A}">
                    <a16:rowId xmlns:a16="http://schemas.microsoft.com/office/drawing/2014/main" val="593131071"/>
                  </a:ext>
                </a:extLst>
              </a:tr>
              <a:tr h="4111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err="1"/>
                        <a:t>nationalite_hors_ue</a:t>
                      </a:r>
                      <a:endParaRPr lang="fr-FR" dirty="0"/>
                    </a:p>
                  </a:txBody>
                  <a:tcPr/>
                </a:tc>
                <a:tc>
                  <a:txBody>
                    <a:bodyPr/>
                    <a:lstStyle/>
                    <a:p>
                      <a:r>
                        <a:rPr lang="fr-FR" dirty="0"/>
                        <a:t>Binaire</a:t>
                      </a:r>
                    </a:p>
                  </a:txBody>
                  <a:tcPr/>
                </a:tc>
                <a:tc>
                  <a:txBody>
                    <a:bodyPr/>
                    <a:lstStyle/>
                    <a:p>
                      <a:pPr algn="ctr"/>
                      <a:r>
                        <a:rPr lang="fr-FR" sz="1800" b="0" kern="1200" dirty="0">
                          <a:solidFill>
                            <a:schemeClr val="dk1"/>
                          </a:solidFill>
                          <a:effectLst/>
                          <a:latin typeface="+mn-lt"/>
                          <a:ea typeface="+mn-ea"/>
                          <a:cs typeface="+mn-cs"/>
                        </a:rPr>
                        <a:t>✅</a:t>
                      </a:r>
                      <a:endParaRPr lang="fr-FR" dirty="0"/>
                    </a:p>
                  </a:txBody>
                  <a:tcPr/>
                </a:tc>
                <a:extLst>
                  <a:ext uri="{0D108BD9-81ED-4DB2-BD59-A6C34878D82A}">
                    <a16:rowId xmlns:a16="http://schemas.microsoft.com/office/drawing/2014/main" val="826946725"/>
                  </a:ext>
                </a:extLst>
              </a:tr>
              <a:tr h="4111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err="1"/>
                        <a:t>synthese_entretien</a:t>
                      </a:r>
                      <a:endParaRPr lang="fr-FR" dirty="0"/>
                    </a:p>
                  </a:txBody>
                  <a:tcPr/>
                </a:tc>
                <a:tc>
                  <a:txBody>
                    <a:bodyPr/>
                    <a:lstStyle/>
                    <a:p>
                      <a:r>
                        <a:rPr lang="fr-FR" dirty="0"/>
                        <a:t>Texte</a:t>
                      </a:r>
                    </a:p>
                  </a:txBody>
                  <a:tcPr/>
                </a:tc>
                <a:tc>
                  <a:txBody>
                    <a:bodyPr/>
                    <a:lstStyle/>
                    <a:p>
                      <a:pPr algn="ctr"/>
                      <a:endParaRPr lang="fr-FR" dirty="0"/>
                    </a:p>
                  </a:txBody>
                  <a:tcPr/>
                </a:tc>
                <a:extLst>
                  <a:ext uri="{0D108BD9-81ED-4DB2-BD59-A6C34878D82A}">
                    <a16:rowId xmlns:a16="http://schemas.microsoft.com/office/drawing/2014/main" val="2449633694"/>
                  </a:ext>
                </a:extLst>
              </a:tr>
              <a:tr h="411154">
                <a:tc>
                  <a:txBody>
                    <a:bodyPr/>
                    <a:lstStyle/>
                    <a:p>
                      <a:r>
                        <a:rPr lang="fr-FR" dirty="0" err="1">
                          <a:solidFill>
                            <a:srgbClr val="FF0000"/>
                          </a:solidFill>
                        </a:rPr>
                        <a:t>classe_retour_emploi</a:t>
                      </a:r>
                      <a:endParaRPr lang="fr-FR" dirty="0">
                        <a:solidFill>
                          <a:srgbClr val="FF0000"/>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Catégoriel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p>
                  </a:txBody>
                  <a:tcPr/>
                </a:tc>
                <a:extLst>
                  <a:ext uri="{0D108BD9-81ED-4DB2-BD59-A6C34878D82A}">
                    <a16:rowId xmlns:a16="http://schemas.microsoft.com/office/drawing/2014/main" val="2427953362"/>
                  </a:ext>
                </a:extLst>
              </a:tr>
            </a:tbl>
          </a:graphicData>
        </a:graphic>
      </p:graphicFrame>
      <p:sp>
        <p:nvSpPr>
          <p:cNvPr id="7" name="Espace réservé du contenu 3">
            <a:extLst>
              <a:ext uri="{FF2B5EF4-FFF2-40B4-BE49-F238E27FC236}">
                <a16:creationId xmlns:a16="http://schemas.microsoft.com/office/drawing/2014/main" id="{34F858ED-B43E-8513-79DB-32297503D827}"/>
              </a:ext>
            </a:extLst>
          </p:cNvPr>
          <p:cNvSpPr txBox="1">
            <a:spLocks/>
          </p:cNvSpPr>
          <p:nvPr/>
        </p:nvSpPr>
        <p:spPr>
          <a:xfrm>
            <a:off x="7222159" y="1607505"/>
            <a:ext cx="4554036" cy="2785110"/>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b="1" u="sng" dirty="0"/>
              <a:t>Points clés de l’EDA :</a:t>
            </a:r>
          </a:p>
          <a:p>
            <a:pPr lvl="1"/>
            <a:r>
              <a:rPr lang="fr-FR" dirty="0"/>
              <a:t>Pas de doublon</a:t>
            </a:r>
          </a:p>
          <a:p>
            <a:pPr lvl="1"/>
            <a:r>
              <a:rPr lang="fr-FR" dirty="0"/>
              <a:t>Valeurs manquantes</a:t>
            </a:r>
          </a:p>
          <a:p>
            <a:pPr lvl="1"/>
            <a:r>
              <a:rPr lang="fr-FR" dirty="0"/>
              <a:t>Nombre limité de synthèse d’entretien</a:t>
            </a:r>
          </a:p>
          <a:p>
            <a:pPr lvl="1"/>
            <a:r>
              <a:rPr lang="fr-FR" dirty="0"/>
              <a:t>Certaines </a:t>
            </a:r>
            <a:r>
              <a:rPr lang="fr-FR" dirty="0" err="1"/>
              <a:t>features</a:t>
            </a:r>
            <a:r>
              <a:rPr lang="fr-FR" dirty="0"/>
              <a:t> déséquilibrées</a:t>
            </a:r>
          </a:p>
          <a:p>
            <a:pPr lvl="1"/>
            <a:r>
              <a:rPr lang="fr-FR" dirty="0"/>
              <a:t>Cible déséquilibrée</a:t>
            </a:r>
          </a:p>
          <a:p>
            <a:pPr lvl="1"/>
            <a:r>
              <a:rPr lang="fr-FR" dirty="0"/>
              <a:t>Effet intersectionnel</a:t>
            </a:r>
          </a:p>
          <a:p>
            <a:pPr lvl="1"/>
            <a:r>
              <a:rPr lang="fr-FR" dirty="0"/>
              <a:t>Disparate Impact bas</a:t>
            </a:r>
          </a:p>
          <a:p>
            <a:pPr lvl="1"/>
            <a:endParaRPr lang="fr-FR" dirty="0"/>
          </a:p>
        </p:txBody>
      </p:sp>
      <p:pic>
        <p:nvPicPr>
          <p:cNvPr id="8" name="Image 7" descr="Point d'interrogation - Icônes interface gratuites">
            <a:extLst>
              <a:ext uri="{FF2B5EF4-FFF2-40B4-BE49-F238E27FC236}">
                <a16:creationId xmlns:a16="http://schemas.microsoft.com/office/drawing/2014/main" id="{5323ED8A-D471-0BCF-0C1A-BFD879380027}"/>
              </a:ext>
            </a:extLst>
          </p:cNvPr>
          <p:cNvPicPr>
            <a:picLocks noChangeAspect="1"/>
          </p:cNvPicPr>
          <p:nvPr/>
        </p:nvPicPr>
        <p:blipFill>
          <a:blip r:embed="rId4"/>
          <a:stretch>
            <a:fillRect/>
          </a:stretch>
        </p:blipFill>
        <p:spPr>
          <a:xfrm>
            <a:off x="5134058" y="5240545"/>
            <a:ext cx="273684" cy="273684"/>
          </a:xfrm>
          <a:prstGeom prst="rect">
            <a:avLst/>
          </a:prstGeom>
        </p:spPr>
      </p:pic>
      <p:pic>
        <p:nvPicPr>
          <p:cNvPr id="16" name="Image 15">
            <a:extLst>
              <a:ext uri="{FF2B5EF4-FFF2-40B4-BE49-F238E27FC236}">
                <a16:creationId xmlns:a16="http://schemas.microsoft.com/office/drawing/2014/main" id="{F6CF336B-6E0D-1A9C-7952-8C70BD7F5673}"/>
              </a:ext>
            </a:extLst>
          </p:cNvPr>
          <p:cNvPicPr>
            <a:picLocks noChangeAspect="1"/>
          </p:cNvPicPr>
          <p:nvPr/>
        </p:nvPicPr>
        <p:blipFill>
          <a:blip r:embed="rId5"/>
          <a:stretch>
            <a:fillRect/>
          </a:stretch>
        </p:blipFill>
        <p:spPr>
          <a:xfrm>
            <a:off x="5644423" y="5648376"/>
            <a:ext cx="3155472" cy="424823"/>
          </a:xfrm>
          <a:prstGeom prst="rect">
            <a:avLst/>
          </a:prstGeom>
        </p:spPr>
      </p:pic>
    </p:spTree>
    <p:extLst>
      <p:ext uri="{BB962C8B-B14F-4D97-AF65-F5344CB8AC3E}">
        <p14:creationId xmlns:p14="http://schemas.microsoft.com/office/powerpoint/2010/main" val="12965905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58424-CDAC-ADCD-686E-98AD6589626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EC44248-4580-0633-5C52-7C2C417D0ACB}"/>
              </a:ext>
            </a:extLst>
          </p:cNvPr>
          <p:cNvSpPr>
            <a:spLocks noGrp="1"/>
          </p:cNvSpPr>
          <p:nvPr>
            <p:ph type="title"/>
          </p:nvPr>
        </p:nvSpPr>
        <p:spPr/>
        <p:txBody>
          <a:bodyPr/>
          <a:lstStyle/>
          <a:p>
            <a:r>
              <a:rPr lang="fr-FR" dirty="0"/>
              <a:t>Exploration &amp; analyse des données (EDA)</a:t>
            </a:r>
          </a:p>
        </p:txBody>
      </p:sp>
      <p:sp>
        <p:nvSpPr>
          <p:cNvPr id="3" name="Espace réservé du texte 2">
            <a:extLst>
              <a:ext uri="{FF2B5EF4-FFF2-40B4-BE49-F238E27FC236}">
                <a16:creationId xmlns:a16="http://schemas.microsoft.com/office/drawing/2014/main" id="{2145154C-1014-A296-A703-DA7F30E28955}"/>
              </a:ext>
            </a:extLst>
          </p:cNvPr>
          <p:cNvSpPr>
            <a:spLocks noGrp="1"/>
          </p:cNvSpPr>
          <p:nvPr>
            <p:ph type="body" sz="quarter" idx="10"/>
          </p:nvPr>
        </p:nvSpPr>
        <p:spPr/>
        <p:txBody>
          <a:bodyPr/>
          <a:lstStyle/>
          <a:p>
            <a:r>
              <a:rPr lang="fr-FR" b="1" dirty="0"/>
              <a:t>Quelle est la qualité des données et comment se répartissent-elles dans le jeu de données ?</a:t>
            </a:r>
            <a:endParaRPr lang="fr-FR" dirty="0"/>
          </a:p>
        </p:txBody>
      </p:sp>
      <p:sp>
        <p:nvSpPr>
          <p:cNvPr id="4" name="Espace réservé du numéro de diapositive 3">
            <a:extLst>
              <a:ext uri="{FF2B5EF4-FFF2-40B4-BE49-F238E27FC236}">
                <a16:creationId xmlns:a16="http://schemas.microsoft.com/office/drawing/2014/main" id="{B7AB9506-420C-8E3E-6E07-B5FC8A8EA860}"/>
              </a:ext>
            </a:extLst>
          </p:cNvPr>
          <p:cNvSpPr>
            <a:spLocks noGrp="1"/>
          </p:cNvSpPr>
          <p:nvPr>
            <p:ph type="sldNum" sz="quarter" idx="4"/>
          </p:nvPr>
        </p:nvSpPr>
        <p:spPr/>
        <p:txBody>
          <a:bodyPr/>
          <a:lstStyle/>
          <a:p>
            <a:fld id="{DAF489CC-3B7A-4DA5-A8C0-4984788D0EC5}" type="slidenum">
              <a:rPr lang="nl-NL" smtClean="0"/>
              <a:pPr/>
              <a:t>8</a:t>
            </a:fld>
            <a:endParaRPr lang="nl-NL" dirty="0"/>
          </a:p>
        </p:txBody>
      </p:sp>
      <p:sp>
        <p:nvSpPr>
          <p:cNvPr id="7" name="Espace réservé du contenu 3">
            <a:extLst>
              <a:ext uri="{FF2B5EF4-FFF2-40B4-BE49-F238E27FC236}">
                <a16:creationId xmlns:a16="http://schemas.microsoft.com/office/drawing/2014/main" id="{3A7E4F4E-4DF4-0C07-293B-BA45CB6E4128}"/>
              </a:ext>
            </a:extLst>
          </p:cNvPr>
          <p:cNvSpPr txBox="1">
            <a:spLocks/>
          </p:cNvSpPr>
          <p:nvPr/>
        </p:nvSpPr>
        <p:spPr>
          <a:xfrm>
            <a:off x="509577" y="1070616"/>
            <a:ext cx="9121673" cy="4120815"/>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Conclusion et révision des critères de succès</a:t>
            </a:r>
          </a:p>
        </p:txBody>
      </p:sp>
      <p:pic>
        <p:nvPicPr>
          <p:cNvPr id="6" name="Image 5">
            <a:extLst>
              <a:ext uri="{FF2B5EF4-FFF2-40B4-BE49-F238E27FC236}">
                <a16:creationId xmlns:a16="http://schemas.microsoft.com/office/drawing/2014/main" id="{6A50CF6C-8563-7B28-1BBF-D112B36AB513}"/>
              </a:ext>
            </a:extLst>
          </p:cNvPr>
          <p:cNvPicPr>
            <a:picLocks noChangeAspect="1"/>
          </p:cNvPicPr>
          <p:nvPr/>
        </p:nvPicPr>
        <p:blipFill>
          <a:blip r:embed="rId3"/>
          <a:stretch>
            <a:fillRect/>
          </a:stretch>
        </p:blipFill>
        <p:spPr>
          <a:xfrm>
            <a:off x="509149" y="1366840"/>
            <a:ext cx="11173274" cy="4781170"/>
          </a:xfrm>
          <a:prstGeom prst="rect">
            <a:avLst/>
          </a:prstGeom>
        </p:spPr>
      </p:pic>
    </p:spTree>
    <p:extLst>
      <p:ext uri="{BB962C8B-B14F-4D97-AF65-F5344CB8AC3E}">
        <p14:creationId xmlns:p14="http://schemas.microsoft.com/office/powerpoint/2010/main" val="33175429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2CC5C-CE9D-45E8-7824-2EEEA5DE614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D23C00A1-1306-B048-A3C3-3821F393F1DC}"/>
              </a:ext>
            </a:extLst>
          </p:cNvPr>
          <p:cNvSpPr>
            <a:spLocks noGrp="1"/>
          </p:cNvSpPr>
          <p:nvPr>
            <p:ph type="title"/>
          </p:nvPr>
        </p:nvSpPr>
        <p:spPr/>
        <p:txBody>
          <a:bodyPr/>
          <a:lstStyle/>
          <a:p>
            <a:r>
              <a:rPr lang="fr-FR" dirty="0"/>
              <a:t>Préparation des données et scénarios de jeux de données</a:t>
            </a:r>
          </a:p>
        </p:txBody>
      </p:sp>
      <p:sp>
        <p:nvSpPr>
          <p:cNvPr id="3" name="Espace réservé du texte 2">
            <a:extLst>
              <a:ext uri="{FF2B5EF4-FFF2-40B4-BE49-F238E27FC236}">
                <a16:creationId xmlns:a16="http://schemas.microsoft.com/office/drawing/2014/main" id="{04BB751F-AB14-004A-E833-1BE06185C64C}"/>
              </a:ext>
            </a:extLst>
          </p:cNvPr>
          <p:cNvSpPr>
            <a:spLocks noGrp="1"/>
          </p:cNvSpPr>
          <p:nvPr>
            <p:ph type="body" sz="quarter" idx="10"/>
          </p:nvPr>
        </p:nvSpPr>
        <p:spPr/>
        <p:txBody>
          <a:bodyPr/>
          <a:lstStyle/>
          <a:p>
            <a:r>
              <a:rPr lang="fr-FR" b="1" dirty="0"/>
              <a:t>Comment préparer les données de manière fiable et reproductible ?</a:t>
            </a:r>
            <a:endParaRPr lang="fr-FR" dirty="0"/>
          </a:p>
        </p:txBody>
      </p:sp>
      <p:sp>
        <p:nvSpPr>
          <p:cNvPr id="4" name="Espace réservé du numéro de diapositive 3">
            <a:extLst>
              <a:ext uri="{FF2B5EF4-FFF2-40B4-BE49-F238E27FC236}">
                <a16:creationId xmlns:a16="http://schemas.microsoft.com/office/drawing/2014/main" id="{3E81971B-AF83-32E2-8576-D8BADB81FF0B}"/>
              </a:ext>
            </a:extLst>
          </p:cNvPr>
          <p:cNvSpPr>
            <a:spLocks noGrp="1"/>
          </p:cNvSpPr>
          <p:nvPr>
            <p:ph type="sldNum" sz="quarter" idx="4"/>
          </p:nvPr>
        </p:nvSpPr>
        <p:spPr/>
        <p:txBody>
          <a:bodyPr/>
          <a:lstStyle/>
          <a:p>
            <a:fld id="{DAF489CC-3B7A-4DA5-A8C0-4984788D0EC5}" type="slidenum">
              <a:rPr lang="nl-NL" smtClean="0"/>
              <a:pPr/>
              <a:t>9</a:t>
            </a:fld>
            <a:endParaRPr lang="nl-NL" dirty="0"/>
          </a:p>
        </p:txBody>
      </p:sp>
      <p:sp>
        <p:nvSpPr>
          <p:cNvPr id="7" name="Espace réservé du contenu 3">
            <a:extLst>
              <a:ext uri="{FF2B5EF4-FFF2-40B4-BE49-F238E27FC236}">
                <a16:creationId xmlns:a16="http://schemas.microsoft.com/office/drawing/2014/main" id="{2480073D-E299-48E1-F5D6-988D46F28406}"/>
              </a:ext>
            </a:extLst>
          </p:cNvPr>
          <p:cNvSpPr txBox="1">
            <a:spLocks/>
          </p:cNvSpPr>
          <p:nvPr/>
        </p:nvSpPr>
        <p:spPr>
          <a:xfrm>
            <a:off x="509577" y="1070616"/>
            <a:ext cx="9121673" cy="4120815"/>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Prétraitement :</a:t>
            </a:r>
          </a:p>
          <a:p>
            <a:pPr lvl="1"/>
            <a:r>
              <a:rPr lang="fr-FR" dirty="0"/>
              <a:t>Remplacement du code INSEE par le département</a:t>
            </a:r>
          </a:p>
          <a:p>
            <a:pPr lvl="1"/>
            <a:r>
              <a:rPr lang="fr-FR" dirty="0"/>
              <a:t>Incohérences age &lt;-&gt; ancienneté : on positionne ancienneté à </a:t>
            </a:r>
            <a:r>
              <a:rPr lang="fr-FR" i="1" dirty="0"/>
              <a:t>NaN</a:t>
            </a:r>
            <a:endParaRPr lang="fr-FR" dirty="0"/>
          </a:p>
          <a:p>
            <a:pPr lvl="1"/>
            <a:r>
              <a:rPr lang="fr-FR" dirty="0"/>
              <a:t>Exclue les identifiants </a:t>
            </a:r>
            <a:r>
              <a:rPr lang="fr-FR" i="1" dirty="0" err="1"/>
              <a:t>usager_id</a:t>
            </a:r>
            <a:endParaRPr lang="fr-FR" i="1" dirty="0"/>
          </a:p>
          <a:p>
            <a:r>
              <a:rPr lang="fr-FR" dirty="0"/>
              <a:t>Split des données :</a:t>
            </a:r>
          </a:p>
          <a:p>
            <a:endParaRPr lang="fr-FR" dirty="0"/>
          </a:p>
          <a:p>
            <a:endParaRPr lang="fr-FR" dirty="0"/>
          </a:p>
          <a:p>
            <a:endParaRPr lang="fr-FR" dirty="0"/>
          </a:p>
          <a:p>
            <a:endParaRPr lang="fr-FR" dirty="0"/>
          </a:p>
          <a:p>
            <a:endParaRPr lang="fr-FR" dirty="0"/>
          </a:p>
          <a:p>
            <a:r>
              <a:rPr lang="fr-FR" b="1" dirty="0"/>
              <a:t>Pipelines</a:t>
            </a:r>
            <a:r>
              <a:rPr lang="fr-FR" dirty="0"/>
              <a:t> :</a:t>
            </a:r>
          </a:p>
        </p:txBody>
      </p:sp>
      <p:graphicFrame>
        <p:nvGraphicFramePr>
          <p:cNvPr id="5" name="Tableau 4">
            <a:extLst>
              <a:ext uri="{FF2B5EF4-FFF2-40B4-BE49-F238E27FC236}">
                <a16:creationId xmlns:a16="http://schemas.microsoft.com/office/drawing/2014/main" id="{2065D43B-393F-D782-0410-4500B7BDAE8B}"/>
              </a:ext>
            </a:extLst>
          </p:cNvPr>
          <p:cNvGraphicFramePr>
            <a:graphicFrameLocks noGrp="1"/>
          </p:cNvGraphicFramePr>
          <p:nvPr/>
        </p:nvGraphicFramePr>
        <p:xfrm>
          <a:off x="428624" y="2637756"/>
          <a:ext cx="8311535" cy="1483360"/>
        </p:xfrm>
        <a:graphic>
          <a:graphicData uri="http://schemas.openxmlformats.org/drawingml/2006/table">
            <a:tbl>
              <a:tblPr firstRow="1" bandRow="1">
                <a:tableStyleId>{5C22544A-7EE6-4342-B048-85BDC9FD1C3A}</a:tableStyleId>
              </a:tblPr>
              <a:tblGrid>
                <a:gridCol w="1330515">
                  <a:extLst>
                    <a:ext uri="{9D8B030D-6E8A-4147-A177-3AD203B41FA5}">
                      <a16:colId xmlns:a16="http://schemas.microsoft.com/office/drawing/2014/main" val="4278433962"/>
                    </a:ext>
                  </a:extLst>
                </a:gridCol>
                <a:gridCol w="3307857">
                  <a:extLst>
                    <a:ext uri="{9D8B030D-6E8A-4147-A177-3AD203B41FA5}">
                      <a16:colId xmlns:a16="http://schemas.microsoft.com/office/drawing/2014/main" val="2249633773"/>
                    </a:ext>
                  </a:extLst>
                </a:gridCol>
                <a:gridCol w="900467">
                  <a:extLst>
                    <a:ext uri="{9D8B030D-6E8A-4147-A177-3AD203B41FA5}">
                      <a16:colId xmlns:a16="http://schemas.microsoft.com/office/drawing/2014/main" val="3839311515"/>
                    </a:ext>
                  </a:extLst>
                </a:gridCol>
                <a:gridCol w="2772696">
                  <a:extLst>
                    <a:ext uri="{9D8B030D-6E8A-4147-A177-3AD203B41FA5}">
                      <a16:colId xmlns:a16="http://schemas.microsoft.com/office/drawing/2014/main" val="1000751967"/>
                    </a:ext>
                  </a:extLst>
                </a:gridCol>
              </a:tblGrid>
              <a:tr h="370840">
                <a:tc>
                  <a:txBody>
                    <a:bodyPr/>
                    <a:lstStyle/>
                    <a:p>
                      <a:r>
                        <a:rPr lang="fr-FR" dirty="0"/>
                        <a:t>Jeu</a:t>
                      </a:r>
                    </a:p>
                  </a:txBody>
                  <a:tcPr/>
                </a:tc>
                <a:tc>
                  <a:txBody>
                    <a:bodyPr/>
                    <a:lstStyle/>
                    <a:p>
                      <a:r>
                        <a:rPr lang="fr-FR" dirty="0"/>
                        <a:t>Lignes</a:t>
                      </a:r>
                    </a:p>
                  </a:txBody>
                  <a:tcPr/>
                </a:tc>
                <a:tc>
                  <a:txBody>
                    <a:bodyPr/>
                    <a:lstStyle/>
                    <a:p>
                      <a:r>
                        <a:rPr lang="fr-FR" dirty="0"/>
                        <a:t>Part</a:t>
                      </a:r>
                    </a:p>
                  </a:txBody>
                  <a:tcPr/>
                </a:tc>
                <a:tc>
                  <a:txBody>
                    <a:bodyPr/>
                    <a:lstStyle/>
                    <a:p>
                      <a:r>
                        <a:rPr lang="fr-FR" dirty="0"/>
                        <a:t>Classe 0 / 1 / 2</a:t>
                      </a:r>
                    </a:p>
                  </a:txBody>
                  <a:tcPr/>
                </a:tc>
                <a:extLst>
                  <a:ext uri="{0D108BD9-81ED-4DB2-BD59-A6C34878D82A}">
                    <a16:rowId xmlns:a16="http://schemas.microsoft.com/office/drawing/2014/main" val="2365543314"/>
                  </a:ext>
                </a:extLst>
              </a:tr>
              <a:tr h="370840">
                <a:tc>
                  <a:txBody>
                    <a:bodyPr/>
                    <a:lstStyle/>
                    <a:p>
                      <a:r>
                        <a:rPr lang="fr-FR" dirty="0"/>
                        <a:t>Train</a:t>
                      </a:r>
                    </a:p>
                  </a:txBody>
                  <a:tcPr/>
                </a:tc>
                <a:tc>
                  <a:txBody>
                    <a:bodyPr/>
                    <a:lstStyle/>
                    <a:p>
                      <a:r>
                        <a:rPr lang="fr-FR" dirty="0"/>
                        <a:t>2 000</a:t>
                      </a:r>
                    </a:p>
                  </a:txBody>
                  <a:tcPr/>
                </a:tc>
                <a:tc>
                  <a:txBody>
                    <a:bodyPr/>
                    <a:lstStyle/>
                    <a:p>
                      <a:r>
                        <a:rPr lang="fr-FR" dirty="0"/>
                        <a:t>80 %</a:t>
                      </a:r>
                    </a:p>
                  </a:txBody>
                  <a:tcPr/>
                </a:tc>
                <a:tc>
                  <a:txBody>
                    <a:bodyPr/>
                    <a:lstStyle/>
                    <a:p>
                      <a:r>
                        <a:rPr lang="fr-FR" dirty="0"/>
                        <a:t>749 / 889 / 362</a:t>
                      </a:r>
                    </a:p>
                  </a:txBody>
                  <a:tcPr/>
                </a:tc>
                <a:extLst>
                  <a:ext uri="{0D108BD9-81ED-4DB2-BD59-A6C34878D82A}">
                    <a16:rowId xmlns:a16="http://schemas.microsoft.com/office/drawing/2014/main" val="208331483"/>
                  </a:ext>
                </a:extLst>
              </a:tr>
              <a:tr h="370840">
                <a:tc>
                  <a:txBody>
                    <a:bodyPr/>
                    <a:lstStyle/>
                    <a:p>
                      <a:r>
                        <a:rPr lang="fr-FR" dirty="0"/>
                        <a:t>Test</a:t>
                      </a:r>
                    </a:p>
                  </a:txBody>
                  <a:tcPr/>
                </a:tc>
                <a:tc>
                  <a:txBody>
                    <a:bodyPr/>
                    <a:lstStyle/>
                    <a:p>
                      <a:r>
                        <a:rPr lang="fr-FR" dirty="0"/>
                        <a:t>500</a:t>
                      </a:r>
                    </a:p>
                  </a:txBody>
                  <a:tcPr/>
                </a:tc>
                <a:tc>
                  <a:txBody>
                    <a:bodyPr/>
                    <a:lstStyle/>
                    <a:p>
                      <a:r>
                        <a:rPr lang="fr-FR" dirty="0"/>
                        <a:t>20 %</a:t>
                      </a:r>
                    </a:p>
                  </a:txBody>
                  <a:tcPr/>
                </a:tc>
                <a:tc>
                  <a:txBody>
                    <a:bodyPr/>
                    <a:lstStyle/>
                    <a:p>
                      <a:r>
                        <a:rPr lang="fr-FR" dirty="0"/>
                        <a:t>187 / 223 / 90</a:t>
                      </a:r>
                    </a:p>
                  </a:txBody>
                  <a:tcPr/>
                </a:tc>
                <a:extLst>
                  <a:ext uri="{0D108BD9-81ED-4DB2-BD59-A6C34878D82A}">
                    <a16:rowId xmlns:a16="http://schemas.microsoft.com/office/drawing/2014/main" val="4164836982"/>
                  </a:ext>
                </a:extLst>
              </a:tr>
              <a:tr h="370840">
                <a:tc>
                  <a:txBody>
                    <a:bodyPr/>
                    <a:lstStyle/>
                    <a:p>
                      <a:r>
                        <a:rPr lang="fr-FR" dirty="0"/>
                        <a:t>Protocole</a:t>
                      </a:r>
                    </a:p>
                  </a:txBody>
                  <a:tcPr/>
                </a:tc>
                <a:tc>
                  <a:txBody>
                    <a:bodyPr/>
                    <a:lstStyle/>
                    <a:p>
                      <a:r>
                        <a:rPr lang="fr-FR" dirty="0"/>
                        <a:t>Stratifié, </a:t>
                      </a:r>
                      <a:r>
                        <a:rPr lang="fr-FR" dirty="0" err="1"/>
                        <a:t>random_state</a:t>
                      </a:r>
                      <a:r>
                        <a:rPr lang="fr-FR" dirty="0"/>
                        <a:t> fixé</a:t>
                      </a:r>
                    </a:p>
                  </a:txBody>
                  <a:tcPr/>
                </a:tc>
                <a:tc>
                  <a:txBody>
                    <a:bodyPr/>
                    <a:lstStyle/>
                    <a:p>
                      <a:r>
                        <a:rPr lang="fr-FR" dirty="0"/>
                        <a:t>-</a:t>
                      </a:r>
                    </a:p>
                  </a:txBody>
                  <a:tcPr/>
                </a:tc>
                <a:tc>
                  <a:txBody>
                    <a:bodyPr/>
                    <a:lstStyle/>
                    <a:p>
                      <a:r>
                        <a:rPr lang="fr-FR" dirty="0"/>
                        <a:t>Répartition </a:t>
                      </a:r>
                      <a:r>
                        <a:rPr lang="fr-FR" dirty="0" err="1"/>
                        <a:t>concervé</a:t>
                      </a:r>
                      <a:endParaRPr lang="fr-FR" dirty="0"/>
                    </a:p>
                  </a:txBody>
                  <a:tcPr/>
                </a:tc>
                <a:extLst>
                  <a:ext uri="{0D108BD9-81ED-4DB2-BD59-A6C34878D82A}">
                    <a16:rowId xmlns:a16="http://schemas.microsoft.com/office/drawing/2014/main" val="299734505"/>
                  </a:ext>
                </a:extLst>
              </a:tr>
            </a:tbl>
          </a:graphicData>
        </a:graphic>
      </p:graphicFrame>
      <p:pic>
        <p:nvPicPr>
          <p:cNvPr id="9" name="Image 8">
            <a:extLst>
              <a:ext uri="{FF2B5EF4-FFF2-40B4-BE49-F238E27FC236}">
                <a16:creationId xmlns:a16="http://schemas.microsoft.com/office/drawing/2014/main" id="{94875B06-158D-A124-8F52-74866AA026E5}"/>
              </a:ext>
            </a:extLst>
          </p:cNvPr>
          <p:cNvPicPr>
            <a:picLocks noChangeAspect="1"/>
          </p:cNvPicPr>
          <p:nvPr/>
        </p:nvPicPr>
        <p:blipFill>
          <a:blip r:embed="rId3"/>
          <a:stretch>
            <a:fillRect/>
          </a:stretch>
        </p:blipFill>
        <p:spPr>
          <a:xfrm>
            <a:off x="9038054" y="2868881"/>
            <a:ext cx="2644369" cy="1120237"/>
          </a:xfrm>
          <a:prstGeom prst="rect">
            <a:avLst/>
          </a:prstGeom>
        </p:spPr>
      </p:pic>
      <p:graphicFrame>
        <p:nvGraphicFramePr>
          <p:cNvPr id="10" name="Tableau 9">
            <a:extLst>
              <a:ext uri="{FF2B5EF4-FFF2-40B4-BE49-F238E27FC236}">
                <a16:creationId xmlns:a16="http://schemas.microsoft.com/office/drawing/2014/main" id="{70E5EF43-35A1-F2A1-F5B3-28891A448C20}"/>
              </a:ext>
            </a:extLst>
          </p:cNvPr>
          <p:cNvGraphicFramePr>
            <a:graphicFrameLocks noGrp="1"/>
          </p:cNvGraphicFramePr>
          <p:nvPr/>
        </p:nvGraphicFramePr>
        <p:xfrm>
          <a:off x="1871304" y="4129711"/>
          <a:ext cx="9895245" cy="2123440"/>
        </p:xfrm>
        <a:graphic>
          <a:graphicData uri="http://schemas.openxmlformats.org/drawingml/2006/table">
            <a:tbl>
              <a:tblPr firstRow="1" bandRow="1">
                <a:tableStyleId>{5C22544A-7EE6-4342-B048-85BDC9FD1C3A}</a:tableStyleId>
              </a:tblPr>
              <a:tblGrid>
                <a:gridCol w="2399071">
                  <a:extLst>
                    <a:ext uri="{9D8B030D-6E8A-4147-A177-3AD203B41FA5}">
                      <a16:colId xmlns:a16="http://schemas.microsoft.com/office/drawing/2014/main" val="1160388974"/>
                    </a:ext>
                  </a:extLst>
                </a:gridCol>
                <a:gridCol w="7496174">
                  <a:extLst>
                    <a:ext uri="{9D8B030D-6E8A-4147-A177-3AD203B41FA5}">
                      <a16:colId xmlns:a16="http://schemas.microsoft.com/office/drawing/2014/main" val="2113296420"/>
                    </a:ext>
                  </a:extLst>
                </a:gridCol>
              </a:tblGrid>
              <a:tr h="370840">
                <a:tc>
                  <a:txBody>
                    <a:bodyPr/>
                    <a:lstStyle/>
                    <a:p>
                      <a:r>
                        <a:rPr lang="fr-FR" dirty="0"/>
                        <a:t>Type de variable</a:t>
                      </a:r>
                    </a:p>
                  </a:txBody>
                  <a:tcPr/>
                </a:tc>
                <a:tc>
                  <a:txBody>
                    <a:bodyPr/>
                    <a:lstStyle/>
                    <a:p>
                      <a:r>
                        <a:rPr lang="fr-FR" dirty="0"/>
                        <a:t>Traitements</a:t>
                      </a:r>
                    </a:p>
                  </a:txBody>
                  <a:tcPr/>
                </a:tc>
                <a:extLst>
                  <a:ext uri="{0D108BD9-81ED-4DB2-BD59-A6C34878D82A}">
                    <a16:rowId xmlns:a16="http://schemas.microsoft.com/office/drawing/2014/main" val="896145170"/>
                  </a:ext>
                </a:extLst>
              </a:tr>
              <a:tr h="370840">
                <a:tc>
                  <a:txBody>
                    <a:bodyPr/>
                    <a:lstStyle/>
                    <a:p>
                      <a:r>
                        <a:rPr lang="fr-FR" dirty="0"/>
                        <a:t>Numérique</a:t>
                      </a:r>
                    </a:p>
                  </a:txBody>
                  <a:tcPr/>
                </a:tc>
                <a:tc>
                  <a:txBody>
                    <a:bodyPr/>
                    <a:lstStyle/>
                    <a:p>
                      <a:r>
                        <a:rPr lang="fr-FR" dirty="0"/>
                        <a:t>Valeurs manquantes = médiane + mise à l’échelle</a:t>
                      </a:r>
                    </a:p>
                  </a:txBody>
                  <a:tcPr/>
                </a:tc>
                <a:extLst>
                  <a:ext uri="{0D108BD9-81ED-4DB2-BD59-A6C34878D82A}">
                    <a16:rowId xmlns:a16="http://schemas.microsoft.com/office/drawing/2014/main" val="2324671820"/>
                  </a:ext>
                </a:extLst>
              </a:tr>
              <a:tr h="370840">
                <a:tc>
                  <a:txBody>
                    <a:bodyPr/>
                    <a:lstStyle/>
                    <a:p>
                      <a:r>
                        <a:rPr lang="fr-FR" dirty="0"/>
                        <a:t>Catégoriel (ordinal)</a:t>
                      </a:r>
                    </a:p>
                  </a:txBody>
                  <a:tcPr/>
                </a:tc>
                <a:tc>
                  <a:txBody>
                    <a:bodyPr/>
                    <a:lstStyle/>
                    <a:p>
                      <a:r>
                        <a:rPr lang="fr-FR" dirty="0"/>
                        <a:t>Manquantes = modalité la plus fréquente + encode selon l’ordre</a:t>
                      </a:r>
                    </a:p>
                  </a:txBody>
                  <a:tcPr/>
                </a:tc>
                <a:extLst>
                  <a:ext uri="{0D108BD9-81ED-4DB2-BD59-A6C34878D82A}">
                    <a16:rowId xmlns:a16="http://schemas.microsoft.com/office/drawing/2014/main" val="3611674466"/>
                  </a:ext>
                </a:extLst>
              </a:tr>
              <a:tr h="370840">
                <a:tc>
                  <a:txBody>
                    <a:bodyPr/>
                    <a:lstStyle/>
                    <a:p>
                      <a:r>
                        <a:rPr lang="fr-FR" dirty="0"/>
                        <a:t>Catégoriel (nominal)</a:t>
                      </a:r>
                    </a:p>
                  </a:txBody>
                  <a:tcPr/>
                </a:tc>
                <a:tc>
                  <a:txBody>
                    <a:bodyPr/>
                    <a:lstStyle/>
                    <a:p>
                      <a:r>
                        <a:rPr lang="fr-FR" dirty="0"/>
                        <a:t>Manquantes = modalité la plus fréquente + encodage </a:t>
                      </a:r>
                      <a:r>
                        <a:rPr lang="fr-FR" dirty="0" err="1"/>
                        <a:t>one-hot</a:t>
                      </a:r>
                      <a:r>
                        <a:rPr lang="fr-FR" dirty="0"/>
                        <a:t> + ignore les modalités inconnues</a:t>
                      </a:r>
                    </a:p>
                  </a:txBody>
                  <a:tcPr/>
                </a:tc>
                <a:extLst>
                  <a:ext uri="{0D108BD9-81ED-4DB2-BD59-A6C34878D82A}">
                    <a16:rowId xmlns:a16="http://schemas.microsoft.com/office/drawing/2014/main" val="3770402001"/>
                  </a:ext>
                </a:extLst>
              </a:tr>
              <a:tr h="370840">
                <a:tc>
                  <a:txBody>
                    <a:bodyPr/>
                    <a:lstStyle/>
                    <a:p>
                      <a:r>
                        <a:rPr lang="fr-FR" dirty="0"/>
                        <a:t>Texte</a:t>
                      </a:r>
                    </a:p>
                  </a:txBody>
                  <a:tcPr/>
                </a:tc>
                <a:tc>
                  <a:txBody>
                    <a:bodyPr/>
                    <a:lstStyle/>
                    <a:p>
                      <a:r>
                        <a:rPr lang="fr-FR" dirty="0"/>
                        <a:t>Manquantes = vide + Transforme 2D en 1D + Vectorisation TF-IDF</a:t>
                      </a:r>
                    </a:p>
                  </a:txBody>
                  <a:tcPr/>
                </a:tc>
                <a:extLst>
                  <a:ext uri="{0D108BD9-81ED-4DB2-BD59-A6C34878D82A}">
                    <a16:rowId xmlns:a16="http://schemas.microsoft.com/office/drawing/2014/main" val="3474975174"/>
                  </a:ext>
                </a:extLst>
              </a:tr>
            </a:tbl>
          </a:graphicData>
        </a:graphic>
      </p:graphicFrame>
    </p:spTree>
    <p:extLst>
      <p:ext uri="{BB962C8B-B14F-4D97-AF65-F5344CB8AC3E}">
        <p14:creationId xmlns:p14="http://schemas.microsoft.com/office/powerpoint/2010/main" val="37014696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DCB5A91-B3A2-AC4E-0E6E-957CB635D8E3}"/>
              </a:ext>
            </a:extLst>
          </p:cNvPr>
          <p:cNvSpPr>
            <a:spLocks noGrp="1"/>
          </p:cNvSpPr>
          <p:nvPr>
            <p:ph type="title"/>
          </p:nvPr>
        </p:nvSpPr>
        <p:spPr/>
        <p:txBody>
          <a:bodyPr/>
          <a:lstStyle/>
          <a:p>
            <a:r>
              <a:rPr lang="fr-FR" dirty="0"/>
              <a:t>Modélisation &amp; entrainement</a:t>
            </a:r>
          </a:p>
        </p:txBody>
      </p:sp>
      <p:sp>
        <p:nvSpPr>
          <p:cNvPr id="3" name="Espace réservé du texte 2">
            <a:extLst>
              <a:ext uri="{FF2B5EF4-FFF2-40B4-BE49-F238E27FC236}">
                <a16:creationId xmlns:a16="http://schemas.microsoft.com/office/drawing/2014/main" id="{CAF18655-86C7-FB01-94CD-1236C0AC4C5D}"/>
              </a:ext>
            </a:extLst>
          </p:cNvPr>
          <p:cNvSpPr>
            <a:spLocks noGrp="1"/>
          </p:cNvSpPr>
          <p:nvPr>
            <p:ph type="body" sz="quarter" idx="13"/>
          </p:nvPr>
        </p:nvSpPr>
        <p:spPr>
          <a:xfrm>
            <a:off x="390098" y="389618"/>
            <a:ext cx="1590179" cy="1477328"/>
          </a:xfrm>
        </p:spPr>
        <p:txBody>
          <a:bodyPr/>
          <a:lstStyle/>
          <a:p>
            <a:r>
              <a:rPr lang="fr-FR" dirty="0"/>
              <a:t>03</a:t>
            </a:r>
          </a:p>
        </p:txBody>
      </p:sp>
    </p:spTree>
    <p:extLst>
      <p:ext uri="{BB962C8B-B14F-4D97-AF65-F5344CB8AC3E}">
        <p14:creationId xmlns:p14="http://schemas.microsoft.com/office/powerpoint/2010/main" val="38405741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9FC90-EC47-5833-A025-1AA393D67C4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94F7836-EA0D-98CE-D6C4-97274A673CC6}"/>
              </a:ext>
            </a:extLst>
          </p:cNvPr>
          <p:cNvSpPr>
            <a:spLocks noGrp="1"/>
          </p:cNvSpPr>
          <p:nvPr>
            <p:ph type="title"/>
          </p:nvPr>
        </p:nvSpPr>
        <p:spPr/>
        <p:txBody>
          <a:bodyPr/>
          <a:lstStyle/>
          <a:p>
            <a:r>
              <a:rPr lang="fr-FR" dirty="0"/>
              <a:t>Préparation des données et scénarios de jeux de données</a:t>
            </a:r>
          </a:p>
        </p:txBody>
      </p:sp>
      <p:sp>
        <p:nvSpPr>
          <p:cNvPr id="3" name="Espace réservé du texte 2">
            <a:extLst>
              <a:ext uri="{FF2B5EF4-FFF2-40B4-BE49-F238E27FC236}">
                <a16:creationId xmlns:a16="http://schemas.microsoft.com/office/drawing/2014/main" id="{39CC4826-9E61-1B4A-A785-C04B5BDAA74F}"/>
              </a:ext>
            </a:extLst>
          </p:cNvPr>
          <p:cNvSpPr>
            <a:spLocks noGrp="1"/>
          </p:cNvSpPr>
          <p:nvPr>
            <p:ph type="body" sz="quarter" idx="10"/>
          </p:nvPr>
        </p:nvSpPr>
        <p:spPr/>
        <p:txBody>
          <a:bodyPr/>
          <a:lstStyle/>
          <a:p>
            <a:r>
              <a:rPr lang="fr-FR" b="1" dirty="0"/>
              <a:t>Comment préparer les données de manière fiable et reproductible ?</a:t>
            </a:r>
            <a:endParaRPr lang="fr-FR" dirty="0"/>
          </a:p>
        </p:txBody>
      </p:sp>
      <p:sp>
        <p:nvSpPr>
          <p:cNvPr id="4" name="Espace réservé du numéro de diapositive 3">
            <a:extLst>
              <a:ext uri="{FF2B5EF4-FFF2-40B4-BE49-F238E27FC236}">
                <a16:creationId xmlns:a16="http://schemas.microsoft.com/office/drawing/2014/main" id="{F5BEFDB1-5238-A9B8-4455-02529856466D}"/>
              </a:ext>
            </a:extLst>
          </p:cNvPr>
          <p:cNvSpPr>
            <a:spLocks noGrp="1"/>
          </p:cNvSpPr>
          <p:nvPr>
            <p:ph type="sldNum" sz="quarter" idx="4"/>
          </p:nvPr>
        </p:nvSpPr>
        <p:spPr/>
        <p:txBody>
          <a:bodyPr/>
          <a:lstStyle/>
          <a:p>
            <a:fld id="{DAF489CC-3B7A-4DA5-A8C0-4984788D0EC5}" type="slidenum">
              <a:rPr lang="nl-NL" smtClean="0"/>
              <a:pPr/>
              <a:t>11</a:t>
            </a:fld>
            <a:endParaRPr lang="nl-NL" dirty="0"/>
          </a:p>
        </p:txBody>
      </p:sp>
      <p:graphicFrame>
        <p:nvGraphicFramePr>
          <p:cNvPr id="5" name="Diagramme 4">
            <a:extLst>
              <a:ext uri="{FF2B5EF4-FFF2-40B4-BE49-F238E27FC236}">
                <a16:creationId xmlns:a16="http://schemas.microsoft.com/office/drawing/2014/main" id="{4DEA99D5-1472-8C18-56E9-38D5C679FE45}"/>
              </a:ext>
            </a:extLst>
          </p:cNvPr>
          <p:cNvGraphicFramePr/>
          <p:nvPr>
            <p:extLst>
              <p:ext uri="{D42A27DB-BD31-4B8C-83A1-F6EECF244321}">
                <p14:modId xmlns:p14="http://schemas.microsoft.com/office/powerpoint/2010/main" val="2632692332"/>
              </p:ext>
            </p:extLst>
          </p:nvPr>
        </p:nvGraphicFramePr>
        <p:xfrm>
          <a:off x="146172" y="956879"/>
          <a:ext cx="11855327" cy="51911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94576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85A15-2640-A735-DDE8-D56145DFC1D6}"/>
            </a:ext>
          </a:extLst>
        </p:cNvPr>
        <p:cNvGrpSpPr/>
        <p:nvPr/>
      </p:nvGrpSpPr>
      <p:grpSpPr>
        <a:xfrm>
          <a:off x="0" y="0"/>
          <a:ext cx="0" cy="0"/>
          <a:chOff x="0" y="0"/>
          <a:chExt cx="0" cy="0"/>
        </a:xfrm>
      </p:grpSpPr>
      <p:graphicFrame>
        <p:nvGraphicFramePr>
          <p:cNvPr id="6" name="Diagramme 5">
            <a:extLst>
              <a:ext uri="{FF2B5EF4-FFF2-40B4-BE49-F238E27FC236}">
                <a16:creationId xmlns:a16="http://schemas.microsoft.com/office/drawing/2014/main" id="{3E03A342-7E3E-A131-4D6B-F7A34F32B039}"/>
              </a:ext>
            </a:extLst>
          </p:cNvPr>
          <p:cNvGraphicFramePr/>
          <p:nvPr>
            <p:extLst>
              <p:ext uri="{D42A27DB-BD31-4B8C-83A1-F6EECF244321}">
                <p14:modId xmlns:p14="http://schemas.microsoft.com/office/powerpoint/2010/main" val="1548735650"/>
              </p:ext>
            </p:extLst>
          </p:nvPr>
        </p:nvGraphicFramePr>
        <p:xfrm>
          <a:off x="180855" y="1060683"/>
          <a:ext cx="11712304" cy="122040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Titre 1">
            <a:extLst>
              <a:ext uri="{FF2B5EF4-FFF2-40B4-BE49-F238E27FC236}">
                <a16:creationId xmlns:a16="http://schemas.microsoft.com/office/drawing/2014/main" id="{B0AB4C18-8F2A-27C5-3937-5F8EB8B0E615}"/>
              </a:ext>
            </a:extLst>
          </p:cNvPr>
          <p:cNvSpPr>
            <a:spLocks noGrp="1"/>
          </p:cNvSpPr>
          <p:nvPr>
            <p:ph type="title"/>
          </p:nvPr>
        </p:nvSpPr>
        <p:spPr/>
        <p:txBody>
          <a:bodyPr/>
          <a:lstStyle/>
          <a:p>
            <a:r>
              <a:rPr lang="fr-FR" sz="2400" dirty="0"/>
              <a:t>Familles candidates &amp; Modèles candidats</a:t>
            </a:r>
          </a:p>
        </p:txBody>
      </p:sp>
      <p:sp>
        <p:nvSpPr>
          <p:cNvPr id="3" name="Espace réservé du texte 2">
            <a:extLst>
              <a:ext uri="{FF2B5EF4-FFF2-40B4-BE49-F238E27FC236}">
                <a16:creationId xmlns:a16="http://schemas.microsoft.com/office/drawing/2014/main" id="{4A862CA5-0F5A-115C-6763-DE420E2A5D00}"/>
              </a:ext>
            </a:extLst>
          </p:cNvPr>
          <p:cNvSpPr>
            <a:spLocks noGrp="1"/>
          </p:cNvSpPr>
          <p:nvPr>
            <p:ph type="body" sz="quarter" idx="10"/>
          </p:nvPr>
        </p:nvSpPr>
        <p:spPr/>
        <p:txBody>
          <a:bodyPr/>
          <a:lstStyle/>
          <a:p>
            <a:r>
              <a:rPr lang="fr-FR" b="1" dirty="0"/>
              <a:t>Quelles familles de modèles peut-on envisager pour cette classification, et quels modèles retenir ?</a:t>
            </a:r>
            <a:endParaRPr lang="fr-FR" dirty="0"/>
          </a:p>
        </p:txBody>
      </p:sp>
      <p:sp>
        <p:nvSpPr>
          <p:cNvPr id="4" name="Espace réservé du numéro de diapositive 3">
            <a:extLst>
              <a:ext uri="{FF2B5EF4-FFF2-40B4-BE49-F238E27FC236}">
                <a16:creationId xmlns:a16="http://schemas.microsoft.com/office/drawing/2014/main" id="{80E6968D-1CE0-D58A-7094-59A8C56DBC59}"/>
              </a:ext>
            </a:extLst>
          </p:cNvPr>
          <p:cNvSpPr>
            <a:spLocks noGrp="1"/>
          </p:cNvSpPr>
          <p:nvPr>
            <p:ph type="sldNum" sz="quarter" idx="4"/>
          </p:nvPr>
        </p:nvSpPr>
        <p:spPr/>
        <p:txBody>
          <a:bodyPr/>
          <a:lstStyle/>
          <a:p>
            <a:fld id="{DAF489CC-3B7A-4DA5-A8C0-4984788D0EC5}" type="slidenum">
              <a:rPr lang="nl-NL" smtClean="0"/>
              <a:pPr/>
              <a:t>12</a:t>
            </a:fld>
            <a:endParaRPr lang="nl-NL" dirty="0"/>
          </a:p>
        </p:txBody>
      </p:sp>
      <p:graphicFrame>
        <p:nvGraphicFramePr>
          <p:cNvPr id="8" name="Diagramme 7">
            <a:extLst>
              <a:ext uri="{FF2B5EF4-FFF2-40B4-BE49-F238E27FC236}">
                <a16:creationId xmlns:a16="http://schemas.microsoft.com/office/drawing/2014/main" id="{8E758B07-B279-232B-A29C-32F2A5D616DC}"/>
              </a:ext>
            </a:extLst>
          </p:cNvPr>
          <p:cNvGraphicFramePr/>
          <p:nvPr>
            <p:extLst>
              <p:ext uri="{D42A27DB-BD31-4B8C-83A1-F6EECF244321}">
                <p14:modId xmlns:p14="http://schemas.microsoft.com/office/powerpoint/2010/main" val="3488688900"/>
              </p:ext>
            </p:extLst>
          </p:nvPr>
        </p:nvGraphicFramePr>
        <p:xfrm>
          <a:off x="180854" y="2407423"/>
          <a:ext cx="5797159" cy="3827598"/>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7" name="Diagramme 6">
            <a:extLst>
              <a:ext uri="{FF2B5EF4-FFF2-40B4-BE49-F238E27FC236}">
                <a16:creationId xmlns:a16="http://schemas.microsoft.com/office/drawing/2014/main" id="{1BF2C0F4-EA0F-7694-F44B-402FA30B7B77}"/>
              </a:ext>
            </a:extLst>
          </p:cNvPr>
          <p:cNvGraphicFramePr/>
          <p:nvPr>
            <p:extLst>
              <p:ext uri="{D42A27DB-BD31-4B8C-83A1-F6EECF244321}">
                <p14:modId xmlns:p14="http://schemas.microsoft.com/office/powerpoint/2010/main" val="52730172"/>
              </p:ext>
            </p:extLst>
          </p:nvPr>
        </p:nvGraphicFramePr>
        <p:xfrm>
          <a:off x="6096000" y="2407423"/>
          <a:ext cx="5797159" cy="3827598"/>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spTree>
    <p:extLst>
      <p:ext uri="{BB962C8B-B14F-4D97-AF65-F5344CB8AC3E}">
        <p14:creationId xmlns:p14="http://schemas.microsoft.com/office/powerpoint/2010/main" val="25663341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9F409E0-AF8E-5F1E-72CB-02FA03CA1C30}"/>
              </a:ext>
            </a:extLst>
          </p:cNvPr>
          <p:cNvSpPr>
            <a:spLocks noGrp="1"/>
          </p:cNvSpPr>
          <p:nvPr>
            <p:ph type="title"/>
          </p:nvPr>
        </p:nvSpPr>
        <p:spPr/>
        <p:txBody>
          <a:bodyPr/>
          <a:lstStyle/>
          <a:p>
            <a:r>
              <a:rPr lang="fr-FR" b="1" dirty="0"/>
              <a:t>Métriques retenues &amp; justification</a:t>
            </a:r>
            <a:br>
              <a:rPr lang="fr-FR" dirty="0"/>
            </a:br>
            <a:endParaRPr lang="fr-FR" dirty="0"/>
          </a:p>
        </p:txBody>
      </p:sp>
      <p:sp>
        <p:nvSpPr>
          <p:cNvPr id="3" name="Espace réservé du texte 2">
            <a:extLst>
              <a:ext uri="{FF2B5EF4-FFF2-40B4-BE49-F238E27FC236}">
                <a16:creationId xmlns:a16="http://schemas.microsoft.com/office/drawing/2014/main" id="{014021CA-16BD-C15D-CF77-A9505D3D3B19}"/>
              </a:ext>
            </a:extLst>
          </p:cNvPr>
          <p:cNvSpPr>
            <a:spLocks noGrp="1"/>
          </p:cNvSpPr>
          <p:nvPr>
            <p:ph type="body" sz="quarter" idx="10"/>
          </p:nvPr>
        </p:nvSpPr>
        <p:spPr/>
        <p:txBody>
          <a:bodyPr/>
          <a:lstStyle/>
          <a:p>
            <a:r>
              <a:rPr lang="fr-FR" b="1" dirty="0"/>
              <a:t>Quels indicateurs choisir pour évaluer le modèle et pourquoi sont-ils adaptés à notre objectif métier ? </a:t>
            </a:r>
            <a:endParaRPr lang="fr-FR" dirty="0"/>
          </a:p>
        </p:txBody>
      </p:sp>
      <p:sp>
        <p:nvSpPr>
          <p:cNvPr id="4" name="Espace réservé du numéro de diapositive 3">
            <a:extLst>
              <a:ext uri="{FF2B5EF4-FFF2-40B4-BE49-F238E27FC236}">
                <a16:creationId xmlns:a16="http://schemas.microsoft.com/office/drawing/2014/main" id="{59A1E2C5-0D63-B4E9-C414-0B560CCEDE42}"/>
              </a:ext>
            </a:extLst>
          </p:cNvPr>
          <p:cNvSpPr>
            <a:spLocks noGrp="1"/>
          </p:cNvSpPr>
          <p:nvPr>
            <p:ph type="sldNum" sz="quarter" idx="4"/>
          </p:nvPr>
        </p:nvSpPr>
        <p:spPr/>
        <p:txBody>
          <a:bodyPr/>
          <a:lstStyle/>
          <a:p>
            <a:fld id="{DAF489CC-3B7A-4DA5-A8C0-4984788D0EC5}" type="slidenum">
              <a:rPr lang="nl-NL" smtClean="0"/>
              <a:pPr/>
              <a:t>13</a:t>
            </a:fld>
            <a:endParaRPr lang="nl-NL" dirty="0"/>
          </a:p>
        </p:txBody>
      </p:sp>
      <p:pic>
        <p:nvPicPr>
          <p:cNvPr id="8" name="Image 7">
            <a:extLst>
              <a:ext uri="{FF2B5EF4-FFF2-40B4-BE49-F238E27FC236}">
                <a16:creationId xmlns:a16="http://schemas.microsoft.com/office/drawing/2014/main" id="{1DE5FFEF-9538-9F84-F9ED-9A1BB24A2CD6}"/>
              </a:ext>
            </a:extLst>
          </p:cNvPr>
          <p:cNvPicPr>
            <a:picLocks noChangeAspect="1"/>
          </p:cNvPicPr>
          <p:nvPr/>
        </p:nvPicPr>
        <p:blipFill>
          <a:blip r:embed="rId3"/>
          <a:stretch>
            <a:fillRect/>
          </a:stretch>
        </p:blipFill>
        <p:spPr>
          <a:xfrm>
            <a:off x="657523" y="1050952"/>
            <a:ext cx="10876953" cy="5238087"/>
          </a:xfrm>
          <a:prstGeom prst="rect">
            <a:avLst/>
          </a:prstGeom>
        </p:spPr>
      </p:pic>
    </p:spTree>
    <p:extLst>
      <p:ext uri="{BB962C8B-B14F-4D97-AF65-F5344CB8AC3E}">
        <p14:creationId xmlns:p14="http://schemas.microsoft.com/office/powerpoint/2010/main" val="37302556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16732B2-DDC6-E76C-0529-6C1084FEE9C8}"/>
              </a:ext>
            </a:extLst>
          </p:cNvPr>
          <p:cNvSpPr>
            <a:spLocks noGrp="1"/>
          </p:cNvSpPr>
          <p:nvPr>
            <p:ph type="title"/>
          </p:nvPr>
        </p:nvSpPr>
        <p:spPr/>
        <p:txBody>
          <a:bodyPr/>
          <a:lstStyle/>
          <a:p>
            <a:r>
              <a:rPr lang="fr-FR" dirty="0"/>
              <a:t>Validation croisée  &amp; </a:t>
            </a:r>
            <a:r>
              <a:rPr lang="fr-FR" b="1" dirty="0"/>
              <a:t>Optimisation des hyperparamètres</a:t>
            </a:r>
            <a:br>
              <a:rPr lang="fr-FR" dirty="0"/>
            </a:br>
            <a:endParaRPr lang="fr-FR" dirty="0"/>
          </a:p>
        </p:txBody>
      </p:sp>
      <p:sp>
        <p:nvSpPr>
          <p:cNvPr id="3" name="Espace réservé du texte 2">
            <a:extLst>
              <a:ext uri="{FF2B5EF4-FFF2-40B4-BE49-F238E27FC236}">
                <a16:creationId xmlns:a16="http://schemas.microsoft.com/office/drawing/2014/main" id="{4B0E8A80-05CD-7651-195A-013D183FCCBD}"/>
              </a:ext>
            </a:extLst>
          </p:cNvPr>
          <p:cNvSpPr>
            <a:spLocks noGrp="1"/>
          </p:cNvSpPr>
          <p:nvPr>
            <p:ph type="body" sz="quarter" idx="10"/>
          </p:nvPr>
        </p:nvSpPr>
        <p:spPr/>
        <p:txBody>
          <a:bodyPr/>
          <a:lstStyle/>
          <a:p>
            <a:r>
              <a:rPr lang="fr-FR" b="1" dirty="0"/>
              <a:t>Comment optimiser les hyperparamètres pour améliorer les performances des modèles ?</a:t>
            </a:r>
            <a:endParaRPr lang="fr-FR" dirty="0"/>
          </a:p>
          <a:p>
            <a:endParaRPr lang="fr-FR" dirty="0"/>
          </a:p>
        </p:txBody>
      </p:sp>
      <p:sp>
        <p:nvSpPr>
          <p:cNvPr id="4" name="Espace réservé du contenu 3">
            <a:extLst>
              <a:ext uri="{FF2B5EF4-FFF2-40B4-BE49-F238E27FC236}">
                <a16:creationId xmlns:a16="http://schemas.microsoft.com/office/drawing/2014/main" id="{144DB993-5659-F8F6-B2E1-E86990BD557C}"/>
              </a:ext>
            </a:extLst>
          </p:cNvPr>
          <p:cNvSpPr>
            <a:spLocks noGrp="1"/>
          </p:cNvSpPr>
          <p:nvPr>
            <p:ph idx="12"/>
          </p:nvPr>
        </p:nvSpPr>
        <p:spPr/>
        <p:txBody>
          <a:bodyPr/>
          <a:lstStyle/>
          <a:p>
            <a:endParaRPr lang="fr-FR" dirty="0"/>
          </a:p>
          <a:p>
            <a:endParaRPr lang="fr-FR" dirty="0"/>
          </a:p>
          <a:p>
            <a:endParaRPr lang="fr-FR" dirty="0"/>
          </a:p>
          <a:p>
            <a:endParaRPr lang="fr-FR" dirty="0"/>
          </a:p>
          <a:p>
            <a:endParaRPr lang="fr-FR" dirty="0"/>
          </a:p>
          <a:p>
            <a:endParaRPr lang="fr-FR" dirty="0"/>
          </a:p>
          <a:p>
            <a:endParaRPr lang="fr-FR" dirty="0"/>
          </a:p>
          <a:p>
            <a:endParaRPr lang="fr-FR" dirty="0"/>
          </a:p>
          <a:p>
            <a:endParaRPr lang="fr-FR" dirty="0"/>
          </a:p>
          <a:p>
            <a:r>
              <a:rPr lang="fr-FR" dirty="0"/>
              <a:t>Courbe d’apprentissage :</a:t>
            </a:r>
          </a:p>
          <a:p>
            <a:endParaRPr lang="fr-FR" dirty="0"/>
          </a:p>
        </p:txBody>
      </p:sp>
      <p:sp>
        <p:nvSpPr>
          <p:cNvPr id="5" name="Espace réservé du contenu 4">
            <a:extLst>
              <a:ext uri="{FF2B5EF4-FFF2-40B4-BE49-F238E27FC236}">
                <a16:creationId xmlns:a16="http://schemas.microsoft.com/office/drawing/2014/main" id="{5F96A55C-8959-63A0-72CD-FCE9F421DDCF}"/>
              </a:ext>
            </a:extLst>
          </p:cNvPr>
          <p:cNvSpPr>
            <a:spLocks noGrp="1"/>
          </p:cNvSpPr>
          <p:nvPr>
            <p:ph idx="13"/>
          </p:nvPr>
        </p:nvSpPr>
        <p:spPr/>
        <p:txBody>
          <a:bodyPr/>
          <a:lstStyle/>
          <a:p>
            <a:r>
              <a:rPr lang="fr-FR" dirty="0"/>
              <a:t>Paramètres retenus :</a:t>
            </a:r>
          </a:p>
          <a:p>
            <a:pPr marL="0" indent="0">
              <a:buNone/>
            </a:pPr>
            <a:r>
              <a:rPr lang="fr-FR" sz="1100" dirty="0"/>
              <a:t>objective="</a:t>
            </a:r>
            <a:r>
              <a:rPr lang="fr-FR" sz="1100" dirty="0" err="1"/>
              <a:t>multi:softprob</a:t>
            </a:r>
            <a:r>
              <a:rPr lang="fr-FR" sz="1100" dirty="0"/>
              <a:t>"</a:t>
            </a:r>
          </a:p>
          <a:p>
            <a:pPr marL="0" indent="0">
              <a:buNone/>
            </a:pPr>
            <a:r>
              <a:rPr lang="fr-FR" sz="1100" dirty="0" err="1"/>
              <a:t>num_class</a:t>
            </a:r>
            <a:r>
              <a:rPr lang="fr-FR" sz="1100" dirty="0"/>
              <a:t>=3</a:t>
            </a:r>
          </a:p>
          <a:p>
            <a:pPr marL="0" indent="0">
              <a:buNone/>
            </a:pPr>
            <a:r>
              <a:rPr lang="fr-FR" sz="1100" dirty="0" err="1"/>
              <a:t>n_estimators</a:t>
            </a:r>
            <a:r>
              <a:rPr lang="fr-FR" sz="1100" dirty="0"/>
              <a:t>=500</a:t>
            </a:r>
          </a:p>
          <a:p>
            <a:pPr marL="0" indent="0">
              <a:buNone/>
            </a:pPr>
            <a:r>
              <a:rPr lang="fr-FR" sz="1100" dirty="0" err="1"/>
              <a:t>learning_rate</a:t>
            </a:r>
            <a:r>
              <a:rPr lang="fr-FR" sz="1100" dirty="0"/>
              <a:t>=0.03</a:t>
            </a:r>
          </a:p>
          <a:p>
            <a:pPr marL="0" indent="0">
              <a:buNone/>
            </a:pPr>
            <a:r>
              <a:rPr lang="fr-FR" sz="1100" dirty="0" err="1"/>
              <a:t>max_depth</a:t>
            </a:r>
            <a:r>
              <a:rPr lang="fr-FR" sz="1100" dirty="0"/>
              <a:t>=5</a:t>
            </a:r>
          </a:p>
          <a:p>
            <a:pPr marL="0" indent="0">
              <a:buNone/>
            </a:pPr>
            <a:r>
              <a:rPr lang="fr-FR" sz="1100" dirty="0" err="1"/>
              <a:t>colsample_bytree</a:t>
            </a:r>
            <a:r>
              <a:rPr lang="fr-FR" sz="1100" dirty="0"/>
              <a:t>=0.7</a:t>
            </a:r>
          </a:p>
          <a:p>
            <a:pPr marL="0" indent="0">
              <a:buNone/>
            </a:pPr>
            <a:r>
              <a:rPr lang="fr-FR" sz="1100" dirty="0" err="1"/>
              <a:t>random_state</a:t>
            </a:r>
            <a:r>
              <a:rPr lang="fr-FR" sz="1100" dirty="0"/>
              <a:t>=RANDOM_STATE</a:t>
            </a:r>
          </a:p>
          <a:p>
            <a:pPr marL="0" indent="0">
              <a:buNone/>
            </a:pPr>
            <a:r>
              <a:rPr lang="fr-FR" sz="1100" dirty="0" err="1"/>
              <a:t>n_jobs</a:t>
            </a:r>
            <a:r>
              <a:rPr lang="fr-FR" sz="1100" dirty="0"/>
              <a:t>=-1,</a:t>
            </a:r>
          </a:p>
          <a:p>
            <a:pPr marL="0" indent="0">
              <a:buNone/>
            </a:pPr>
            <a:r>
              <a:rPr lang="fr-FR" sz="1100" dirty="0" err="1"/>
              <a:t>class_weights_lr</a:t>
            </a:r>
            <a:r>
              <a:rPr lang="fr-FR" sz="1100" dirty="0"/>
              <a:t> = {0: 1.0, 1: 1.0, 2: 3.0}</a:t>
            </a:r>
          </a:p>
          <a:p>
            <a:endParaRPr lang="fr-FR" dirty="0"/>
          </a:p>
          <a:p>
            <a:r>
              <a:rPr lang="fr-FR" dirty="0"/>
              <a:t>Filet de sécurité et revue humaine :</a:t>
            </a:r>
          </a:p>
        </p:txBody>
      </p:sp>
      <p:sp>
        <p:nvSpPr>
          <p:cNvPr id="6" name="Espace réservé du numéro de diapositive 5">
            <a:extLst>
              <a:ext uri="{FF2B5EF4-FFF2-40B4-BE49-F238E27FC236}">
                <a16:creationId xmlns:a16="http://schemas.microsoft.com/office/drawing/2014/main" id="{4753909A-E668-864E-40AA-FBB75B7393B9}"/>
              </a:ext>
            </a:extLst>
          </p:cNvPr>
          <p:cNvSpPr>
            <a:spLocks noGrp="1"/>
          </p:cNvSpPr>
          <p:nvPr>
            <p:ph type="sldNum" sz="quarter" idx="4"/>
          </p:nvPr>
        </p:nvSpPr>
        <p:spPr/>
        <p:txBody>
          <a:bodyPr/>
          <a:lstStyle/>
          <a:p>
            <a:fld id="{DAF489CC-3B7A-4DA5-A8C0-4984788D0EC5}" type="slidenum">
              <a:rPr lang="nl-NL" smtClean="0"/>
              <a:pPr/>
              <a:t>14</a:t>
            </a:fld>
            <a:endParaRPr lang="nl-NL" dirty="0"/>
          </a:p>
        </p:txBody>
      </p:sp>
      <p:pic>
        <p:nvPicPr>
          <p:cNvPr id="10" name="Image 9">
            <a:extLst>
              <a:ext uri="{FF2B5EF4-FFF2-40B4-BE49-F238E27FC236}">
                <a16:creationId xmlns:a16="http://schemas.microsoft.com/office/drawing/2014/main" id="{B7E21453-96DB-DDD6-9358-C9664444C938}"/>
              </a:ext>
            </a:extLst>
          </p:cNvPr>
          <p:cNvPicPr>
            <a:picLocks noChangeAspect="1"/>
          </p:cNvPicPr>
          <p:nvPr/>
        </p:nvPicPr>
        <p:blipFill>
          <a:blip r:embed="rId3"/>
          <a:stretch>
            <a:fillRect/>
          </a:stretch>
        </p:blipFill>
        <p:spPr>
          <a:xfrm>
            <a:off x="3097991" y="4129548"/>
            <a:ext cx="2894103" cy="2155811"/>
          </a:xfrm>
          <a:prstGeom prst="rect">
            <a:avLst/>
          </a:prstGeom>
        </p:spPr>
      </p:pic>
      <p:graphicFrame>
        <p:nvGraphicFramePr>
          <p:cNvPr id="15" name="Tableau 14">
            <a:extLst>
              <a:ext uri="{FF2B5EF4-FFF2-40B4-BE49-F238E27FC236}">
                <a16:creationId xmlns:a16="http://schemas.microsoft.com/office/drawing/2014/main" id="{03F43F42-C6FF-6A75-F321-B7EF58FAEC11}"/>
              </a:ext>
            </a:extLst>
          </p:cNvPr>
          <p:cNvGraphicFramePr>
            <a:graphicFrameLocks noGrp="1"/>
          </p:cNvGraphicFramePr>
          <p:nvPr>
            <p:extLst>
              <p:ext uri="{D42A27DB-BD31-4B8C-83A1-F6EECF244321}">
                <p14:modId xmlns:p14="http://schemas.microsoft.com/office/powerpoint/2010/main" val="2756343591"/>
              </p:ext>
            </p:extLst>
          </p:nvPr>
        </p:nvGraphicFramePr>
        <p:xfrm>
          <a:off x="6174657" y="4502849"/>
          <a:ext cx="5879691" cy="1782510"/>
        </p:xfrm>
        <a:graphic>
          <a:graphicData uri="http://schemas.openxmlformats.org/drawingml/2006/table">
            <a:tbl>
              <a:tblPr firstRow="1" bandRow="1">
                <a:tableStyleId>{5C22544A-7EE6-4342-B048-85BDC9FD1C3A}</a:tableStyleId>
              </a:tblPr>
              <a:tblGrid>
                <a:gridCol w="560440">
                  <a:extLst>
                    <a:ext uri="{9D8B030D-6E8A-4147-A177-3AD203B41FA5}">
                      <a16:colId xmlns:a16="http://schemas.microsoft.com/office/drawing/2014/main" val="3550099235"/>
                    </a:ext>
                  </a:extLst>
                </a:gridCol>
                <a:gridCol w="1533832">
                  <a:extLst>
                    <a:ext uri="{9D8B030D-6E8A-4147-A177-3AD203B41FA5}">
                      <a16:colId xmlns:a16="http://schemas.microsoft.com/office/drawing/2014/main" val="3219727024"/>
                    </a:ext>
                  </a:extLst>
                </a:gridCol>
                <a:gridCol w="1297858">
                  <a:extLst>
                    <a:ext uri="{9D8B030D-6E8A-4147-A177-3AD203B41FA5}">
                      <a16:colId xmlns:a16="http://schemas.microsoft.com/office/drawing/2014/main" val="974564142"/>
                    </a:ext>
                  </a:extLst>
                </a:gridCol>
                <a:gridCol w="2487561">
                  <a:extLst>
                    <a:ext uri="{9D8B030D-6E8A-4147-A177-3AD203B41FA5}">
                      <a16:colId xmlns:a16="http://schemas.microsoft.com/office/drawing/2014/main" val="2934046684"/>
                    </a:ext>
                  </a:extLst>
                </a:gridCol>
              </a:tblGrid>
              <a:tr h="242614">
                <a:tc>
                  <a:txBody>
                    <a:bodyPr/>
                    <a:lstStyle/>
                    <a:p>
                      <a:r>
                        <a:rPr lang="fr-FR" sz="1200" dirty="0"/>
                        <a:t>Seuil</a:t>
                      </a:r>
                    </a:p>
                  </a:txBody>
                  <a:tcPr/>
                </a:tc>
                <a:tc>
                  <a:txBody>
                    <a:bodyPr/>
                    <a:lstStyle/>
                    <a:p>
                      <a:r>
                        <a:rPr lang="fr-FR" sz="1200" dirty="0"/>
                        <a:t>Dossiers en revue</a:t>
                      </a:r>
                    </a:p>
                  </a:txBody>
                  <a:tcPr/>
                </a:tc>
                <a:tc>
                  <a:txBody>
                    <a:bodyPr/>
                    <a:lstStyle/>
                    <a:p>
                      <a:r>
                        <a:rPr lang="fr-FR" sz="1200" dirty="0"/>
                        <a:t>Erreur critique</a:t>
                      </a:r>
                    </a:p>
                  </a:txBody>
                  <a:tcPr/>
                </a:tc>
                <a:tc>
                  <a:txBody>
                    <a:bodyPr/>
                    <a:lstStyle/>
                    <a:p>
                      <a:r>
                        <a:rPr lang="fr-FR" sz="1200" dirty="0"/>
                        <a:t>Erreur critique en revue</a:t>
                      </a:r>
                    </a:p>
                  </a:txBody>
                  <a:tcPr/>
                </a:tc>
                <a:extLst>
                  <a:ext uri="{0D108BD9-81ED-4DB2-BD59-A6C34878D82A}">
                    <a16:rowId xmlns:a16="http://schemas.microsoft.com/office/drawing/2014/main" val="3606683890"/>
                  </a:ext>
                </a:extLst>
              </a:tr>
              <a:tr h="282927">
                <a:tc>
                  <a:txBody>
                    <a:bodyPr/>
                    <a:lstStyle/>
                    <a:p>
                      <a:r>
                        <a:rPr lang="fr-FR" sz="1200" dirty="0"/>
                        <a:t>0,2</a:t>
                      </a:r>
                    </a:p>
                  </a:txBody>
                  <a:tcPr/>
                </a:tc>
                <a:tc>
                  <a:txBody>
                    <a:bodyPr/>
                    <a:lstStyle/>
                    <a:p>
                      <a:r>
                        <a:rPr lang="fr-FR" sz="1200" dirty="0"/>
                        <a:t>127</a:t>
                      </a:r>
                    </a:p>
                  </a:txBody>
                  <a:tcPr/>
                </a:tc>
                <a:tc>
                  <a:txBody>
                    <a:bodyPr/>
                    <a:lstStyle/>
                    <a:p>
                      <a:r>
                        <a:rPr lang="fr-FR" sz="1200" dirty="0"/>
                        <a:t>7</a:t>
                      </a:r>
                    </a:p>
                  </a:txBody>
                  <a:tcPr/>
                </a:tc>
                <a:tc>
                  <a:txBody>
                    <a:bodyPr/>
                    <a:lstStyle/>
                    <a:p>
                      <a:r>
                        <a:rPr lang="fr-FR" sz="1200" dirty="0"/>
                        <a:t>3</a:t>
                      </a:r>
                    </a:p>
                  </a:txBody>
                  <a:tcPr/>
                </a:tc>
                <a:extLst>
                  <a:ext uri="{0D108BD9-81ED-4DB2-BD59-A6C34878D82A}">
                    <a16:rowId xmlns:a16="http://schemas.microsoft.com/office/drawing/2014/main" val="3111589112"/>
                  </a:ext>
                </a:extLst>
              </a:tr>
              <a:tr h="294967">
                <a:tc>
                  <a:txBody>
                    <a:bodyPr/>
                    <a:lstStyle/>
                    <a:p>
                      <a:r>
                        <a:rPr lang="fr-FR" sz="1200" dirty="0"/>
                        <a:t>0,25</a:t>
                      </a:r>
                    </a:p>
                  </a:txBody>
                  <a:tcPr/>
                </a:tc>
                <a:tc>
                  <a:txBody>
                    <a:bodyPr/>
                    <a:lstStyle/>
                    <a:p>
                      <a:r>
                        <a:rPr lang="fr-FR" sz="1200" dirty="0"/>
                        <a:t>124</a:t>
                      </a:r>
                    </a:p>
                  </a:txBody>
                  <a:tcPr/>
                </a:tc>
                <a:tc>
                  <a:txBody>
                    <a:bodyPr/>
                    <a:lstStyle/>
                    <a:p>
                      <a:r>
                        <a:rPr lang="fr-FR" sz="1200" dirty="0"/>
                        <a:t>7</a:t>
                      </a:r>
                    </a:p>
                  </a:txBody>
                  <a:tcPr/>
                </a:tc>
                <a:tc>
                  <a:txBody>
                    <a:bodyPr/>
                    <a:lstStyle/>
                    <a:p>
                      <a:r>
                        <a:rPr lang="fr-FR" sz="1200" dirty="0"/>
                        <a:t>3</a:t>
                      </a:r>
                    </a:p>
                  </a:txBody>
                  <a:tcPr/>
                </a:tc>
                <a:extLst>
                  <a:ext uri="{0D108BD9-81ED-4DB2-BD59-A6C34878D82A}">
                    <a16:rowId xmlns:a16="http://schemas.microsoft.com/office/drawing/2014/main" val="3844195452"/>
                  </a:ext>
                </a:extLst>
              </a:tr>
              <a:tr h="285136">
                <a:tc>
                  <a:txBody>
                    <a:bodyPr/>
                    <a:lstStyle/>
                    <a:p>
                      <a:r>
                        <a:rPr lang="fr-FR" sz="1200" dirty="0"/>
                        <a:t>0,30</a:t>
                      </a:r>
                    </a:p>
                  </a:txBody>
                  <a:tcPr/>
                </a:tc>
                <a:tc>
                  <a:txBody>
                    <a:bodyPr/>
                    <a:lstStyle/>
                    <a:p>
                      <a:r>
                        <a:rPr lang="fr-FR" sz="1200" dirty="0"/>
                        <a:t>124</a:t>
                      </a:r>
                    </a:p>
                  </a:txBody>
                  <a:tcPr/>
                </a:tc>
                <a:tc>
                  <a:txBody>
                    <a:bodyPr/>
                    <a:lstStyle/>
                    <a:p>
                      <a:r>
                        <a:rPr lang="fr-FR" sz="1200" dirty="0"/>
                        <a:t>7</a:t>
                      </a:r>
                    </a:p>
                  </a:txBody>
                  <a:tcPr/>
                </a:tc>
                <a:tc>
                  <a:txBody>
                    <a:bodyPr/>
                    <a:lstStyle/>
                    <a:p>
                      <a:r>
                        <a:rPr lang="fr-FR" sz="1200" dirty="0"/>
                        <a:t>3</a:t>
                      </a:r>
                    </a:p>
                  </a:txBody>
                  <a:tcPr/>
                </a:tc>
                <a:extLst>
                  <a:ext uri="{0D108BD9-81ED-4DB2-BD59-A6C34878D82A}">
                    <a16:rowId xmlns:a16="http://schemas.microsoft.com/office/drawing/2014/main" val="123128528"/>
                  </a:ext>
                </a:extLst>
              </a:tr>
              <a:tr h="265471">
                <a:tc>
                  <a:txBody>
                    <a:bodyPr/>
                    <a:lstStyle/>
                    <a:p>
                      <a:r>
                        <a:rPr lang="fr-FR" sz="1200" dirty="0"/>
                        <a:t>0,35</a:t>
                      </a:r>
                    </a:p>
                  </a:txBody>
                  <a:tcPr/>
                </a:tc>
                <a:tc>
                  <a:txBody>
                    <a:bodyPr/>
                    <a:lstStyle/>
                    <a:p>
                      <a:r>
                        <a:rPr lang="fr-FR" sz="1200" dirty="0"/>
                        <a:t>124</a:t>
                      </a:r>
                    </a:p>
                  </a:txBody>
                  <a:tcPr/>
                </a:tc>
                <a:tc>
                  <a:txBody>
                    <a:bodyPr/>
                    <a:lstStyle/>
                    <a:p>
                      <a:r>
                        <a:rPr lang="fr-FR" sz="1200" dirty="0"/>
                        <a:t>7</a:t>
                      </a:r>
                    </a:p>
                  </a:txBody>
                  <a:tcPr/>
                </a:tc>
                <a:tc>
                  <a:txBody>
                    <a:bodyPr/>
                    <a:lstStyle/>
                    <a:p>
                      <a:r>
                        <a:rPr lang="fr-FR" sz="1200" dirty="0"/>
                        <a:t>3</a:t>
                      </a:r>
                    </a:p>
                  </a:txBody>
                  <a:tcPr/>
                </a:tc>
                <a:extLst>
                  <a:ext uri="{0D108BD9-81ED-4DB2-BD59-A6C34878D82A}">
                    <a16:rowId xmlns:a16="http://schemas.microsoft.com/office/drawing/2014/main" val="3282710958"/>
                  </a:ext>
                </a:extLst>
              </a:tr>
              <a:tr h="370840">
                <a:tc>
                  <a:txBody>
                    <a:bodyPr/>
                    <a:lstStyle/>
                    <a:p>
                      <a:r>
                        <a:rPr lang="fr-FR" sz="1200" dirty="0"/>
                        <a:t>0,4</a:t>
                      </a:r>
                    </a:p>
                  </a:txBody>
                  <a:tcPr/>
                </a:tc>
                <a:tc>
                  <a:txBody>
                    <a:bodyPr/>
                    <a:lstStyle/>
                    <a:p>
                      <a:r>
                        <a:rPr lang="fr-FR" sz="1200" dirty="0"/>
                        <a:t>124</a:t>
                      </a:r>
                    </a:p>
                  </a:txBody>
                  <a:tcPr/>
                </a:tc>
                <a:tc>
                  <a:txBody>
                    <a:bodyPr/>
                    <a:lstStyle/>
                    <a:p>
                      <a:r>
                        <a:rPr lang="fr-FR" sz="1200" dirty="0"/>
                        <a:t>7</a:t>
                      </a:r>
                    </a:p>
                  </a:txBody>
                  <a:tcPr/>
                </a:tc>
                <a:tc>
                  <a:txBody>
                    <a:bodyPr/>
                    <a:lstStyle/>
                    <a:p>
                      <a:r>
                        <a:rPr lang="fr-FR" sz="1200" dirty="0"/>
                        <a:t>3</a:t>
                      </a:r>
                    </a:p>
                  </a:txBody>
                  <a:tcPr/>
                </a:tc>
                <a:extLst>
                  <a:ext uri="{0D108BD9-81ED-4DB2-BD59-A6C34878D82A}">
                    <a16:rowId xmlns:a16="http://schemas.microsoft.com/office/drawing/2014/main" val="1744838804"/>
                  </a:ext>
                </a:extLst>
              </a:tr>
            </a:tbl>
          </a:graphicData>
        </a:graphic>
      </p:graphicFrame>
      <p:pic>
        <p:nvPicPr>
          <p:cNvPr id="9" name="Image 8">
            <a:extLst>
              <a:ext uri="{FF2B5EF4-FFF2-40B4-BE49-F238E27FC236}">
                <a16:creationId xmlns:a16="http://schemas.microsoft.com/office/drawing/2014/main" id="{02B24C96-7228-0578-9224-4FA55B2D84F5}"/>
              </a:ext>
            </a:extLst>
          </p:cNvPr>
          <p:cNvPicPr>
            <a:picLocks noChangeAspect="1"/>
          </p:cNvPicPr>
          <p:nvPr/>
        </p:nvPicPr>
        <p:blipFill>
          <a:blip r:embed="rId4"/>
          <a:stretch>
            <a:fillRect/>
          </a:stretch>
        </p:blipFill>
        <p:spPr>
          <a:xfrm>
            <a:off x="8626457" y="1061902"/>
            <a:ext cx="3598606" cy="2586498"/>
          </a:xfrm>
          <a:prstGeom prst="rect">
            <a:avLst/>
          </a:prstGeom>
        </p:spPr>
      </p:pic>
      <p:pic>
        <p:nvPicPr>
          <p:cNvPr id="11" name="Image 10">
            <a:extLst>
              <a:ext uri="{FF2B5EF4-FFF2-40B4-BE49-F238E27FC236}">
                <a16:creationId xmlns:a16="http://schemas.microsoft.com/office/drawing/2014/main" id="{E0651EB7-7B54-0A30-F606-CA89633AB855}"/>
              </a:ext>
            </a:extLst>
          </p:cNvPr>
          <p:cNvPicPr>
            <a:picLocks noChangeAspect="1"/>
          </p:cNvPicPr>
          <p:nvPr/>
        </p:nvPicPr>
        <p:blipFill>
          <a:blip r:embed="rId5"/>
          <a:stretch>
            <a:fillRect/>
          </a:stretch>
        </p:blipFill>
        <p:spPr>
          <a:xfrm>
            <a:off x="1146807" y="1061902"/>
            <a:ext cx="3905896" cy="2988988"/>
          </a:xfrm>
          <a:prstGeom prst="rect">
            <a:avLst/>
          </a:prstGeom>
        </p:spPr>
      </p:pic>
    </p:spTree>
    <p:extLst>
      <p:ext uri="{BB962C8B-B14F-4D97-AF65-F5344CB8AC3E}">
        <p14:creationId xmlns:p14="http://schemas.microsoft.com/office/powerpoint/2010/main" val="41534907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AE0B83-FDDC-48FA-9CA1-04202A8095CD}"/>
              </a:ext>
            </a:extLst>
          </p:cNvPr>
          <p:cNvSpPr>
            <a:spLocks noGrp="1"/>
          </p:cNvSpPr>
          <p:nvPr>
            <p:ph type="title"/>
          </p:nvPr>
        </p:nvSpPr>
        <p:spPr/>
        <p:txBody>
          <a:bodyPr/>
          <a:lstStyle/>
          <a:p>
            <a:r>
              <a:rPr lang="fr-FR" b="1" dirty="0"/>
              <a:t>Comparaison des finalistes</a:t>
            </a:r>
            <a:endParaRPr lang="fr-FR" dirty="0"/>
          </a:p>
        </p:txBody>
      </p:sp>
      <p:sp>
        <p:nvSpPr>
          <p:cNvPr id="3" name="Espace réservé du texte 2">
            <a:extLst>
              <a:ext uri="{FF2B5EF4-FFF2-40B4-BE49-F238E27FC236}">
                <a16:creationId xmlns:a16="http://schemas.microsoft.com/office/drawing/2014/main" id="{A704EC7D-BA32-7E61-5DC3-661014C46195}"/>
              </a:ext>
            </a:extLst>
          </p:cNvPr>
          <p:cNvSpPr>
            <a:spLocks noGrp="1"/>
          </p:cNvSpPr>
          <p:nvPr>
            <p:ph type="body" sz="quarter" idx="10"/>
          </p:nvPr>
        </p:nvSpPr>
        <p:spPr/>
        <p:txBody>
          <a:bodyPr/>
          <a:lstStyle/>
          <a:p>
            <a:r>
              <a:rPr lang="fr-FR" b="1" dirty="0"/>
              <a:t>Comment optimiser les hyperparamètres pour améliorer les performances des modèles ?</a:t>
            </a:r>
            <a:endParaRPr lang="fr-FR" dirty="0"/>
          </a:p>
          <a:p>
            <a:endParaRPr lang="fr-FR" dirty="0"/>
          </a:p>
        </p:txBody>
      </p:sp>
      <p:sp>
        <p:nvSpPr>
          <p:cNvPr id="4" name="Espace réservé du numéro de diapositive 3">
            <a:extLst>
              <a:ext uri="{FF2B5EF4-FFF2-40B4-BE49-F238E27FC236}">
                <a16:creationId xmlns:a16="http://schemas.microsoft.com/office/drawing/2014/main" id="{4CAD40AE-ECE3-2559-52E3-4791CB11EAF1}"/>
              </a:ext>
            </a:extLst>
          </p:cNvPr>
          <p:cNvSpPr>
            <a:spLocks noGrp="1"/>
          </p:cNvSpPr>
          <p:nvPr>
            <p:ph type="sldNum" sz="quarter" idx="4"/>
          </p:nvPr>
        </p:nvSpPr>
        <p:spPr/>
        <p:txBody>
          <a:bodyPr/>
          <a:lstStyle/>
          <a:p>
            <a:fld id="{DAF489CC-3B7A-4DA5-A8C0-4984788D0EC5}" type="slidenum">
              <a:rPr lang="nl-NL" smtClean="0"/>
              <a:pPr/>
              <a:t>15</a:t>
            </a:fld>
            <a:endParaRPr lang="nl-NL" dirty="0"/>
          </a:p>
        </p:txBody>
      </p:sp>
      <p:sp>
        <p:nvSpPr>
          <p:cNvPr id="6" name="Espace réservé du contenu 3">
            <a:extLst>
              <a:ext uri="{FF2B5EF4-FFF2-40B4-BE49-F238E27FC236}">
                <a16:creationId xmlns:a16="http://schemas.microsoft.com/office/drawing/2014/main" id="{AABFD4CD-3DDC-5498-4057-4080019A3A3C}"/>
              </a:ext>
            </a:extLst>
          </p:cNvPr>
          <p:cNvSpPr txBox="1">
            <a:spLocks/>
          </p:cNvSpPr>
          <p:nvPr/>
        </p:nvSpPr>
        <p:spPr>
          <a:xfrm>
            <a:off x="509577" y="1070616"/>
            <a:ext cx="9121673" cy="4120815"/>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b="1" dirty="0"/>
              <a:t>Hypothèse de coûts :</a:t>
            </a:r>
          </a:p>
          <a:p>
            <a:endParaRPr lang="fr-FR" b="1" dirty="0"/>
          </a:p>
          <a:p>
            <a:endParaRPr lang="fr-FR" b="1" dirty="0"/>
          </a:p>
          <a:p>
            <a:endParaRPr lang="fr-FR" b="1" dirty="0"/>
          </a:p>
          <a:p>
            <a:endParaRPr lang="fr-FR" b="1" dirty="0"/>
          </a:p>
          <a:p>
            <a:endParaRPr lang="fr-FR" b="1" dirty="0"/>
          </a:p>
          <a:p>
            <a:endParaRPr lang="fr-FR" b="1" dirty="0"/>
          </a:p>
          <a:p>
            <a:endParaRPr lang="fr-FR" b="1" dirty="0"/>
          </a:p>
          <a:p>
            <a:r>
              <a:rPr lang="fr-FR" b="1" dirty="0"/>
              <a:t>Résultats :</a:t>
            </a:r>
          </a:p>
        </p:txBody>
      </p:sp>
      <p:graphicFrame>
        <p:nvGraphicFramePr>
          <p:cNvPr id="7" name="Tableau 6">
            <a:extLst>
              <a:ext uri="{FF2B5EF4-FFF2-40B4-BE49-F238E27FC236}">
                <a16:creationId xmlns:a16="http://schemas.microsoft.com/office/drawing/2014/main" id="{B31566C5-90AB-D5BD-2C91-14080B97C701}"/>
              </a:ext>
            </a:extLst>
          </p:cNvPr>
          <p:cNvGraphicFramePr>
            <a:graphicFrameLocks noGrp="1"/>
          </p:cNvGraphicFramePr>
          <p:nvPr>
            <p:extLst>
              <p:ext uri="{D42A27DB-BD31-4B8C-83A1-F6EECF244321}">
                <p14:modId xmlns:p14="http://schemas.microsoft.com/office/powerpoint/2010/main" val="909125321"/>
              </p:ext>
            </p:extLst>
          </p:nvPr>
        </p:nvGraphicFramePr>
        <p:xfrm>
          <a:off x="1572311" y="1398092"/>
          <a:ext cx="9047378" cy="2225040"/>
        </p:xfrm>
        <a:graphic>
          <a:graphicData uri="http://schemas.openxmlformats.org/drawingml/2006/table">
            <a:tbl>
              <a:tblPr firstRow="1" bandRow="1">
                <a:tableStyleId>{5C22544A-7EE6-4342-B048-85BDC9FD1C3A}</a:tableStyleId>
              </a:tblPr>
              <a:tblGrid>
                <a:gridCol w="6992436">
                  <a:extLst>
                    <a:ext uri="{9D8B030D-6E8A-4147-A177-3AD203B41FA5}">
                      <a16:colId xmlns:a16="http://schemas.microsoft.com/office/drawing/2014/main" val="3714823566"/>
                    </a:ext>
                  </a:extLst>
                </a:gridCol>
                <a:gridCol w="2054942">
                  <a:extLst>
                    <a:ext uri="{9D8B030D-6E8A-4147-A177-3AD203B41FA5}">
                      <a16:colId xmlns:a16="http://schemas.microsoft.com/office/drawing/2014/main" val="2391358932"/>
                    </a:ext>
                  </a:extLst>
                </a:gridCol>
              </a:tblGrid>
              <a:tr h="370840">
                <a:tc>
                  <a:txBody>
                    <a:bodyPr/>
                    <a:lstStyle/>
                    <a:p>
                      <a:r>
                        <a:rPr lang="fr-FR" dirty="0"/>
                        <a:t>Type d’hypothèse</a:t>
                      </a:r>
                    </a:p>
                  </a:txBody>
                  <a:tcPr/>
                </a:tc>
                <a:tc>
                  <a:txBody>
                    <a:bodyPr/>
                    <a:lstStyle/>
                    <a:p>
                      <a:r>
                        <a:rPr lang="fr-FR" dirty="0"/>
                        <a:t>Coût proposé</a:t>
                      </a:r>
                    </a:p>
                  </a:txBody>
                  <a:tcPr/>
                </a:tc>
                <a:extLst>
                  <a:ext uri="{0D108BD9-81ED-4DB2-BD59-A6C34878D82A}">
                    <a16:rowId xmlns:a16="http://schemas.microsoft.com/office/drawing/2014/main" val="2521955011"/>
                  </a:ext>
                </a:extLst>
              </a:tr>
              <a:tr h="370840">
                <a:tc>
                  <a:txBody>
                    <a:bodyPr/>
                    <a:lstStyle/>
                    <a:p>
                      <a:r>
                        <a:rPr lang="fr-FR" dirty="0"/>
                        <a:t>Erreur d'orientation modérée « 0 → 1 » ou « 1 → 0 »</a:t>
                      </a:r>
                    </a:p>
                  </a:txBody>
                  <a:tcPr/>
                </a:tc>
                <a:tc>
                  <a:txBody>
                    <a:bodyPr/>
                    <a:lstStyle/>
                    <a:p>
                      <a:r>
                        <a:rPr lang="fr-FR" dirty="0"/>
                        <a:t>1 000 €</a:t>
                      </a:r>
                    </a:p>
                  </a:txBody>
                  <a:tcPr/>
                </a:tc>
                <a:extLst>
                  <a:ext uri="{0D108BD9-81ED-4DB2-BD59-A6C34878D82A}">
                    <a16:rowId xmlns:a16="http://schemas.microsoft.com/office/drawing/2014/main" val="307525721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Intensité d'accompagnement mal évaluée « 1 → 2 » ou « 2 → 1 »</a:t>
                      </a:r>
                    </a:p>
                  </a:txBody>
                  <a:tcPr/>
                </a:tc>
                <a:tc>
                  <a:txBody>
                    <a:bodyPr/>
                    <a:lstStyle/>
                    <a:p>
                      <a:r>
                        <a:rPr lang="fr-FR" dirty="0"/>
                        <a:t>5 000 €</a:t>
                      </a:r>
                    </a:p>
                  </a:txBody>
                  <a:tcPr/>
                </a:tc>
                <a:extLst>
                  <a:ext uri="{0D108BD9-81ED-4DB2-BD59-A6C34878D82A}">
                    <a16:rowId xmlns:a16="http://schemas.microsoft.com/office/drawing/2014/main" val="307290182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Mobilisation excessive de ressources « 0 → 1 »</a:t>
                      </a:r>
                    </a:p>
                  </a:txBody>
                  <a:tcPr/>
                </a:tc>
                <a:tc>
                  <a:txBody>
                    <a:bodyPr/>
                    <a:lstStyle/>
                    <a:p>
                      <a:r>
                        <a:rPr lang="fr-FR" dirty="0"/>
                        <a:t>8 000 €</a:t>
                      </a:r>
                    </a:p>
                  </a:txBody>
                  <a:tcPr/>
                </a:tc>
                <a:extLst>
                  <a:ext uri="{0D108BD9-81ED-4DB2-BD59-A6C34878D82A}">
                    <a16:rowId xmlns:a16="http://schemas.microsoft.com/office/drawing/2014/main" val="30856880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Erreur critique « 0 → 1 »</a:t>
                      </a:r>
                    </a:p>
                  </a:txBody>
                  <a:tcPr/>
                </a:tc>
                <a:tc>
                  <a:txBody>
                    <a:bodyPr/>
                    <a:lstStyle/>
                    <a:p>
                      <a:r>
                        <a:rPr lang="fr-FR" dirty="0"/>
                        <a:t>15 000 €</a:t>
                      </a:r>
                    </a:p>
                  </a:txBody>
                  <a:tcPr/>
                </a:tc>
                <a:extLst>
                  <a:ext uri="{0D108BD9-81ED-4DB2-BD59-A6C34878D82A}">
                    <a16:rowId xmlns:a16="http://schemas.microsoft.com/office/drawing/2014/main" val="3411124189"/>
                  </a:ext>
                </a:extLst>
              </a:tr>
              <a:tr h="370840">
                <a:tc>
                  <a:txBody>
                    <a:bodyPr/>
                    <a:lstStyle/>
                    <a:p>
                      <a:r>
                        <a:rPr lang="fr-FR" dirty="0"/>
                        <a:t>Revue manuelle d’un dossier</a:t>
                      </a:r>
                    </a:p>
                  </a:txBody>
                  <a:tcPr/>
                </a:tc>
                <a:tc>
                  <a:txBody>
                    <a:bodyPr/>
                    <a:lstStyle/>
                    <a:p>
                      <a:r>
                        <a:rPr lang="fr-FR" dirty="0"/>
                        <a:t>20 €</a:t>
                      </a:r>
                    </a:p>
                  </a:txBody>
                  <a:tcPr/>
                </a:tc>
                <a:extLst>
                  <a:ext uri="{0D108BD9-81ED-4DB2-BD59-A6C34878D82A}">
                    <a16:rowId xmlns:a16="http://schemas.microsoft.com/office/drawing/2014/main" val="3021039810"/>
                  </a:ext>
                </a:extLst>
              </a:tr>
            </a:tbl>
          </a:graphicData>
        </a:graphic>
      </p:graphicFrame>
      <p:graphicFrame>
        <p:nvGraphicFramePr>
          <p:cNvPr id="8" name="Tableau 7">
            <a:extLst>
              <a:ext uri="{FF2B5EF4-FFF2-40B4-BE49-F238E27FC236}">
                <a16:creationId xmlns:a16="http://schemas.microsoft.com/office/drawing/2014/main" id="{004B1E3C-4B1B-12A2-DCA7-74991EBFB452}"/>
              </a:ext>
            </a:extLst>
          </p:cNvPr>
          <p:cNvGraphicFramePr>
            <a:graphicFrameLocks noGrp="1"/>
          </p:cNvGraphicFramePr>
          <p:nvPr>
            <p:extLst>
              <p:ext uri="{D42A27DB-BD31-4B8C-83A1-F6EECF244321}">
                <p14:modId xmlns:p14="http://schemas.microsoft.com/office/powerpoint/2010/main" val="1077880362"/>
              </p:ext>
            </p:extLst>
          </p:nvPr>
        </p:nvGraphicFramePr>
        <p:xfrm>
          <a:off x="2031999" y="3698840"/>
          <a:ext cx="9973188" cy="2595880"/>
        </p:xfrm>
        <a:graphic>
          <a:graphicData uri="http://schemas.openxmlformats.org/drawingml/2006/table">
            <a:tbl>
              <a:tblPr firstRow="1" bandRow="1">
                <a:tableStyleId>{5C22544A-7EE6-4342-B048-85BDC9FD1C3A}</a:tableStyleId>
              </a:tblPr>
              <a:tblGrid>
                <a:gridCol w="1379795">
                  <a:extLst>
                    <a:ext uri="{9D8B030D-6E8A-4147-A177-3AD203B41FA5}">
                      <a16:colId xmlns:a16="http://schemas.microsoft.com/office/drawing/2014/main" val="4001621542"/>
                    </a:ext>
                  </a:extLst>
                </a:gridCol>
                <a:gridCol w="1337187">
                  <a:extLst>
                    <a:ext uri="{9D8B030D-6E8A-4147-A177-3AD203B41FA5}">
                      <a16:colId xmlns:a16="http://schemas.microsoft.com/office/drawing/2014/main" val="2656784464"/>
                    </a:ext>
                  </a:extLst>
                </a:gridCol>
                <a:gridCol w="1907458">
                  <a:extLst>
                    <a:ext uri="{9D8B030D-6E8A-4147-A177-3AD203B41FA5}">
                      <a16:colId xmlns:a16="http://schemas.microsoft.com/office/drawing/2014/main" val="3274162103"/>
                    </a:ext>
                  </a:extLst>
                </a:gridCol>
                <a:gridCol w="1484671">
                  <a:extLst>
                    <a:ext uri="{9D8B030D-6E8A-4147-A177-3AD203B41FA5}">
                      <a16:colId xmlns:a16="http://schemas.microsoft.com/office/drawing/2014/main" val="2457879017"/>
                    </a:ext>
                  </a:extLst>
                </a:gridCol>
                <a:gridCol w="1789471">
                  <a:extLst>
                    <a:ext uri="{9D8B030D-6E8A-4147-A177-3AD203B41FA5}">
                      <a16:colId xmlns:a16="http://schemas.microsoft.com/office/drawing/2014/main" val="694209448"/>
                    </a:ext>
                  </a:extLst>
                </a:gridCol>
                <a:gridCol w="2074606">
                  <a:extLst>
                    <a:ext uri="{9D8B030D-6E8A-4147-A177-3AD203B41FA5}">
                      <a16:colId xmlns:a16="http://schemas.microsoft.com/office/drawing/2014/main" val="2327931320"/>
                    </a:ext>
                  </a:extLst>
                </a:gridCol>
              </a:tblGrid>
              <a:tr h="370840">
                <a:tc>
                  <a:txBody>
                    <a:bodyPr/>
                    <a:lstStyle/>
                    <a:p>
                      <a:r>
                        <a:rPr lang="fr-FR" dirty="0"/>
                        <a:t>Scénario</a:t>
                      </a:r>
                    </a:p>
                  </a:txBody>
                  <a:tcPr/>
                </a:tc>
                <a:tc>
                  <a:txBody>
                    <a:bodyPr/>
                    <a:lstStyle/>
                    <a:p>
                      <a:r>
                        <a:rPr lang="fr-FR" dirty="0"/>
                        <a:t>Modèle</a:t>
                      </a:r>
                    </a:p>
                  </a:txBody>
                  <a:tcPr/>
                </a:tc>
                <a:tc>
                  <a:txBody>
                    <a:bodyPr/>
                    <a:lstStyle/>
                    <a:p>
                      <a:r>
                        <a:rPr lang="fr-FR" dirty="0"/>
                        <a:t>F1 macro</a:t>
                      </a:r>
                    </a:p>
                  </a:txBody>
                  <a:tcPr/>
                </a:tc>
                <a:tc>
                  <a:txBody>
                    <a:bodyPr/>
                    <a:lstStyle/>
                    <a:p>
                      <a:r>
                        <a:rPr lang="fr-FR" dirty="0"/>
                        <a:t>Rappel C2</a:t>
                      </a:r>
                    </a:p>
                  </a:txBody>
                  <a:tcPr/>
                </a:tc>
                <a:tc>
                  <a:txBody>
                    <a:bodyPr/>
                    <a:lstStyle/>
                    <a:p>
                      <a:r>
                        <a:rPr lang="fr-FR" dirty="0"/>
                        <a:t>Erreur critique</a:t>
                      </a:r>
                    </a:p>
                  </a:txBody>
                  <a:tcPr/>
                </a:tc>
                <a:tc>
                  <a:txBody>
                    <a:bodyPr/>
                    <a:lstStyle/>
                    <a:p>
                      <a:r>
                        <a:rPr lang="fr-FR" dirty="0"/>
                        <a:t>Coût après filet</a:t>
                      </a:r>
                    </a:p>
                  </a:txBody>
                  <a:tcPr/>
                </a:tc>
                <a:extLst>
                  <a:ext uri="{0D108BD9-81ED-4DB2-BD59-A6C34878D82A}">
                    <a16:rowId xmlns:a16="http://schemas.microsoft.com/office/drawing/2014/main" val="1674068842"/>
                  </a:ext>
                </a:extLst>
              </a:tr>
              <a:tr h="370840">
                <a:tc>
                  <a:txBody>
                    <a:bodyPr/>
                    <a:lstStyle/>
                    <a:p>
                      <a:r>
                        <a:rPr lang="fr-FR" dirty="0"/>
                        <a:t>S1 hybride</a:t>
                      </a:r>
                    </a:p>
                  </a:txBody>
                  <a:tcPr/>
                </a:tc>
                <a:tc>
                  <a:txBody>
                    <a:bodyPr/>
                    <a:lstStyle/>
                    <a:p>
                      <a:r>
                        <a:rPr lang="fr-FR" dirty="0" err="1">
                          <a:solidFill>
                            <a:srgbClr val="4AA82D"/>
                          </a:solidFill>
                        </a:rPr>
                        <a:t>XGBoost</a:t>
                      </a:r>
                      <a:endParaRPr lang="fr-FR" dirty="0">
                        <a:solidFill>
                          <a:srgbClr val="4AA82D"/>
                        </a:solidFill>
                      </a:endParaRPr>
                    </a:p>
                  </a:txBody>
                  <a:tcPr/>
                </a:tc>
                <a:tc>
                  <a:txBody>
                    <a:bodyPr/>
                    <a:lstStyle/>
                    <a:p>
                      <a:r>
                        <a:rPr lang="fr-FR" sz="1800" b="1" kern="1200" dirty="0">
                          <a:solidFill>
                            <a:schemeClr val="dk1"/>
                          </a:solidFill>
                          <a:effectLst/>
                          <a:latin typeface="+mn-lt"/>
                          <a:ea typeface="+mn-ea"/>
                          <a:cs typeface="+mn-cs"/>
                        </a:rPr>
                        <a:t>0,692 (± 0,033)</a:t>
                      </a:r>
                      <a:endParaRPr lang="fr-FR" sz="1800" b="0" kern="1200" dirty="0">
                        <a:solidFill>
                          <a:schemeClr val="dk1"/>
                        </a:solidFill>
                        <a:effectLst/>
                        <a:latin typeface="+mn-lt"/>
                        <a:ea typeface="+mn-ea"/>
                        <a:cs typeface="+mn-cs"/>
                      </a:endParaRPr>
                    </a:p>
                  </a:txBody>
                  <a:tcPr/>
                </a:tc>
                <a:tc>
                  <a:txBody>
                    <a:bodyPr/>
                    <a:lstStyle/>
                    <a:p>
                      <a:r>
                        <a:rPr lang="fr-FR" dirty="0"/>
                        <a:t>0,703</a:t>
                      </a:r>
                    </a:p>
                  </a:txBody>
                  <a:tcPr/>
                </a:tc>
                <a:tc>
                  <a:txBody>
                    <a:bodyPr/>
                    <a:lstStyle/>
                    <a:p>
                      <a:r>
                        <a:rPr lang="fr-FR" dirty="0"/>
                        <a:t>0,110</a:t>
                      </a:r>
                    </a:p>
                  </a:txBody>
                  <a:tcPr/>
                </a:tc>
                <a:tc>
                  <a:txBody>
                    <a:bodyPr/>
                    <a:lstStyle/>
                    <a:p>
                      <a:r>
                        <a:rPr lang="fr-FR" b="1" dirty="0"/>
                        <a:t>234 270 €</a:t>
                      </a:r>
                    </a:p>
                  </a:txBody>
                  <a:tcPr/>
                </a:tc>
                <a:extLst>
                  <a:ext uri="{0D108BD9-81ED-4DB2-BD59-A6C34878D82A}">
                    <a16:rowId xmlns:a16="http://schemas.microsoft.com/office/drawing/2014/main" val="396270384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S1 hybride</a:t>
                      </a:r>
                    </a:p>
                  </a:txBody>
                  <a:tcPr/>
                </a:tc>
                <a:tc>
                  <a:txBody>
                    <a:bodyPr/>
                    <a:lstStyle/>
                    <a:p>
                      <a:r>
                        <a:rPr lang="fr-FR" dirty="0" err="1"/>
                        <a:t>LightGBM</a:t>
                      </a:r>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0,627 (± 0,019)</a:t>
                      </a:r>
                    </a:p>
                  </a:txBody>
                  <a:tcPr/>
                </a:tc>
                <a:tc>
                  <a:txBody>
                    <a:bodyPr/>
                    <a:lstStyle/>
                    <a:p>
                      <a:r>
                        <a:rPr lang="fr-FR" dirty="0"/>
                        <a:t>0,703</a:t>
                      </a:r>
                    </a:p>
                  </a:txBody>
                  <a:tcPr/>
                </a:tc>
                <a:tc>
                  <a:txBody>
                    <a:bodyPr/>
                    <a:lstStyle/>
                    <a:p>
                      <a:r>
                        <a:rPr lang="fr-FR" dirty="0"/>
                        <a:t>0,124</a:t>
                      </a:r>
                    </a:p>
                  </a:txBody>
                  <a:tcPr/>
                </a:tc>
                <a:tc>
                  <a:txBody>
                    <a:bodyPr/>
                    <a:lstStyle/>
                    <a:p>
                      <a:r>
                        <a:rPr lang="fr-FR" dirty="0"/>
                        <a:t>391 100 €</a:t>
                      </a:r>
                    </a:p>
                  </a:txBody>
                  <a:tcPr/>
                </a:tc>
                <a:extLst>
                  <a:ext uri="{0D108BD9-81ED-4DB2-BD59-A6C34878D82A}">
                    <a16:rowId xmlns:a16="http://schemas.microsoft.com/office/drawing/2014/main" val="340290357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S1 hybride</a:t>
                      </a:r>
                    </a:p>
                  </a:txBody>
                  <a:tcPr/>
                </a:tc>
                <a:tc>
                  <a:txBody>
                    <a:bodyPr/>
                    <a:lstStyle/>
                    <a:p>
                      <a:r>
                        <a:rPr lang="fr-FR" dirty="0"/>
                        <a:t>RF</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0,597 (± 0,025)</a:t>
                      </a:r>
                    </a:p>
                  </a:txBody>
                  <a:tcPr/>
                </a:tc>
                <a:tc>
                  <a:txBody>
                    <a:bodyPr/>
                    <a:lstStyle/>
                    <a:p>
                      <a:r>
                        <a:rPr lang="fr-FR" dirty="0"/>
                        <a:t>0,807</a:t>
                      </a:r>
                    </a:p>
                  </a:txBody>
                  <a:tcPr/>
                </a:tc>
                <a:tc>
                  <a:txBody>
                    <a:bodyPr/>
                    <a:lstStyle/>
                    <a:p>
                      <a:r>
                        <a:rPr lang="fr-FR" b="1" dirty="0"/>
                        <a:t>0,059</a:t>
                      </a:r>
                    </a:p>
                  </a:txBody>
                  <a:tcPr/>
                </a:tc>
                <a:tc>
                  <a:txBody>
                    <a:bodyPr/>
                    <a:lstStyle/>
                    <a:p>
                      <a:r>
                        <a:rPr lang="fr-FR" dirty="0"/>
                        <a:t>371 970 €</a:t>
                      </a:r>
                    </a:p>
                  </a:txBody>
                  <a:tcPr/>
                </a:tc>
                <a:extLst>
                  <a:ext uri="{0D108BD9-81ED-4DB2-BD59-A6C34878D82A}">
                    <a16:rowId xmlns:a16="http://schemas.microsoft.com/office/drawing/2014/main" val="421136179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S1 hybride</a:t>
                      </a:r>
                    </a:p>
                  </a:txBody>
                  <a:tcPr/>
                </a:tc>
                <a:tc>
                  <a:txBody>
                    <a:bodyPr/>
                    <a:lstStyle/>
                    <a:p>
                      <a:r>
                        <a:rPr lang="fr-FR" dirty="0"/>
                        <a:t>Reg Log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0,561 (± 0,017)</a:t>
                      </a:r>
                    </a:p>
                  </a:txBody>
                  <a:tcPr/>
                </a:tc>
                <a:tc>
                  <a:txBody>
                    <a:bodyPr/>
                    <a:lstStyle/>
                    <a:p>
                      <a:r>
                        <a:rPr lang="fr-FR" b="1" dirty="0"/>
                        <a:t>0,841</a:t>
                      </a:r>
                    </a:p>
                  </a:txBody>
                  <a:tcPr/>
                </a:tc>
                <a:tc>
                  <a:txBody>
                    <a:bodyPr/>
                    <a:lstStyle/>
                    <a:p>
                      <a:r>
                        <a:rPr lang="fr-FR" dirty="0"/>
                        <a:t>0,062</a:t>
                      </a:r>
                    </a:p>
                  </a:txBody>
                  <a:tcPr/>
                </a:tc>
                <a:tc>
                  <a:txBody>
                    <a:bodyPr/>
                    <a:lstStyle/>
                    <a:p>
                      <a:r>
                        <a:rPr lang="fr-FR" dirty="0"/>
                        <a:t>448 020 €</a:t>
                      </a:r>
                    </a:p>
                  </a:txBody>
                  <a:tcPr/>
                </a:tc>
                <a:extLst>
                  <a:ext uri="{0D108BD9-81ED-4DB2-BD59-A6C34878D82A}">
                    <a16:rowId xmlns:a16="http://schemas.microsoft.com/office/drawing/2014/main" val="2258241254"/>
                  </a:ext>
                </a:extLst>
              </a:tr>
              <a:tr h="370840">
                <a:tc>
                  <a:txBody>
                    <a:bodyPr/>
                    <a:lstStyle/>
                    <a:p>
                      <a:r>
                        <a:rPr lang="fr-FR" dirty="0"/>
                        <a:t>S2</a:t>
                      </a:r>
                    </a:p>
                  </a:txBody>
                  <a:tcPr/>
                </a:tc>
                <a:tc>
                  <a:txBody>
                    <a:bodyPr/>
                    <a:lstStyle/>
                    <a:p>
                      <a:r>
                        <a:rPr lang="fr-FR" dirty="0"/>
                        <a:t>Reg Log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0,634 (± 0,029)</a:t>
                      </a:r>
                    </a:p>
                  </a:txBody>
                  <a:tcPr/>
                </a:tc>
                <a:tc>
                  <a:txBody>
                    <a:bodyPr/>
                    <a:lstStyle/>
                    <a:p>
                      <a:r>
                        <a:rPr lang="fr-FR" dirty="0"/>
                        <a:t>0,483</a:t>
                      </a:r>
                    </a:p>
                  </a:txBody>
                  <a:tcPr/>
                </a:tc>
                <a:tc>
                  <a:txBody>
                    <a:bodyPr/>
                    <a:lstStyle/>
                    <a:p>
                      <a:r>
                        <a:rPr lang="fr-FR" dirty="0"/>
                        <a:t>0,224</a:t>
                      </a:r>
                    </a:p>
                  </a:txBody>
                  <a:tcPr/>
                </a:tc>
                <a:tc>
                  <a:txBody>
                    <a:bodyPr/>
                    <a:lstStyle/>
                    <a:p>
                      <a:r>
                        <a:rPr lang="fr-FR" dirty="0"/>
                        <a:t>265 370 €</a:t>
                      </a:r>
                    </a:p>
                  </a:txBody>
                  <a:tcPr/>
                </a:tc>
                <a:extLst>
                  <a:ext uri="{0D108BD9-81ED-4DB2-BD59-A6C34878D82A}">
                    <a16:rowId xmlns:a16="http://schemas.microsoft.com/office/drawing/2014/main" val="1466670373"/>
                  </a:ext>
                </a:extLst>
              </a:tr>
              <a:tr h="370840">
                <a:tc>
                  <a:txBody>
                    <a:bodyPr/>
                    <a:lstStyle/>
                    <a:p>
                      <a:r>
                        <a:rPr lang="fr-FR" dirty="0"/>
                        <a:t>S3</a:t>
                      </a:r>
                    </a:p>
                  </a:txBody>
                  <a:tcPr/>
                </a:tc>
                <a:tc>
                  <a:txBody>
                    <a:bodyPr/>
                    <a:lstStyle/>
                    <a:p>
                      <a:r>
                        <a:rPr lang="fr-FR" dirty="0"/>
                        <a:t>RF</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0,637 (± 0,028)</a:t>
                      </a:r>
                    </a:p>
                  </a:txBody>
                  <a:tcPr/>
                </a:tc>
                <a:tc>
                  <a:txBody>
                    <a:bodyPr/>
                    <a:lstStyle/>
                    <a:p>
                      <a:r>
                        <a:rPr lang="fr-FR" dirty="0"/>
                        <a:t>0,666</a:t>
                      </a:r>
                    </a:p>
                  </a:txBody>
                  <a:tcPr/>
                </a:tc>
                <a:tc>
                  <a:txBody>
                    <a:bodyPr/>
                    <a:lstStyle/>
                    <a:p>
                      <a:r>
                        <a:rPr lang="fr-FR" dirty="0"/>
                        <a:t>0,176</a:t>
                      </a:r>
                    </a:p>
                  </a:txBody>
                  <a:tcPr/>
                </a:tc>
                <a:tc>
                  <a:txBody>
                    <a:bodyPr/>
                    <a:lstStyle/>
                    <a:p>
                      <a:r>
                        <a:rPr lang="fr-FR" dirty="0"/>
                        <a:t>300 190 €</a:t>
                      </a:r>
                    </a:p>
                  </a:txBody>
                  <a:tcPr/>
                </a:tc>
                <a:extLst>
                  <a:ext uri="{0D108BD9-81ED-4DB2-BD59-A6C34878D82A}">
                    <a16:rowId xmlns:a16="http://schemas.microsoft.com/office/drawing/2014/main" val="1445219523"/>
                  </a:ext>
                </a:extLst>
              </a:tr>
            </a:tbl>
          </a:graphicData>
        </a:graphic>
      </p:graphicFrame>
    </p:spTree>
    <p:extLst>
      <p:ext uri="{BB962C8B-B14F-4D97-AF65-F5344CB8AC3E}">
        <p14:creationId xmlns:p14="http://schemas.microsoft.com/office/powerpoint/2010/main" val="2316486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392FDD1-6167-95CB-BA54-E2EF2C24323B}"/>
              </a:ext>
            </a:extLst>
          </p:cNvPr>
          <p:cNvSpPr>
            <a:spLocks noGrp="1"/>
          </p:cNvSpPr>
          <p:nvPr>
            <p:ph type="title"/>
          </p:nvPr>
        </p:nvSpPr>
        <p:spPr/>
        <p:txBody>
          <a:bodyPr/>
          <a:lstStyle/>
          <a:p>
            <a:r>
              <a:rPr lang="fr-FR" dirty="0"/>
              <a:t>Evaluation sur le test</a:t>
            </a:r>
          </a:p>
        </p:txBody>
      </p:sp>
      <p:sp>
        <p:nvSpPr>
          <p:cNvPr id="3" name="Espace réservé du texte 2">
            <a:extLst>
              <a:ext uri="{FF2B5EF4-FFF2-40B4-BE49-F238E27FC236}">
                <a16:creationId xmlns:a16="http://schemas.microsoft.com/office/drawing/2014/main" id="{B78B7034-C603-D84F-E5D6-59D338201DE9}"/>
              </a:ext>
            </a:extLst>
          </p:cNvPr>
          <p:cNvSpPr>
            <a:spLocks noGrp="1"/>
          </p:cNvSpPr>
          <p:nvPr>
            <p:ph type="body" sz="quarter" idx="10"/>
          </p:nvPr>
        </p:nvSpPr>
        <p:spPr/>
        <p:txBody>
          <a:bodyPr/>
          <a:lstStyle/>
          <a:p>
            <a:r>
              <a:rPr lang="fr-FR" b="1" dirty="0"/>
              <a:t>Le couple </a:t>
            </a:r>
            <a:r>
              <a:rPr lang="fr-FR" b="1" dirty="0" err="1"/>
              <a:t>XGBoost</a:t>
            </a:r>
            <a:r>
              <a:rPr lang="fr-FR" b="1" dirty="0"/>
              <a:t> &amp; S1 hybride conserve-t-il de bonnes performances sur des données jamais vues ?</a:t>
            </a:r>
            <a:endParaRPr lang="fr-FR" dirty="0"/>
          </a:p>
        </p:txBody>
      </p:sp>
      <p:sp>
        <p:nvSpPr>
          <p:cNvPr id="4" name="Espace réservé du numéro de diapositive 3">
            <a:extLst>
              <a:ext uri="{FF2B5EF4-FFF2-40B4-BE49-F238E27FC236}">
                <a16:creationId xmlns:a16="http://schemas.microsoft.com/office/drawing/2014/main" id="{063AB198-E3C4-BE79-B01D-2897E538D161}"/>
              </a:ext>
            </a:extLst>
          </p:cNvPr>
          <p:cNvSpPr>
            <a:spLocks noGrp="1"/>
          </p:cNvSpPr>
          <p:nvPr>
            <p:ph type="sldNum" sz="quarter" idx="4"/>
          </p:nvPr>
        </p:nvSpPr>
        <p:spPr/>
        <p:txBody>
          <a:bodyPr/>
          <a:lstStyle/>
          <a:p>
            <a:fld id="{DAF489CC-3B7A-4DA5-A8C0-4984788D0EC5}" type="slidenum">
              <a:rPr lang="nl-NL" smtClean="0"/>
              <a:pPr/>
              <a:t>16</a:t>
            </a:fld>
            <a:endParaRPr lang="nl-NL" dirty="0"/>
          </a:p>
        </p:txBody>
      </p:sp>
      <p:graphicFrame>
        <p:nvGraphicFramePr>
          <p:cNvPr id="5" name="Tableau 4">
            <a:extLst>
              <a:ext uri="{FF2B5EF4-FFF2-40B4-BE49-F238E27FC236}">
                <a16:creationId xmlns:a16="http://schemas.microsoft.com/office/drawing/2014/main" id="{5B30DD1E-C31D-DED1-2744-0BFDD1029AB9}"/>
              </a:ext>
            </a:extLst>
          </p:cNvPr>
          <p:cNvGraphicFramePr>
            <a:graphicFrameLocks noGrp="1"/>
          </p:cNvGraphicFramePr>
          <p:nvPr>
            <p:extLst>
              <p:ext uri="{D42A27DB-BD31-4B8C-83A1-F6EECF244321}">
                <p14:modId xmlns:p14="http://schemas.microsoft.com/office/powerpoint/2010/main" val="2677127576"/>
              </p:ext>
            </p:extLst>
          </p:nvPr>
        </p:nvGraphicFramePr>
        <p:xfrm>
          <a:off x="196645" y="1063795"/>
          <a:ext cx="11566728" cy="1219200"/>
        </p:xfrm>
        <a:graphic>
          <a:graphicData uri="http://schemas.openxmlformats.org/drawingml/2006/table">
            <a:tbl>
              <a:tblPr firstRow="1" bandRow="1">
                <a:tableStyleId>{5C22544A-7EE6-4342-B048-85BDC9FD1C3A}</a:tableStyleId>
              </a:tblPr>
              <a:tblGrid>
                <a:gridCol w="1661652">
                  <a:extLst>
                    <a:ext uri="{9D8B030D-6E8A-4147-A177-3AD203B41FA5}">
                      <a16:colId xmlns:a16="http://schemas.microsoft.com/office/drawing/2014/main" val="893415593"/>
                    </a:ext>
                  </a:extLst>
                </a:gridCol>
                <a:gridCol w="1897626">
                  <a:extLst>
                    <a:ext uri="{9D8B030D-6E8A-4147-A177-3AD203B41FA5}">
                      <a16:colId xmlns:a16="http://schemas.microsoft.com/office/drawing/2014/main" val="3785303934"/>
                    </a:ext>
                  </a:extLst>
                </a:gridCol>
                <a:gridCol w="1101212">
                  <a:extLst>
                    <a:ext uri="{9D8B030D-6E8A-4147-A177-3AD203B41FA5}">
                      <a16:colId xmlns:a16="http://schemas.microsoft.com/office/drawing/2014/main" val="2206003688"/>
                    </a:ext>
                  </a:extLst>
                </a:gridCol>
                <a:gridCol w="1258530">
                  <a:extLst>
                    <a:ext uri="{9D8B030D-6E8A-4147-A177-3AD203B41FA5}">
                      <a16:colId xmlns:a16="http://schemas.microsoft.com/office/drawing/2014/main" val="1919024168"/>
                    </a:ext>
                  </a:extLst>
                </a:gridCol>
                <a:gridCol w="983225">
                  <a:extLst>
                    <a:ext uri="{9D8B030D-6E8A-4147-A177-3AD203B41FA5}">
                      <a16:colId xmlns:a16="http://schemas.microsoft.com/office/drawing/2014/main" val="136540701"/>
                    </a:ext>
                  </a:extLst>
                </a:gridCol>
                <a:gridCol w="4664483">
                  <a:extLst>
                    <a:ext uri="{9D8B030D-6E8A-4147-A177-3AD203B41FA5}">
                      <a16:colId xmlns:a16="http://schemas.microsoft.com/office/drawing/2014/main" val="2331408347"/>
                    </a:ext>
                  </a:extLst>
                </a:gridCol>
              </a:tblGrid>
              <a:tr h="628753">
                <a:tc>
                  <a:txBody>
                    <a:bodyPr/>
                    <a:lstStyle/>
                    <a:p>
                      <a:r>
                        <a:rPr lang="fr-FR" dirty="0"/>
                        <a:t>Modèle retenu </a:t>
                      </a:r>
                    </a:p>
                  </a:txBody>
                  <a:tcPr/>
                </a:tc>
                <a:tc>
                  <a:txBody>
                    <a:bodyPr/>
                    <a:lstStyle/>
                    <a:p>
                      <a:r>
                        <a:rPr lang="fr-FR" dirty="0"/>
                        <a:t>Scénario</a:t>
                      </a:r>
                    </a:p>
                  </a:txBody>
                  <a:tcPr/>
                </a:tc>
                <a:tc>
                  <a:txBody>
                    <a:bodyPr/>
                    <a:lstStyle/>
                    <a:p>
                      <a:r>
                        <a:rPr lang="fr-FR" dirty="0"/>
                        <a:t>Erreur critique </a:t>
                      </a:r>
                    </a:p>
                  </a:txBody>
                  <a:tcPr/>
                </a:tc>
                <a:tc>
                  <a:txBody>
                    <a:bodyPr/>
                    <a:lstStyle/>
                    <a:p>
                      <a:r>
                        <a:rPr lang="fr-FR" dirty="0"/>
                        <a:t>F1-macro</a:t>
                      </a:r>
                    </a:p>
                  </a:txBody>
                  <a:tcPr/>
                </a:tc>
                <a:tc>
                  <a:txBody>
                    <a:bodyPr/>
                    <a:lstStyle/>
                    <a:p>
                      <a:r>
                        <a:rPr lang="fr-FR" dirty="0" err="1"/>
                        <a:t>Recall</a:t>
                      </a:r>
                      <a:r>
                        <a:rPr lang="fr-FR" dirty="0"/>
                        <a:t> C2</a:t>
                      </a:r>
                    </a:p>
                  </a:txBody>
                  <a:tcPr/>
                </a:tc>
                <a:tc>
                  <a:txBody>
                    <a:bodyPr/>
                    <a:lstStyle/>
                    <a:p>
                      <a:r>
                        <a:rPr lang="fr-FR" dirty="0"/>
                        <a:t>Hyperparamètres principaux </a:t>
                      </a:r>
                    </a:p>
                  </a:txBody>
                  <a:tcPr/>
                </a:tc>
                <a:extLst>
                  <a:ext uri="{0D108BD9-81ED-4DB2-BD59-A6C34878D82A}">
                    <a16:rowId xmlns:a16="http://schemas.microsoft.com/office/drawing/2014/main" val="2449987204"/>
                  </a:ext>
                </a:extLst>
              </a:tr>
              <a:tr h="568871">
                <a:tc>
                  <a:txBody>
                    <a:bodyPr/>
                    <a:lstStyle/>
                    <a:p>
                      <a:r>
                        <a:rPr lang="fr-FR" sz="1600" dirty="0" err="1"/>
                        <a:t>XGBClassifier</a:t>
                      </a:r>
                      <a:r>
                        <a:rPr lang="fr-FR" sz="1600" dirty="0"/>
                        <a:t> pondéré</a:t>
                      </a:r>
                    </a:p>
                  </a:txBody>
                  <a:tcPr/>
                </a:tc>
                <a:tc>
                  <a:txBody>
                    <a:bodyPr/>
                    <a:lstStyle/>
                    <a:p>
                      <a:r>
                        <a:rPr lang="fr-FR" sz="1600" dirty="0"/>
                        <a:t>S1 multimodale hybride</a:t>
                      </a:r>
                    </a:p>
                  </a:txBody>
                  <a:tcPr/>
                </a:tc>
                <a:tc>
                  <a:txBody>
                    <a:bodyPr/>
                    <a:lstStyle/>
                    <a:p>
                      <a:r>
                        <a:rPr lang="fr-FR" sz="1600" dirty="0"/>
                        <a:t>0,110</a:t>
                      </a:r>
                    </a:p>
                  </a:txBody>
                  <a:tcPr/>
                </a:tc>
                <a:tc>
                  <a:txBody>
                    <a:bodyPr/>
                    <a:lstStyle/>
                    <a:p>
                      <a:r>
                        <a:rPr lang="fr-FR" sz="1600" dirty="0"/>
                        <a:t>0,692</a:t>
                      </a:r>
                      <a:br>
                        <a:rPr lang="fr-FR" sz="1600" dirty="0"/>
                      </a:br>
                      <a:r>
                        <a:rPr lang="fr-FR" sz="1600" dirty="0"/>
                        <a:t>± 0,033</a:t>
                      </a:r>
                    </a:p>
                  </a:txBody>
                  <a:tcPr/>
                </a:tc>
                <a:tc>
                  <a:txBody>
                    <a:bodyPr/>
                    <a:lstStyle/>
                    <a:p>
                      <a:r>
                        <a:rPr lang="fr-FR" sz="1600" dirty="0"/>
                        <a:t>0,703</a:t>
                      </a:r>
                    </a:p>
                  </a:txBody>
                  <a:tcPr/>
                </a:tc>
                <a:tc>
                  <a:txBody>
                    <a:bodyPr/>
                    <a:lstStyle/>
                    <a:p>
                      <a:r>
                        <a:rPr lang="en-US" sz="1400" dirty="0" err="1"/>
                        <a:t>n_estimators</a:t>
                      </a:r>
                      <a:r>
                        <a:rPr lang="en-US" sz="1400" dirty="0"/>
                        <a:t>=500, </a:t>
                      </a:r>
                      <a:r>
                        <a:rPr lang="en-US" sz="1400" dirty="0" err="1"/>
                        <a:t>learning_rate</a:t>
                      </a:r>
                      <a:r>
                        <a:rPr lang="en-US" sz="1400" dirty="0"/>
                        <a:t>=0.03, </a:t>
                      </a:r>
                      <a:r>
                        <a:rPr lang="en-US" sz="1400" dirty="0" err="1"/>
                        <a:t>max_depth</a:t>
                      </a:r>
                      <a:r>
                        <a:rPr lang="en-US" sz="1400" dirty="0"/>
                        <a:t>=5, </a:t>
                      </a:r>
                      <a:r>
                        <a:rPr lang="en-US" sz="1400" dirty="0" err="1"/>
                        <a:t>colsample_bytree</a:t>
                      </a:r>
                      <a:r>
                        <a:rPr lang="en-US" sz="1400" dirty="0"/>
                        <a:t>=0.7, </a:t>
                      </a:r>
                      <a:r>
                        <a:rPr lang="en-US" sz="1400" dirty="0" err="1"/>
                        <a:t>poids</a:t>
                      </a:r>
                      <a:r>
                        <a:rPr lang="en-US" sz="1400" dirty="0"/>
                        <a:t> `{0:1, 1:1, 2:3}` </a:t>
                      </a:r>
                      <a:endParaRPr lang="fr-FR" sz="1400" dirty="0"/>
                    </a:p>
                  </a:txBody>
                  <a:tcPr/>
                </a:tc>
                <a:extLst>
                  <a:ext uri="{0D108BD9-81ED-4DB2-BD59-A6C34878D82A}">
                    <a16:rowId xmlns:a16="http://schemas.microsoft.com/office/drawing/2014/main" val="825821149"/>
                  </a:ext>
                </a:extLst>
              </a:tr>
            </a:tbl>
          </a:graphicData>
        </a:graphic>
      </p:graphicFrame>
      <p:sp>
        <p:nvSpPr>
          <p:cNvPr id="7" name="Espace réservé du contenu 3">
            <a:extLst>
              <a:ext uri="{FF2B5EF4-FFF2-40B4-BE49-F238E27FC236}">
                <a16:creationId xmlns:a16="http://schemas.microsoft.com/office/drawing/2014/main" id="{D2DF03AC-184B-9C78-8F56-8F40A20394B3}"/>
              </a:ext>
            </a:extLst>
          </p:cNvPr>
          <p:cNvSpPr txBox="1">
            <a:spLocks/>
          </p:cNvSpPr>
          <p:nvPr/>
        </p:nvSpPr>
        <p:spPr>
          <a:xfrm>
            <a:off x="509577" y="1070616"/>
            <a:ext cx="11485778" cy="4120815"/>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fr-FR" dirty="0"/>
          </a:p>
          <a:p>
            <a:endParaRPr lang="fr-FR" dirty="0"/>
          </a:p>
          <a:p>
            <a:endParaRPr lang="fr-FR" dirty="0"/>
          </a:p>
          <a:p>
            <a:endParaRPr lang="fr-FR" dirty="0"/>
          </a:p>
          <a:p>
            <a:r>
              <a:rPr lang="fr-FR" dirty="0"/>
              <a:t>Coût d’inférence : 0,50 € par heure de CPU</a:t>
            </a:r>
          </a:p>
          <a:p>
            <a:endParaRPr lang="fr-FR" dirty="0"/>
          </a:p>
          <a:p>
            <a:r>
              <a:rPr lang="fr-FR" dirty="0"/>
              <a:t>Résultat sur le test final :</a:t>
            </a:r>
          </a:p>
          <a:p>
            <a:endParaRPr lang="fr-FR" dirty="0"/>
          </a:p>
          <a:p>
            <a:pPr marL="1200150" lvl="4" indent="-285750">
              <a:buFont typeface="Arial" panose="020B0604020202020204" pitchFamily="34" charset="0"/>
              <a:buChar char="•"/>
            </a:pPr>
            <a:r>
              <a:rPr lang="fr-FR" dirty="0"/>
              <a:t>			Comparaison avec la </a:t>
            </a:r>
            <a:r>
              <a:rPr lang="fr-FR" dirty="0" err="1"/>
              <a:t>baseline</a:t>
            </a:r>
            <a:r>
              <a:rPr lang="fr-FR" dirty="0"/>
              <a:t> </a:t>
            </a:r>
            <a:r>
              <a:rPr lang="fr-FR" dirty="0" err="1"/>
              <a:t>DummyClassifier</a:t>
            </a:r>
            <a:endParaRPr lang="fr-FR" dirty="0"/>
          </a:p>
          <a:p>
            <a:pPr marL="1200150" lvl="4" indent="-285750">
              <a:buFont typeface="Arial" panose="020B0604020202020204" pitchFamily="34" charset="0"/>
              <a:buChar char="•"/>
            </a:pPr>
            <a:endParaRPr lang="fr-FR" dirty="0"/>
          </a:p>
          <a:p>
            <a:pPr marL="1200150" lvl="4" indent="-285750">
              <a:buFont typeface="Arial" panose="020B0604020202020204" pitchFamily="34" charset="0"/>
              <a:buChar char="•"/>
            </a:pPr>
            <a:endParaRPr lang="fr-FR" dirty="0"/>
          </a:p>
          <a:p>
            <a:pPr marL="1200150" lvl="4" indent="-285750">
              <a:buFont typeface="Arial" panose="020B0604020202020204" pitchFamily="34" charset="0"/>
              <a:buChar char="•"/>
            </a:pPr>
            <a:endParaRPr lang="fr-FR" dirty="0"/>
          </a:p>
          <a:p>
            <a:pPr marL="1200150" lvl="4" indent="-285750">
              <a:buFont typeface="Arial" panose="020B0604020202020204" pitchFamily="34" charset="0"/>
              <a:buChar char="•"/>
            </a:pPr>
            <a:endParaRPr lang="fr-FR" dirty="0"/>
          </a:p>
          <a:p>
            <a:pPr marL="3714750" lvl="7" indent="-285750"/>
            <a:r>
              <a:rPr lang="fr-FR" dirty="0"/>
              <a:t>Limites :</a:t>
            </a:r>
          </a:p>
          <a:p>
            <a:pPr marL="4171950" lvl="8" indent="-285750"/>
            <a:r>
              <a:rPr lang="fr-FR" dirty="0"/>
              <a:t>Données limitées</a:t>
            </a:r>
          </a:p>
          <a:p>
            <a:pPr marL="4171950" lvl="8" indent="-285750"/>
            <a:r>
              <a:rPr lang="fr-FR" dirty="0"/>
              <a:t>textes entretien très redondants</a:t>
            </a:r>
          </a:p>
        </p:txBody>
      </p:sp>
      <p:graphicFrame>
        <p:nvGraphicFramePr>
          <p:cNvPr id="8" name="Tableau 7">
            <a:extLst>
              <a:ext uri="{FF2B5EF4-FFF2-40B4-BE49-F238E27FC236}">
                <a16:creationId xmlns:a16="http://schemas.microsoft.com/office/drawing/2014/main" id="{04D98BC6-3B9D-7BFE-DB41-169050FA3A09}"/>
              </a:ext>
            </a:extLst>
          </p:cNvPr>
          <p:cNvGraphicFramePr>
            <a:graphicFrameLocks noGrp="1"/>
          </p:cNvGraphicFramePr>
          <p:nvPr>
            <p:extLst>
              <p:ext uri="{D42A27DB-BD31-4B8C-83A1-F6EECF244321}">
                <p14:modId xmlns:p14="http://schemas.microsoft.com/office/powerpoint/2010/main" val="3722968522"/>
              </p:ext>
            </p:extLst>
          </p:nvPr>
        </p:nvGraphicFramePr>
        <p:xfrm>
          <a:off x="4018118" y="2760183"/>
          <a:ext cx="8128001" cy="822960"/>
        </p:xfrm>
        <a:graphic>
          <a:graphicData uri="http://schemas.openxmlformats.org/drawingml/2006/table">
            <a:tbl>
              <a:tblPr firstRow="1" bandRow="1">
                <a:tableStyleId>{5C22544A-7EE6-4342-B048-85BDC9FD1C3A}</a:tableStyleId>
              </a:tblPr>
              <a:tblGrid>
                <a:gridCol w="1161143">
                  <a:extLst>
                    <a:ext uri="{9D8B030D-6E8A-4147-A177-3AD203B41FA5}">
                      <a16:colId xmlns:a16="http://schemas.microsoft.com/office/drawing/2014/main" val="739296706"/>
                    </a:ext>
                  </a:extLst>
                </a:gridCol>
                <a:gridCol w="1161143">
                  <a:extLst>
                    <a:ext uri="{9D8B030D-6E8A-4147-A177-3AD203B41FA5}">
                      <a16:colId xmlns:a16="http://schemas.microsoft.com/office/drawing/2014/main" val="791531768"/>
                    </a:ext>
                  </a:extLst>
                </a:gridCol>
                <a:gridCol w="1161143">
                  <a:extLst>
                    <a:ext uri="{9D8B030D-6E8A-4147-A177-3AD203B41FA5}">
                      <a16:colId xmlns:a16="http://schemas.microsoft.com/office/drawing/2014/main" val="1389311274"/>
                    </a:ext>
                  </a:extLst>
                </a:gridCol>
                <a:gridCol w="1161143">
                  <a:extLst>
                    <a:ext uri="{9D8B030D-6E8A-4147-A177-3AD203B41FA5}">
                      <a16:colId xmlns:a16="http://schemas.microsoft.com/office/drawing/2014/main" val="3737158608"/>
                    </a:ext>
                  </a:extLst>
                </a:gridCol>
                <a:gridCol w="1161143">
                  <a:extLst>
                    <a:ext uri="{9D8B030D-6E8A-4147-A177-3AD203B41FA5}">
                      <a16:colId xmlns:a16="http://schemas.microsoft.com/office/drawing/2014/main" val="3665977539"/>
                    </a:ext>
                  </a:extLst>
                </a:gridCol>
                <a:gridCol w="1161143">
                  <a:extLst>
                    <a:ext uri="{9D8B030D-6E8A-4147-A177-3AD203B41FA5}">
                      <a16:colId xmlns:a16="http://schemas.microsoft.com/office/drawing/2014/main" val="658208000"/>
                    </a:ext>
                  </a:extLst>
                </a:gridCol>
                <a:gridCol w="1161143">
                  <a:extLst>
                    <a:ext uri="{9D8B030D-6E8A-4147-A177-3AD203B41FA5}">
                      <a16:colId xmlns:a16="http://schemas.microsoft.com/office/drawing/2014/main" val="3996887739"/>
                    </a:ext>
                  </a:extLst>
                </a:gridCol>
              </a:tblGrid>
              <a:tr h="370840">
                <a:tc>
                  <a:txBody>
                    <a:bodyPr/>
                    <a:lstStyle/>
                    <a:p>
                      <a:r>
                        <a:rPr lang="fr-FR" sz="1400" dirty="0"/>
                        <a:t>F1 macro </a:t>
                      </a:r>
                    </a:p>
                  </a:txBody>
                  <a:tcPr/>
                </a:tc>
                <a:tc>
                  <a:txBody>
                    <a:bodyPr/>
                    <a:lstStyle/>
                    <a:p>
                      <a:r>
                        <a:rPr lang="fr-FR" sz="1400" dirty="0" err="1"/>
                        <a:t>Recall</a:t>
                      </a:r>
                      <a:r>
                        <a:rPr lang="fr-FR" sz="1400" dirty="0"/>
                        <a:t> C2</a:t>
                      </a:r>
                    </a:p>
                  </a:txBody>
                  <a:tcPr/>
                </a:tc>
                <a:tc>
                  <a:txBody>
                    <a:bodyPr/>
                    <a:lstStyle/>
                    <a:p>
                      <a:r>
                        <a:rPr lang="fr-FR" sz="1400" dirty="0"/>
                        <a:t>Précision C2</a:t>
                      </a:r>
                    </a:p>
                  </a:txBody>
                  <a:tcPr/>
                </a:tc>
                <a:tc>
                  <a:txBody>
                    <a:bodyPr/>
                    <a:lstStyle/>
                    <a:p>
                      <a:r>
                        <a:rPr lang="fr-FR" sz="1400" dirty="0"/>
                        <a:t>F1 C2</a:t>
                      </a:r>
                    </a:p>
                  </a:txBody>
                  <a:tcPr/>
                </a:tc>
                <a:tc>
                  <a:txBody>
                    <a:bodyPr/>
                    <a:lstStyle/>
                    <a:p>
                      <a:r>
                        <a:rPr lang="fr-FR" sz="1400" dirty="0"/>
                        <a:t>Erreur critique</a:t>
                      </a:r>
                    </a:p>
                  </a:txBody>
                  <a:tcPr/>
                </a:tc>
                <a:tc>
                  <a:txBody>
                    <a:bodyPr/>
                    <a:lstStyle/>
                    <a:p>
                      <a:r>
                        <a:rPr lang="fr-FR" sz="1400" dirty="0"/>
                        <a:t>Latence p95</a:t>
                      </a:r>
                    </a:p>
                  </a:txBody>
                  <a:tcPr/>
                </a:tc>
                <a:tc>
                  <a:txBody>
                    <a:bodyPr/>
                    <a:lstStyle/>
                    <a:p>
                      <a:r>
                        <a:rPr lang="fr-FR" sz="1400" dirty="0"/>
                        <a:t>Coût estimé</a:t>
                      </a:r>
                    </a:p>
                  </a:txBody>
                  <a:tcPr/>
                </a:tc>
                <a:extLst>
                  <a:ext uri="{0D108BD9-81ED-4DB2-BD59-A6C34878D82A}">
                    <a16:rowId xmlns:a16="http://schemas.microsoft.com/office/drawing/2014/main" val="1889336490"/>
                  </a:ext>
                </a:extLst>
              </a:tr>
              <a:tr h="300599">
                <a:tc>
                  <a:txBody>
                    <a:bodyPr/>
                    <a:lstStyle/>
                    <a:p>
                      <a:r>
                        <a:rPr lang="fr-FR" sz="1400" dirty="0"/>
                        <a:t>0,693</a:t>
                      </a:r>
                    </a:p>
                  </a:txBody>
                  <a:tcPr/>
                </a:tc>
                <a:tc>
                  <a:txBody>
                    <a:bodyPr/>
                    <a:lstStyle/>
                    <a:p>
                      <a:r>
                        <a:rPr lang="fr-FR" sz="1400" dirty="0"/>
                        <a:t>0,711</a:t>
                      </a:r>
                    </a:p>
                  </a:txBody>
                  <a:tcPr/>
                </a:tc>
                <a:tc>
                  <a:txBody>
                    <a:bodyPr/>
                    <a:lstStyle/>
                    <a:p>
                      <a:r>
                        <a:rPr lang="fr-FR" sz="1400" dirty="0"/>
                        <a:t>0,520</a:t>
                      </a:r>
                    </a:p>
                  </a:txBody>
                  <a:tcPr/>
                </a:tc>
                <a:tc>
                  <a:txBody>
                    <a:bodyPr/>
                    <a:lstStyle/>
                    <a:p>
                      <a:r>
                        <a:rPr lang="fr-FR" sz="1400" dirty="0"/>
                        <a:t>0,601</a:t>
                      </a:r>
                    </a:p>
                  </a:txBody>
                  <a:tcPr/>
                </a:tc>
                <a:tc>
                  <a:txBody>
                    <a:bodyPr/>
                    <a:lstStyle/>
                    <a:p>
                      <a:r>
                        <a:rPr lang="fr-FR" sz="1400" dirty="0"/>
                        <a:t>0,078</a:t>
                      </a:r>
                    </a:p>
                  </a:txBody>
                  <a:tcPr/>
                </a:tc>
                <a:tc>
                  <a:txBody>
                    <a:bodyPr/>
                    <a:lstStyle/>
                    <a:p>
                      <a:r>
                        <a:rPr lang="fr-FR" sz="1400" dirty="0"/>
                        <a:t>10,167 ms</a:t>
                      </a:r>
                    </a:p>
                  </a:txBody>
                  <a:tcPr/>
                </a:tc>
                <a:tc>
                  <a:txBody>
                    <a:bodyPr/>
                    <a:lstStyle/>
                    <a:p>
                      <a:r>
                        <a:rPr lang="fr-FR" sz="1400" dirty="0"/>
                        <a:t>0,007852 €</a:t>
                      </a:r>
                    </a:p>
                  </a:txBody>
                  <a:tcPr/>
                </a:tc>
                <a:extLst>
                  <a:ext uri="{0D108BD9-81ED-4DB2-BD59-A6C34878D82A}">
                    <a16:rowId xmlns:a16="http://schemas.microsoft.com/office/drawing/2014/main" val="3487095827"/>
                  </a:ext>
                </a:extLst>
              </a:tr>
            </a:tbl>
          </a:graphicData>
        </a:graphic>
      </p:graphicFrame>
      <p:graphicFrame>
        <p:nvGraphicFramePr>
          <p:cNvPr id="11" name="Tableau 10">
            <a:extLst>
              <a:ext uri="{FF2B5EF4-FFF2-40B4-BE49-F238E27FC236}">
                <a16:creationId xmlns:a16="http://schemas.microsoft.com/office/drawing/2014/main" id="{21022FA1-7796-866A-925C-26F031F92220}"/>
              </a:ext>
            </a:extLst>
          </p:cNvPr>
          <p:cNvGraphicFramePr>
            <a:graphicFrameLocks noGrp="1"/>
          </p:cNvGraphicFramePr>
          <p:nvPr>
            <p:extLst>
              <p:ext uri="{D42A27DB-BD31-4B8C-83A1-F6EECF244321}">
                <p14:modId xmlns:p14="http://schemas.microsoft.com/office/powerpoint/2010/main" val="1691578710"/>
              </p:ext>
            </p:extLst>
          </p:nvPr>
        </p:nvGraphicFramePr>
        <p:xfrm>
          <a:off x="4109887" y="4020033"/>
          <a:ext cx="8036232" cy="1119527"/>
        </p:xfrm>
        <a:graphic>
          <a:graphicData uri="http://schemas.openxmlformats.org/drawingml/2006/table">
            <a:tbl>
              <a:tblPr firstRow="1" bandRow="1">
                <a:tableStyleId>{5C22544A-7EE6-4342-B048-85BDC9FD1C3A}</a:tableStyleId>
              </a:tblPr>
              <a:tblGrid>
                <a:gridCol w="2678744">
                  <a:extLst>
                    <a:ext uri="{9D8B030D-6E8A-4147-A177-3AD203B41FA5}">
                      <a16:colId xmlns:a16="http://schemas.microsoft.com/office/drawing/2014/main" val="1330270738"/>
                    </a:ext>
                  </a:extLst>
                </a:gridCol>
                <a:gridCol w="2678744">
                  <a:extLst>
                    <a:ext uri="{9D8B030D-6E8A-4147-A177-3AD203B41FA5}">
                      <a16:colId xmlns:a16="http://schemas.microsoft.com/office/drawing/2014/main" val="3292296743"/>
                    </a:ext>
                  </a:extLst>
                </a:gridCol>
                <a:gridCol w="2678744">
                  <a:extLst>
                    <a:ext uri="{9D8B030D-6E8A-4147-A177-3AD203B41FA5}">
                      <a16:colId xmlns:a16="http://schemas.microsoft.com/office/drawing/2014/main" val="2789058676"/>
                    </a:ext>
                  </a:extLst>
                </a:gridCol>
              </a:tblGrid>
              <a:tr h="265104">
                <a:tc>
                  <a:txBody>
                    <a:bodyPr/>
                    <a:lstStyle/>
                    <a:p>
                      <a:r>
                        <a:rPr lang="fr-FR" sz="1200" dirty="0"/>
                        <a:t>Critère</a:t>
                      </a:r>
                    </a:p>
                  </a:txBody>
                  <a:tcPr/>
                </a:tc>
                <a:tc>
                  <a:txBody>
                    <a:bodyPr/>
                    <a:lstStyle/>
                    <a:p>
                      <a:r>
                        <a:rPr lang="fr-FR" sz="1200" dirty="0" err="1"/>
                        <a:t>DummyClassifier</a:t>
                      </a:r>
                      <a:endParaRPr lang="fr-FR" sz="1200" dirty="0"/>
                    </a:p>
                  </a:txBody>
                  <a:tcPr/>
                </a:tc>
                <a:tc>
                  <a:txBody>
                    <a:bodyPr/>
                    <a:lstStyle/>
                    <a:p>
                      <a:r>
                        <a:rPr lang="fr-FR" sz="1200" dirty="0"/>
                        <a:t>Modèle retenu</a:t>
                      </a:r>
                    </a:p>
                  </a:txBody>
                  <a:tcPr/>
                </a:tc>
                <a:extLst>
                  <a:ext uri="{0D108BD9-81ED-4DB2-BD59-A6C34878D82A}">
                    <a16:rowId xmlns:a16="http://schemas.microsoft.com/office/drawing/2014/main" val="1779289883"/>
                  </a:ext>
                </a:extLst>
              </a:tr>
              <a:tr h="267889">
                <a:tc>
                  <a:txBody>
                    <a:bodyPr/>
                    <a:lstStyle/>
                    <a:p>
                      <a:r>
                        <a:rPr lang="fr-FR" sz="1200" dirty="0"/>
                        <a:t>F1 macro</a:t>
                      </a:r>
                    </a:p>
                  </a:txBody>
                  <a:tcPr/>
                </a:tc>
                <a:tc>
                  <a:txBody>
                    <a:bodyPr/>
                    <a:lstStyle/>
                    <a:p>
                      <a:r>
                        <a:rPr lang="fr-FR" sz="1200" dirty="0"/>
                        <a:t>0,206</a:t>
                      </a:r>
                    </a:p>
                  </a:txBody>
                  <a:tcPr/>
                </a:tc>
                <a:tc>
                  <a:txBody>
                    <a:bodyPr/>
                    <a:lstStyle/>
                    <a:p>
                      <a:r>
                        <a:rPr lang="fr-FR" sz="1200" dirty="0"/>
                        <a:t>0,693</a:t>
                      </a:r>
                    </a:p>
                  </a:txBody>
                  <a:tcPr/>
                </a:tc>
                <a:extLst>
                  <a:ext uri="{0D108BD9-81ED-4DB2-BD59-A6C34878D82A}">
                    <a16:rowId xmlns:a16="http://schemas.microsoft.com/office/drawing/2014/main" val="2141796792"/>
                  </a:ext>
                </a:extLst>
              </a:tr>
              <a:tr h="296567">
                <a:tc>
                  <a:txBody>
                    <a:bodyPr/>
                    <a:lstStyle/>
                    <a:p>
                      <a:r>
                        <a:rPr lang="fr-FR" sz="1200" dirty="0" err="1"/>
                        <a:t>Recall</a:t>
                      </a:r>
                      <a:r>
                        <a:rPr lang="fr-FR" sz="1200" dirty="0"/>
                        <a:t> classe 2</a:t>
                      </a:r>
                    </a:p>
                  </a:txBody>
                  <a:tcPr/>
                </a:tc>
                <a:tc>
                  <a:txBody>
                    <a:bodyPr/>
                    <a:lstStyle/>
                    <a:p>
                      <a:r>
                        <a:rPr lang="fr-FR" sz="1200" dirty="0"/>
                        <a:t>0,000</a:t>
                      </a:r>
                    </a:p>
                  </a:txBody>
                  <a:tcPr/>
                </a:tc>
                <a:tc>
                  <a:txBody>
                    <a:bodyPr/>
                    <a:lstStyle/>
                    <a:p>
                      <a:r>
                        <a:rPr lang="fr-FR" sz="1200" dirty="0"/>
                        <a:t>0,711</a:t>
                      </a:r>
                    </a:p>
                  </a:txBody>
                  <a:tcPr/>
                </a:tc>
                <a:extLst>
                  <a:ext uri="{0D108BD9-81ED-4DB2-BD59-A6C34878D82A}">
                    <a16:rowId xmlns:a16="http://schemas.microsoft.com/office/drawing/2014/main" val="189909642"/>
                  </a:ext>
                </a:extLst>
              </a:tr>
              <a:tr h="265471">
                <a:tc>
                  <a:txBody>
                    <a:bodyPr/>
                    <a:lstStyle/>
                    <a:p>
                      <a:r>
                        <a:rPr lang="fr-FR" sz="1200" dirty="0"/>
                        <a:t>Erreur critique</a:t>
                      </a:r>
                    </a:p>
                  </a:txBody>
                  <a:tcPr/>
                </a:tc>
                <a:tc>
                  <a:txBody>
                    <a:bodyPr/>
                    <a:lstStyle/>
                    <a:p>
                      <a:r>
                        <a:rPr lang="fr-FR" sz="1200" dirty="0"/>
                        <a:t>0,000</a:t>
                      </a:r>
                    </a:p>
                  </a:txBody>
                  <a:tcPr/>
                </a:tc>
                <a:tc>
                  <a:txBody>
                    <a:bodyPr/>
                    <a:lstStyle/>
                    <a:p>
                      <a:r>
                        <a:rPr lang="fr-FR" sz="1200" dirty="0"/>
                        <a:t>0,078</a:t>
                      </a:r>
                    </a:p>
                  </a:txBody>
                  <a:tcPr/>
                </a:tc>
                <a:extLst>
                  <a:ext uri="{0D108BD9-81ED-4DB2-BD59-A6C34878D82A}">
                    <a16:rowId xmlns:a16="http://schemas.microsoft.com/office/drawing/2014/main" val="629029091"/>
                  </a:ext>
                </a:extLst>
              </a:tr>
            </a:tbl>
          </a:graphicData>
        </a:graphic>
      </p:graphicFrame>
      <p:pic>
        <p:nvPicPr>
          <p:cNvPr id="9" name="Image 8">
            <a:extLst>
              <a:ext uri="{FF2B5EF4-FFF2-40B4-BE49-F238E27FC236}">
                <a16:creationId xmlns:a16="http://schemas.microsoft.com/office/drawing/2014/main" id="{3D1B1AE6-F031-C70B-B096-84199B311CC3}"/>
              </a:ext>
            </a:extLst>
          </p:cNvPr>
          <p:cNvPicPr>
            <a:picLocks noChangeAspect="1"/>
          </p:cNvPicPr>
          <p:nvPr/>
        </p:nvPicPr>
        <p:blipFill>
          <a:blip r:embed="rId3"/>
          <a:stretch>
            <a:fillRect/>
          </a:stretch>
        </p:blipFill>
        <p:spPr>
          <a:xfrm>
            <a:off x="22247" y="3238445"/>
            <a:ext cx="3995871" cy="2993848"/>
          </a:xfrm>
          <a:prstGeom prst="rect">
            <a:avLst/>
          </a:prstGeom>
        </p:spPr>
      </p:pic>
    </p:spTree>
    <p:extLst>
      <p:ext uri="{BB962C8B-B14F-4D97-AF65-F5344CB8AC3E}">
        <p14:creationId xmlns:p14="http://schemas.microsoft.com/office/powerpoint/2010/main" val="21915444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B09D77A-DAD4-0633-D44B-02E812E9A5EA}"/>
              </a:ext>
            </a:extLst>
          </p:cNvPr>
          <p:cNvSpPr>
            <a:spLocks noGrp="1"/>
          </p:cNvSpPr>
          <p:nvPr>
            <p:ph type="title"/>
          </p:nvPr>
        </p:nvSpPr>
        <p:spPr/>
        <p:txBody>
          <a:bodyPr/>
          <a:lstStyle/>
          <a:p>
            <a:r>
              <a:rPr lang="fr-FR" dirty="0"/>
              <a:t>Poids des variables &amp; filet de sécurité</a:t>
            </a:r>
          </a:p>
        </p:txBody>
      </p:sp>
      <p:sp>
        <p:nvSpPr>
          <p:cNvPr id="3" name="Espace réservé du texte 2">
            <a:extLst>
              <a:ext uri="{FF2B5EF4-FFF2-40B4-BE49-F238E27FC236}">
                <a16:creationId xmlns:a16="http://schemas.microsoft.com/office/drawing/2014/main" id="{8DC4459B-FB97-703A-51FE-6DB1AA9BD9CE}"/>
              </a:ext>
            </a:extLst>
          </p:cNvPr>
          <p:cNvSpPr>
            <a:spLocks noGrp="1"/>
          </p:cNvSpPr>
          <p:nvPr>
            <p:ph type="body" sz="quarter" idx="10"/>
          </p:nvPr>
        </p:nvSpPr>
        <p:spPr/>
        <p:txBody>
          <a:bodyPr/>
          <a:lstStyle/>
          <a:p>
            <a:r>
              <a:rPr lang="fr-FR" dirty="0"/>
              <a:t>Comment interpréter le fonctionnement du modèle et ses limites pour la communication au client ?</a:t>
            </a:r>
          </a:p>
        </p:txBody>
      </p:sp>
      <p:sp>
        <p:nvSpPr>
          <p:cNvPr id="4" name="Espace réservé du numéro de diapositive 3">
            <a:extLst>
              <a:ext uri="{FF2B5EF4-FFF2-40B4-BE49-F238E27FC236}">
                <a16:creationId xmlns:a16="http://schemas.microsoft.com/office/drawing/2014/main" id="{BBD43E57-64A9-E866-3027-2F622392120C}"/>
              </a:ext>
            </a:extLst>
          </p:cNvPr>
          <p:cNvSpPr>
            <a:spLocks noGrp="1"/>
          </p:cNvSpPr>
          <p:nvPr>
            <p:ph type="sldNum" sz="quarter" idx="4"/>
          </p:nvPr>
        </p:nvSpPr>
        <p:spPr/>
        <p:txBody>
          <a:bodyPr/>
          <a:lstStyle/>
          <a:p>
            <a:fld id="{DAF489CC-3B7A-4DA5-A8C0-4984788D0EC5}" type="slidenum">
              <a:rPr lang="nl-NL" smtClean="0"/>
              <a:pPr/>
              <a:t>17</a:t>
            </a:fld>
            <a:endParaRPr lang="nl-NL" dirty="0"/>
          </a:p>
        </p:txBody>
      </p:sp>
      <p:pic>
        <p:nvPicPr>
          <p:cNvPr id="6" name="Image 5">
            <a:extLst>
              <a:ext uri="{FF2B5EF4-FFF2-40B4-BE49-F238E27FC236}">
                <a16:creationId xmlns:a16="http://schemas.microsoft.com/office/drawing/2014/main" id="{FBD4356B-DC43-9641-CC26-829BF85C8F72}"/>
              </a:ext>
            </a:extLst>
          </p:cNvPr>
          <p:cNvPicPr>
            <a:picLocks noChangeAspect="1"/>
          </p:cNvPicPr>
          <p:nvPr/>
        </p:nvPicPr>
        <p:blipFill>
          <a:blip r:embed="rId3"/>
          <a:stretch>
            <a:fillRect/>
          </a:stretch>
        </p:blipFill>
        <p:spPr>
          <a:xfrm>
            <a:off x="243962" y="1065032"/>
            <a:ext cx="5557070" cy="3671186"/>
          </a:xfrm>
          <a:prstGeom prst="rect">
            <a:avLst/>
          </a:prstGeom>
        </p:spPr>
      </p:pic>
      <p:pic>
        <p:nvPicPr>
          <p:cNvPr id="7" name="Image 6">
            <a:extLst>
              <a:ext uri="{FF2B5EF4-FFF2-40B4-BE49-F238E27FC236}">
                <a16:creationId xmlns:a16="http://schemas.microsoft.com/office/drawing/2014/main" id="{128EF0B7-F3F1-3A89-8C64-98179258D981}"/>
              </a:ext>
            </a:extLst>
          </p:cNvPr>
          <p:cNvPicPr>
            <a:picLocks noChangeAspect="1"/>
          </p:cNvPicPr>
          <p:nvPr/>
        </p:nvPicPr>
        <p:blipFill>
          <a:blip r:embed="rId4"/>
          <a:stretch>
            <a:fillRect/>
          </a:stretch>
        </p:blipFill>
        <p:spPr>
          <a:xfrm>
            <a:off x="5983531" y="2359743"/>
            <a:ext cx="5964507" cy="3788268"/>
          </a:xfrm>
          <a:prstGeom prst="rect">
            <a:avLst/>
          </a:prstGeom>
        </p:spPr>
      </p:pic>
    </p:spTree>
    <p:extLst>
      <p:ext uri="{BB962C8B-B14F-4D97-AF65-F5344CB8AC3E}">
        <p14:creationId xmlns:p14="http://schemas.microsoft.com/office/powerpoint/2010/main" val="13267751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85A3A-6CBB-626E-403B-70D80FE0010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CC876E4-35E5-3D7D-0592-DF7AAB7F83C9}"/>
              </a:ext>
            </a:extLst>
          </p:cNvPr>
          <p:cNvSpPr>
            <a:spLocks noGrp="1"/>
          </p:cNvSpPr>
          <p:nvPr>
            <p:ph type="title"/>
          </p:nvPr>
        </p:nvSpPr>
        <p:spPr/>
        <p:txBody>
          <a:bodyPr/>
          <a:lstStyle/>
          <a:p>
            <a:r>
              <a:rPr lang="fr-FR" dirty="0"/>
              <a:t>Message au client</a:t>
            </a:r>
          </a:p>
        </p:txBody>
      </p:sp>
      <p:sp>
        <p:nvSpPr>
          <p:cNvPr id="3" name="Espace réservé du texte 2">
            <a:extLst>
              <a:ext uri="{FF2B5EF4-FFF2-40B4-BE49-F238E27FC236}">
                <a16:creationId xmlns:a16="http://schemas.microsoft.com/office/drawing/2014/main" id="{22C51F64-38A8-4AFC-FA7B-D789C5452BFE}"/>
              </a:ext>
            </a:extLst>
          </p:cNvPr>
          <p:cNvSpPr>
            <a:spLocks noGrp="1"/>
          </p:cNvSpPr>
          <p:nvPr>
            <p:ph type="body" sz="quarter" idx="10"/>
          </p:nvPr>
        </p:nvSpPr>
        <p:spPr/>
        <p:txBody>
          <a:bodyPr/>
          <a:lstStyle/>
          <a:p>
            <a:r>
              <a:rPr lang="fr-FR" dirty="0"/>
              <a:t>Comment interpréter le fonctionnement du modèle et ses limites pour la communication au client ?</a:t>
            </a:r>
          </a:p>
        </p:txBody>
      </p:sp>
      <p:sp>
        <p:nvSpPr>
          <p:cNvPr id="4" name="Espace réservé du texte 3">
            <a:extLst>
              <a:ext uri="{FF2B5EF4-FFF2-40B4-BE49-F238E27FC236}">
                <a16:creationId xmlns:a16="http://schemas.microsoft.com/office/drawing/2014/main" id="{64AEBE30-9282-3A21-F972-67F96994D0D2}"/>
              </a:ext>
            </a:extLst>
          </p:cNvPr>
          <p:cNvSpPr>
            <a:spLocks noGrp="1"/>
          </p:cNvSpPr>
          <p:nvPr>
            <p:ph type="body" sz="quarter" idx="13"/>
          </p:nvPr>
        </p:nvSpPr>
        <p:spPr>
          <a:xfrm>
            <a:off x="1673684" y="1477699"/>
            <a:ext cx="9965046" cy="1417320"/>
          </a:xfrm>
        </p:spPr>
        <p:txBody>
          <a:bodyPr/>
          <a:lstStyle/>
          <a:p>
            <a:r>
              <a:rPr lang="fr-FR" dirty="0"/>
              <a:t>Messages clés</a:t>
            </a:r>
          </a:p>
        </p:txBody>
      </p:sp>
      <p:sp>
        <p:nvSpPr>
          <p:cNvPr id="5" name="Espace réservé du texte 4">
            <a:extLst>
              <a:ext uri="{FF2B5EF4-FFF2-40B4-BE49-F238E27FC236}">
                <a16:creationId xmlns:a16="http://schemas.microsoft.com/office/drawing/2014/main" id="{29790855-F372-ED5E-03C6-512F6084698E}"/>
              </a:ext>
            </a:extLst>
          </p:cNvPr>
          <p:cNvSpPr>
            <a:spLocks noGrp="1"/>
          </p:cNvSpPr>
          <p:nvPr>
            <p:ph type="body" sz="quarter" idx="23"/>
          </p:nvPr>
        </p:nvSpPr>
        <p:spPr>
          <a:xfrm>
            <a:off x="1673685" y="3064352"/>
            <a:ext cx="9965046" cy="1417320"/>
          </a:xfrm>
        </p:spPr>
        <p:txBody>
          <a:bodyPr/>
          <a:lstStyle/>
          <a:p>
            <a:r>
              <a:rPr lang="fr-FR" dirty="0"/>
              <a:t>Synthèse d’interprétation</a:t>
            </a:r>
          </a:p>
        </p:txBody>
      </p:sp>
      <p:sp>
        <p:nvSpPr>
          <p:cNvPr id="6" name="Espace réservé du texte 5">
            <a:extLst>
              <a:ext uri="{FF2B5EF4-FFF2-40B4-BE49-F238E27FC236}">
                <a16:creationId xmlns:a16="http://schemas.microsoft.com/office/drawing/2014/main" id="{DCC022AE-9EF2-6683-1F13-C3CF6A5B99BD}"/>
              </a:ext>
            </a:extLst>
          </p:cNvPr>
          <p:cNvSpPr>
            <a:spLocks noGrp="1"/>
          </p:cNvSpPr>
          <p:nvPr>
            <p:ph type="body" sz="quarter" idx="24"/>
          </p:nvPr>
        </p:nvSpPr>
        <p:spPr>
          <a:xfrm>
            <a:off x="1673685" y="4659630"/>
            <a:ext cx="9965046" cy="1417320"/>
          </a:xfrm>
        </p:spPr>
        <p:txBody>
          <a:bodyPr/>
          <a:lstStyle/>
          <a:p>
            <a:r>
              <a:rPr lang="fr-FR" dirty="0"/>
              <a:t>Conclusion scénarios</a:t>
            </a:r>
          </a:p>
        </p:txBody>
      </p:sp>
      <p:sp>
        <p:nvSpPr>
          <p:cNvPr id="7" name="Espace réservé du numéro de diapositive 6">
            <a:extLst>
              <a:ext uri="{FF2B5EF4-FFF2-40B4-BE49-F238E27FC236}">
                <a16:creationId xmlns:a16="http://schemas.microsoft.com/office/drawing/2014/main" id="{4BAAF9CA-19D7-E8EC-E8EB-7248DAC74288}"/>
              </a:ext>
            </a:extLst>
          </p:cNvPr>
          <p:cNvSpPr>
            <a:spLocks noGrp="1"/>
          </p:cNvSpPr>
          <p:nvPr>
            <p:ph type="sldNum" sz="quarter" idx="4"/>
          </p:nvPr>
        </p:nvSpPr>
        <p:spPr/>
        <p:txBody>
          <a:bodyPr/>
          <a:lstStyle/>
          <a:p>
            <a:fld id="{DAF489CC-3B7A-4DA5-A8C0-4984788D0EC5}" type="slidenum">
              <a:rPr lang="nl-NL" smtClean="0"/>
              <a:pPr/>
              <a:t>18</a:t>
            </a:fld>
            <a:endParaRPr lang="nl-NL" dirty="0"/>
          </a:p>
        </p:txBody>
      </p:sp>
      <p:sp>
        <p:nvSpPr>
          <p:cNvPr id="11" name="ZoneTexte 10">
            <a:extLst>
              <a:ext uri="{FF2B5EF4-FFF2-40B4-BE49-F238E27FC236}">
                <a16:creationId xmlns:a16="http://schemas.microsoft.com/office/drawing/2014/main" id="{9EE66420-232C-5E13-3FDA-24828911A23E}"/>
              </a:ext>
            </a:extLst>
          </p:cNvPr>
          <p:cNvSpPr txBox="1"/>
          <p:nvPr/>
        </p:nvSpPr>
        <p:spPr>
          <a:xfrm>
            <a:off x="4274714" y="1650049"/>
            <a:ext cx="6633713" cy="1072619"/>
          </a:xfrm>
          <a:prstGeom prst="rect">
            <a:avLst/>
          </a:prstGeom>
          <a:noFill/>
        </p:spPr>
        <p:txBody>
          <a:bodyPr wrap="none" rtlCol="0">
            <a:noAutofit/>
          </a:bodyPr>
          <a:lstStyle/>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lang="fr-FR" sz="1600" dirty="0">
                <a:solidFill>
                  <a:schemeClr val="accent1"/>
                </a:solidFill>
                <a:latin typeface="+mj-lt"/>
              </a:rPr>
              <a:t>Le modèle donne un repère, pas un diagnostic</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lang="fr-FR" sz="1600" dirty="0">
                <a:solidFill>
                  <a:schemeClr val="accent1"/>
                </a:solidFill>
                <a:latin typeface="+mj-lt"/>
              </a:rPr>
              <a:t>La vérification humaine est indispensable et ne repère pas tous</a:t>
            </a:r>
            <a:br>
              <a:rPr lang="fr-FR" sz="1600" dirty="0">
                <a:solidFill>
                  <a:schemeClr val="accent1"/>
                </a:solidFill>
                <a:latin typeface="+mj-lt"/>
              </a:rPr>
            </a:br>
            <a:r>
              <a:rPr lang="fr-FR" sz="1600" dirty="0">
                <a:solidFill>
                  <a:schemeClr val="accent1"/>
                </a:solidFill>
                <a:latin typeface="+mj-lt"/>
              </a:rPr>
              <a:t> les cas à risque</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lang="fr-FR" sz="1600" dirty="0">
                <a:solidFill>
                  <a:schemeClr val="accent1"/>
                </a:solidFill>
                <a:latin typeface="+mj-lt"/>
              </a:rPr>
              <a:t>Le conseiller garde la décision finale</a:t>
            </a:r>
          </a:p>
        </p:txBody>
      </p:sp>
      <p:sp>
        <p:nvSpPr>
          <p:cNvPr id="17" name="ZoneTexte 16">
            <a:extLst>
              <a:ext uri="{FF2B5EF4-FFF2-40B4-BE49-F238E27FC236}">
                <a16:creationId xmlns:a16="http://schemas.microsoft.com/office/drawing/2014/main" id="{74A81710-A72C-3359-1CF6-77B64FE2D145}"/>
              </a:ext>
            </a:extLst>
          </p:cNvPr>
          <p:cNvSpPr txBox="1"/>
          <p:nvPr/>
        </p:nvSpPr>
        <p:spPr>
          <a:xfrm>
            <a:off x="4274714" y="3178652"/>
            <a:ext cx="6633713" cy="1127904"/>
          </a:xfrm>
          <a:prstGeom prst="rect">
            <a:avLst/>
          </a:prstGeom>
          <a:noFill/>
        </p:spPr>
        <p:txBody>
          <a:bodyPr wrap="none" rtlCol="0">
            <a:noAutofit/>
          </a:bodyPr>
          <a:lstStyle/>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00005C"/>
                </a:solidFill>
                <a:effectLst/>
                <a:uLnTx/>
                <a:uFillTx/>
                <a:latin typeface="Biennale Bold"/>
                <a:ea typeface="+mn-ea"/>
                <a:cs typeface="+mn-cs"/>
              </a:rPr>
              <a:t>Variables-clés : synthèse d'entretien (57,7%), département (23,7%),</a:t>
            </a:r>
            <a:br>
              <a:rPr kumimoji="0" lang="fr-FR" sz="1600" b="0" i="0" u="none" strike="noStrike" kern="1200" cap="none" spc="0" normalizeH="0" baseline="0" noProof="0" dirty="0">
                <a:ln>
                  <a:noFill/>
                </a:ln>
                <a:solidFill>
                  <a:srgbClr val="00005C"/>
                </a:solidFill>
                <a:effectLst/>
                <a:uLnTx/>
                <a:uFillTx/>
                <a:latin typeface="Biennale Bold"/>
                <a:ea typeface="+mn-ea"/>
                <a:cs typeface="+mn-cs"/>
              </a:rPr>
            </a:br>
            <a:r>
              <a:rPr kumimoji="0" lang="fr-FR" sz="1600" b="0" i="0" u="none" strike="noStrike" kern="1200" cap="none" spc="0" normalizeH="0" baseline="0" noProof="0" dirty="0">
                <a:ln>
                  <a:noFill/>
                </a:ln>
                <a:solidFill>
                  <a:srgbClr val="00005C"/>
                </a:solidFill>
                <a:effectLst/>
                <a:uLnTx/>
                <a:uFillTx/>
                <a:latin typeface="Biennale Bold"/>
                <a:ea typeface="+mn-ea"/>
                <a:cs typeface="+mn-cs"/>
              </a:rPr>
              <a:t>code ROME (16,5%), âge (0,5%), statut allocataire (0,3%)</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00005C"/>
                </a:solidFill>
                <a:effectLst/>
                <a:uLnTx/>
                <a:uFillTx/>
                <a:latin typeface="Biennale Bold"/>
                <a:ea typeface="+mn-ea"/>
                <a:cs typeface="+mn-cs"/>
              </a:rPr>
              <a:t>Profils mal prédits</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00005C"/>
                </a:solidFill>
                <a:effectLst/>
                <a:uLnTx/>
                <a:uFillTx/>
                <a:latin typeface="Biennale Bold"/>
                <a:ea typeface="+mn-ea"/>
                <a:cs typeface="+mn-cs"/>
              </a:rPr>
              <a:t>Vigilance opérationnelle</a:t>
            </a:r>
          </a:p>
        </p:txBody>
      </p:sp>
      <p:sp>
        <p:nvSpPr>
          <p:cNvPr id="19" name="ZoneTexte 18">
            <a:extLst>
              <a:ext uri="{FF2B5EF4-FFF2-40B4-BE49-F238E27FC236}">
                <a16:creationId xmlns:a16="http://schemas.microsoft.com/office/drawing/2014/main" id="{7BE0DF2C-E499-2BF3-36E1-622D3E5C0E98}"/>
              </a:ext>
            </a:extLst>
          </p:cNvPr>
          <p:cNvSpPr txBox="1"/>
          <p:nvPr/>
        </p:nvSpPr>
        <p:spPr>
          <a:xfrm>
            <a:off x="4274714" y="4687494"/>
            <a:ext cx="6943893" cy="1361592"/>
          </a:xfrm>
          <a:prstGeom prst="rect">
            <a:avLst/>
          </a:prstGeom>
          <a:noFill/>
        </p:spPr>
        <p:txBody>
          <a:bodyPr wrap="none" rtlCol="0">
            <a:noAutofit/>
          </a:bodyPr>
          <a:lstStyle/>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4AA82D"/>
                </a:solidFill>
                <a:effectLst/>
                <a:uLnTx/>
                <a:uFillTx/>
                <a:latin typeface="Biennale Bold"/>
                <a:ea typeface="+mn-ea"/>
                <a:cs typeface="+mn-cs"/>
              </a:rPr>
              <a:t>S1 complet : la meilleur performance (mais variable discriminante)</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lang="fr-FR" sz="1600" dirty="0">
                <a:solidFill>
                  <a:srgbClr val="4AA82D"/>
                </a:solidFill>
                <a:latin typeface="Biennale Bold"/>
              </a:rPr>
              <a:t>S2 : le moins performant</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4AA82D"/>
                </a:solidFill>
                <a:effectLst/>
                <a:uLnTx/>
                <a:uFillTx/>
                <a:latin typeface="Biennale Bold"/>
                <a:ea typeface="+mn-ea"/>
                <a:cs typeface="+mn-cs"/>
              </a:rPr>
              <a:t>S3 : le compromis fragile</a:t>
            </a:r>
          </a:p>
          <a:p>
            <a:pPr marL="285750" lvl="0" indent="-285750">
              <a:spcAft>
                <a:spcPts val="200"/>
              </a:spcAft>
              <a:buClr>
                <a:srgbClr val="00005C"/>
              </a:buClr>
              <a:buFont typeface="Arial" panose="020B0604020202020204" pitchFamily="34" charset="0"/>
              <a:buChar char="•"/>
              <a:defRPr/>
            </a:pPr>
            <a:r>
              <a:rPr lang="fr-FR" sz="1600" dirty="0">
                <a:solidFill>
                  <a:srgbClr val="4AA82D"/>
                </a:solidFill>
                <a:latin typeface="Biennale Bold"/>
              </a:rPr>
              <a:t>S4 : le moins cher (mais variable discriminante)</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4AA82D"/>
                </a:solidFill>
                <a:effectLst/>
                <a:uLnTx/>
                <a:uFillTx/>
                <a:latin typeface="Biennale Bold"/>
                <a:ea typeface="+mn-ea"/>
                <a:cs typeface="+mn-cs"/>
              </a:rPr>
              <a:t>S1 hybride : le meilleur compromis</a:t>
            </a:r>
            <a:endParaRPr kumimoji="0" lang="fr-FR" sz="1600" b="0" i="0" u="none" strike="noStrike" kern="1200" cap="none" spc="0" normalizeH="0" baseline="0" noProof="0" dirty="0">
              <a:ln>
                <a:noFill/>
              </a:ln>
              <a:solidFill>
                <a:srgbClr val="00005C"/>
              </a:solidFill>
              <a:effectLst/>
              <a:uLnTx/>
              <a:uFillTx/>
              <a:latin typeface="Biennale Bold"/>
              <a:ea typeface="+mn-ea"/>
              <a:cs typeface="+mn-cs"/>
            </a:endParaRPr>
          </a:p>
        </p:txBody>
      </p:sp>
      <p:pic>
        <p:nvPicPr>
          <p:cNvPr id="18" name="Espace réservé pour une image  17">
            <a:extLst>
              <a:ext uri="{FF2B5EF4-FFF2-40B4-BE49-F238E27FC236}">
                <a16:creationId xmlns:a16="http://schemas.microsoft.com/office/drawing/2014/main" id="{AE76B48A-EF90-D786-3A33-5A73971E4B51}"/>
              </a:ext>
            </a:extLst>
          </p:cNvPr>
          <p:cNvPicPr>
            <a:picLocks noGrp="1" noChangeAspect="1"/>
          </p:cNvPicPr>
          <p:nvPr>
            <p:ph type="pic" sz="quarter" idx="20"/>
          </p:nvPr>
        </p:nvPicPr>
        <p:blipFill>
          <a:blip r:embed="rId3">
            <a:extLst>
              <a:ext uri="{28A0092B-C50C-407E-A947-70E740481C1C}">
                <a14:useLocalDpi xmlns:a14="http://schemas.microsoft.com/office/drawing/2010/main" val="0"/>
              </a:ext>
            </a:extLst>
          </a:blip>
          <a:srcRect l="9060" r="9060"/>
          <a:stretch>
            <a:fillRect/>
          </a:stretch>
        </p:blipFill>
        <p:spPr>
          <a:xfrm>
            <a:off x="297631" y="1583373"/>
            <a:ext cx="1188720" cy="1188720"/>
          </a:xfrm>
          <a:prstGeom prst="rect">
            <a:avLst/>
          </a:prstGeom>
        </p:spPr>
      </p:pic>
      <p:pic>
        <p:nvPicPr>
          <p:cNvPr id="27" name="Espace réservé pour une image  26">
            <a:extLst>
              <a:ext uri="{FF2B5EF4-FFF2-40B4-BE49-F238E27FC236}">
                <a16:creationId xmlns:a16="http://schemas.microsoft.com/office/drawing/2014/main" id="{0E3E6275-23E7-6177-577D-22B7D75627B6}"/>
              </a:ext>
            </a:extLst>
          </p:cNvPr>
          <p:cNvPicPr>
            <a:picLocks noGrp="1" noChangeAspect="1"/>
          </p:cNvPicPr>
          <p:nvPr>
            <p:ph type="pic" sz="quarter" idx="22"/>
          </p:nvPr>
        </p:nvPicPr>
        <p:blipFill>
          <a:blip r:embed="rId4">
            <a:extLst>
              <a:ext uri="{28A0092B-C50C-407E-A947-70E740481C1C}">
                <a14:useLocalDpi xmlns:a14="http://schemas.microsoft.com/office/drawing/2010/main" val="0"/>
              </a:ext>
            </a:extLst>
          </a:blip>
          <a:srcRect l="1586" r="1586"/>
          <a:stretch>
            <a:fillRect/>
          </a:stretch>
        </p:blipFill>
        <p:spPr>
          <a:xfrm>
            <a:off x="297631" y="4773930"/>
            <a:ext cx="1188720" cy="1188720"/>
          </a:xfrm>
          <a:prstGeom prst="rect">
            <a:avLst/>
          </a:prstGeom>
        </p:spPr>
      </p:pic>
      <p:pic>
        <p:nvPicPr>
          <p:cNvPr id="29" name="Espace réservé pour une image  28">
            <a:extLst>
              <a:ext uri="{FF2B5EF4-FFF2-40B4-BE49-F238E27FC236}">
                <a16:creationId xmlns:a16="http://schemas.microsoft.com/office/drawing/2014/main" id="{D34E8366-BD99-8C1B-E405-F41721216758}"/>
              </a:ext>
            </a:extLst>
          </p:cNvPr>
          <p:cNvPicPr>
            <a:picLocks noGrp="1" noChangeAspect="1"/>
          </p:cNvPicPr>
          <p:nvPr>
            <p:ph type="pic" sz="quarter" idx="21"/>
          </p:nvPr>
        </p:nvPicPr>
        <p:blipFill>
          <a:blip r:embed="rId5">
            <a:extLst>
              <a:ext uri="{28A0092B-C50C-407E-A947-70E740481C1C}">
                <a14:useLocalDpi xmlns:a14="http://schemas.microsoft.com/office/drawing/2010/main" val="0"/>
              </a:ext>
            </a:extLst>
          </a:blip>
          <a:srcRect l="938" r="938"/>
          <a:stretch>
            <a:fillRect/>
          </a:stretch>
        </p:blipFill>
        <p:spPr>
          <a:xfrm>
            <a:off x="297631" y="3178652"/>
            <a:ext cx="1188720" cy="1188720"/>
          </a:xfrm>
          <a:prstGeom prst="rect">
            <a:avLst/>
          </a:prstGeom>
        </p:spPr>
      </p:pic>
    </p:spTree>
    <p:extLst>
      <p:ext uri="{BB962C8B-B14F-4D97-AF65-F5344CB8AC3E}">
        <p14:creationId xmlns:p14="http://schemas.microsoft.com/office/powerpoint/2010/main" val="4892294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8686036-8E6A-9ED0-06D5-57871F441293}"/>
              </a:ext>
            </a:extLst>
          </p:cNvPr>
          <p:cNvSpPr>
            <a:spLocks noGrp="1"/>
          </p:cNvSpPr>
          <p:nvPr>
            <p:ph type="title"/>
          </p:nvPr>
        </p:nvSpPr>
        <p:spPr/>
        <p:txBody>
          <a:bodyPr/>
          <a:lstStyle/>
          <a:p>
            <a:r>
              <a:rPr lang="fr-FR" dirty="0"/>
              <a:t>Industrialisation</a:t>
            </a:r>
          </a:p>
        </p:txBody>
      </p:sp>
      <p:sp>
        <p:nvSpPr>
          <p:cNvPr id="3" name="Espace réservé du texte 2">
            <a:extLst>
              <a:ext uri="{FF2B5EF4-FFF2-40B4-BE49-F238E27FC236}">
                <a16:creationId xmlns:a16="http://schemas.microsoft.com/office/drawing/2014/main" id="{1BD06CF0-5A7C-E956-6C1E-3B0BC3DB55BE}"/>
              </a:ext>
            </a:extLst>
          </p:cNvPr>
          <p:cNvSpPr>
            <a:spLocks noGrp="1"/>
          </p:cNvSpPr>
          <p:nvPr>
            <p:ph type="body" sz="quarter" idx="13"/>
          </p:nvPr>
        </p:nvSpPr>
        <p:spPr>
          <a:xfrm>
            <a:off x="390098" y="389618"/>
            <a:ext cx="1617430" cy="1477328"/>
          </a:xfrm>
        </p:spPr>
        <p:txBody>
          <a:bodyPr/>
          <a:lstStyle/>
          <a:p>
            <a:r>
              <a:rPr lang="fr-FR" dirty="0"/>
              <a:t>04</a:t>
            </a:r>
          </a:p>
        </p:txBody>
      </p:sp>
    </p:spTree>
    <p:extLst>
      <p:ext uri="{BB962C8B-B14F-4D97-AF65-F5344CB8AC3E}">
        <p14:creationId xmlns:p14="http://schemas.microsoft.com/office/powerpoint/2010/main" val="17343138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6CC056F-2776-940C-5802-949B8F66ACA1}"/>
              </a:ext>
            </a:extLst>
          </p:cNvPr>
          <p:cNvSpPr>
            <a:spLocks noGrp="1"/>
          </p:cNvSpPr>
          <p:nvPr>
            <p:ph type="title"/>
          </p:nvPr>
        </p:nvSpPr>
        <p:spPr/>
        <p:txBody>
          <a:bodyPr/>
          <a:lstStyle/>
          <a:p>
            <a:r>
              <a:rPr lang="fr-FR" dirty="0"/>
              <a:t>Persistance et </a:t>
            </a:r>
            <a:r>
              <a:rPr lang="fr-FR" b="1" dirty="0"/>
              <a:t>suivi des versions</a:t>
            </a:r>
            <a:r>
              <a:rPr lang="fr-FR" dirty="0"/>
              <a:t> du modèle</a:t>
            </a:r>
          </a:p>
        </p:txBody>
      </p:sp>
      <p:sp>
        <p:nvSpPr>
          <p:cNvPr id="3" name="Espace réservé du texte 2">
            <a:extLst>
              <a:ext uri="{FF2B5EF4-FFF2-40B4-BE49-F238E27FC236}">
                <a16:creationId xmlns:a16="http://schemas.microsoft.com/office/drawing/2014/main" id="{72A31F25-C8D4-23B3-120D-EAADFE0F2CCB}"/>
              </a:ext>
            </a:extLst>
          </p:cNvPr>
          <p:cNvSpPr>
            <a:spLocks noGrp="1"/>
          </p:cNvSpPr>
          <p:nvPr>
            <p:ph type="body" sz="quarter" idx="10"/>
          </p:nvPr>
        </p:nvSpPr>
        <p:spPr/>
        <p:txBody>
          <a:bodyPr/>
          <a:lstStyle/>
          <a:p>
            <a:r>
              <a:rPr lang="fr-FR" b="1" dirty="0"/>
              <a:t>Comment sauvegarder, tracer et versionner les modèles ?</a:t>
            </a:r>
            <a:endParaRPr lang="fr-FR" dirty="0"/>
          </a:p>
        </p:txBody>
      </p:sp>
      <p:sp>
        <p:nvSpPr>
          <p:cNvPr id="4" name="Espace réservé du numéro de diapositive 3">
            <a:extLst>
              <a:ext uri="{FF2B5EF4-FFF2-40B4-BE49-F238E27FC236}">
                <a16:creationId xmlns:a16="http://schemas.microsoft.com/office/drawing/2014/main" id="{919A8289-CC82-5D9D-1CE6-54F4C7DF477F}"/>
              </a:ext>
            </a:extLst>
          </p:cNvPr>
          <p:cNvSpPr>
            <a:spLocks noGrp="1"/>
          </p:cNvSpPr>
          <p:nvPr>
            <p:ph type="sldNum" sz="quarter" idx="4"/>
          </p:nvPr>
        </p:nvSpPr>
        <p:spPr/>
        <p:txBody>
          <a:bodyPr/>
          <a:lstStyle/>
          <a:p>
            <a:fld id="{DAF489CC-3B7A-4DA5-A8C0-4984788D0EC5}" type="slidenum">
              <a:rPr lang="nl-NL" smtClean="0"/>
              <a:pPr/>
              <a:t>20</a:t>
            </a:fld>
            <a:endParaRPr lang="nl-NL" dirty="0"/>
          </a:p>
        </p:txBody>
      </p:sp>
      <p:graphicFrame>
        <p:nvGraphicFramePr>
          <p:cNvPr id="5" name="Diagramme 4">
            <a:extLst>
              <a:ext uri="{FF2B5EF4-FFF2-40B4-BE49-F238E27FC236}">
                <a16:creationId xmlns:a16="http://schemas.microsoft.com/office/drawing/2014/main" id="{51B09584-51A4-520C-6090-828013F0B1E0}"/>
              </a:ext>
            </a:extLst>
          </p:cNvPr>
          <p:cNvGraphicFramePr/>
          <p:nvPr>
            <p:extLst>
              <p:ext uri="{D42A27DB-BD31-4B8C-83A1-F6EECF244321}">
                <p14:modId xmlns:p14="http://schemas.microsoft.com/office/powerpoint/2010/main" val="3662951064"/>
              </p:ext>
            </p:extLst>
          </p:nvPr>
        </p:nvGraphicFramePr>
        <p:xfrm>
          <a:off x="340851" y="1176337"/>
          <a:ext cx="4821084" cy="36360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6" name="Diagramme 5">
            <a:extLst>
              <a:ext uri="{FF2B5EF4-FFF2-40B4-BE49-F238E27FC236}">
                <a16:creationId xmlns:a16="http://schemas.microsoft.com/office/drawing/2014/main" id="{C1055CB2-B07B-8CAC-7639-7E95202F1A38}"/>
              </a:ext>
            </a:extLst>
          </p:cNvPr>
          <p:cNvGraphicFramePr/>
          <p:nvPr>
            <p:extLst>
              <p:ext uri="{D42A27DB-BD31-4B8C-83A1-F6EECF244321}">
                <p14:modId xmlns:p14="http://schemas.microsoft.com/office/powerpoint/2010/main" val="1408324313"/>
              </p:ext>
            </p:extLst>
          </p:nvPr>
        </p:nvGraphicFramePr>
        <p:xfrm>
          <a:off x="5818996" y="2117145"/>
          <a:ext cx="5559245" cy="382645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0713343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C1C3EA8-5840-CFB9-D02B-16F1D8CB351B}"/>
              </a:ext>
            </a:extLst>
          </p:cNvPr>
          <p:cNvSpPr>
            <a:spLocks noGrp="1"/>
          </p:cNvSpPr>
          <p:nvPr>
            <p:ph type="title"/>
          </p:nvPr>
        </p:nvSpPr>
        <p:spPr/>
        <p:txBody>
          <a:bodyPr/>
          <a:lstStyle/>
          <a:p>
            <a:r>
              <a:rPr lang="fr-FR" dirty="0"/>
              <a:t>API de service</a:t>
            </a:r>
          </a:p>
        </p:txBody>
      </p:sp>
      <p:sp>
        <p:nvSpPr>
          <p:cNvPr id="3" name="Espace réservé du texte 2">
            <a:extLst>
              <a:ext uri="{FF2B5EF4-FFF2-40B4-BE49-F238E27FC236}">
                <a16:creationId xmlns:a16="http://schemas.microsoft.com/office/drawing/2014/main" id="{46B07924-BBBC-857F-BFAB-B2D2FC2657D5}"/>
              </a:ext>
            </a:extLst>
          </p:cNvPr>
          <p:cNvSpPr>
            <a:spLocks noGrp="1"/>
          </p:cNvSpPr>
          <p:nvPr>
            <p:ph type="body" sz="quarter" idx="10"/>
          </p:nvPr>
        </p:nvSpPr>
        <p:spPr/>
        <p:txBody>
          <a:bodyPr/>
          <a:lstStyle/>
          <a:p>
            <a:r>
              <a:rPr lang="fr-FR" b="1" dirty="0"/>
              <a:t>Comment exposer le modèle via une API ?</a:t>
            </a:r>
            <a:endParaRPr lang="fr-FR" dirty="0"/>
          </a:p>
        </p:txBody>
      </p:sp>
      <p:sp>
        <p:nvSpPr>
          <p:cNvPr id="4" name="Espace réservé du numéro de diapositive 3">
            <a:extLst>
              <a:ext uri="{FF2B5EF4-FFF2-40B4-BE49-F238E27FC236}">
                <a16:creationId xmlns:a16="http://schemas.microsoft.com/office/drawing/2014/main" id="{943B4586-ACF9-6B3E-5279-C0F4E621A46F}"/>
              </a:ext>
            </a:extLst>
          </p:cNvPr>
          <p:cNvSpPr>
            <a:spLocks noGrp="1"/>
          </p:cNvSpPr>
          <p:nvPr>
            <p:ph type="sldNum" sz="quarter" idx="4"/>
          </p:nvPr>
        </p:nvSpPr>
        <p:spPr/>
        <p:txBody>
          <a:bodyPr/>
          <a:lstStyle/>
          <a:p>
            <a:fld id="{DAF489CC-3B7A-4DA5-A8C0-4984788D0EC5}" type="slidenum">
              <a:rPr lang="nl-NL" smtClean="0"/>
              <a:pPr/>
              <a:t>21</a:t>
            </a:fld>
            <a:endParaRPr lang="nl-NL" dirty="0"/>
          </a:p>
        </p:txBody>
      </p:sp>
      <p:pic>
        <p:nvPicPr>
          <p:cNvPr id="8" name="Image 7">
            <a:extLst>
              <a:ext uri="{FF2B5EF4-FFF2-40B4-BE49-F238E27FC236}">
                <a16:creationId xmlns:a16="http://schemas.microsoft.com/office/drawing/2014/main" id="{9A3A5810-50B6-A595-0AE5-9D80B310BD1A}"/>
              </a:ext>
            </a:extLst>
          </p:cNvPr>
          <p:cNvPicPr>
            <a:picLocks noChangeAspect="1"/>
          </p:cNvPicPr>
          <p:nvPr/>
        </p:nvPicPr>
        <p:blipFill>
          <a:blip r:embed="rId3"/>
          <a:stretch>
            <a:fillRect/>
          </a:stretch>
        </p:blipFill>
        <p:spPr>
          <a:xfrm>
            <a:off x="9289967" y="4367676"/>
            <a:ext cx="2597233" cy="1644914"/>
          </a:xfrm>
          <a:prstGeom prst="rect">
            <a:avLst/>
          </a:prstGeom>
        </p:spPr>
      </p:pic>
      <p:pic>
        <p:nvPicPr>
          <p:cNvPr id="6" name="Image 5">
            <a:extLst>
              <a:ext uri="{FF2B5EF4-FFF2-40B4-BE49-F238E27FC236}">
                <a16:creationId xmlns:a16="http://schemas.microsoft.com/office/drawing/2014/main" id="{5C06C0E6-33CE-0EC4-1AF3-035956380A83}"/>
              </a:ext>
            </a:extLst>
          </p:cNvPr>
          <p:cNvPicPr>
            <a:picLocks noChangeAspect="1"/>
          </p:cNvPicPr>
          <p:nvPr/>
        </p:nvPicPr>
        <p:blipFill>
          <a:blip r:embed="rId4"/>
          <a:stretch>
            <a:fillRect/>
          </a:stretch>
        </p:blipFill>
        <p:spPr>
          <a:xfrm>
            <a:off x="280063" y="1042219"/>
            <a:ext cx="9329754" cy="3789960"/>
          </a:xfrm>
          <a:prstGeom prst="rect">
            <a:avLst/>
          </a:prstGeom>
        </p:spPr>
      </p:pic>
    </p:spTree>
    <p:extLst>
      <p:ext uri="{BB962C8B-B14F-4D97-AF65-F5344CB8AC3E}">
        <p14:creationId xmlns:p14="http://schemas.microsoft.com/office/powerpoint/2010/main" val="13259554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7CBF99D9-7698-0B37-3822-382EB9B468E1}"/>
              </a:ext>
            </a:extLst>
          </p:cNvPr>
          <p:cNvPicPr>
            <a:picLocks noChangeAspect="1"/>
          </p:cNvPicPr>
          <p:nvPr/>
        </p:nvPicPr>
        <p:blipFill>
          <a:blip r:embed="rId3"/>
          <a:stretch>
            <a:fillRect/>
          </a:stretch>
        </p:blipFill>
        <p:spPr>
          <a:xfrm>
            <a:off x="292395" y="988007"/>
            <a:ext cx="7524719" cy="4500025"/>
          </a:xfrm>
          <a:prstGeom prst="rect">
            <a:avLst/>
          </a:prstGeom>
        </p:spPr>
      </p:pic>
      <p:sp>
        <p:nvSpPr>
          <p:cNvPr id="2" name="Titre 1">
            <a:extLst>
              <a:ext uri="{FF2B5EF4-FFF2-40B4-BE49-F238E27FC236}">
                <a16:creationId xmlns:a16="http://schemas.microsoft.com/office/drawing/2014/main" id="{AC35C3D2-1B53-B361-B30B-7D362E83F4CF}"/>
              </a:ext>
            </a:extLst>
          </p:cNvPr>
          <p:cNvSpPr>
            <a:spLocks noGrp="1"/>
          </p:cNvSpPr>
          <p:nvPr>
            <p:ph type="title"/>
          </p:nvPr>
        </p:nvSpPr>
        <p:spPr/>
        <p:txBody>
          <a:bodyPr/>
          <a:lstStyle/>
          <a:p>
            <a:r>
              <a:rPr lang="fr-FR" dirty="0"/>
              <a:t>Interface utilisateur</a:t>
            </a:r>
          </a:p>
        </p:txBody>
      </p:sp>
      <p:sp>
        <p:nvSpPr>
          <p:cNvPr id="3" name="Espace réservé du texte 2">
            <a:extLst>
              <a:ext uri="{FF2B5EF4-FFF2-40B4-BE49-F238E27FC236}">
                <a16:creationId xmlns:a16="http://schemas.microsoft.com/office/drawing/2014/main" id="{E7781A95-2F4B-5B28-A7FB-E1418668C57C}"/>
              </a:ext>
            </a:extLst>
          </p:cNvPr>
          <p:cNvSpPr>
            <a:spLocks noGrp="1"/>
          </p:cNvSpPr>
          <p:nvPr>
            <p:ph type="body" sz="quarter" idx="10"/>
          </p:nvPr>
        </p:nvSpPr>
        <p:spPr/>
        <p:txBody>
          <a:bodyPr/>
          <a:lstStyle/>
          <a:p>
            <a:r>
              <a:rPr lang="fr-FR" b="1" dirty="0"/>
              <a:t>Comment permettre au conseiller d’utiliser le modèle ?</a:t>
            </a:r>
            <a:endParaRPr lang="fr-FR" dirty="0"/>
          </a:p>
        </p:txBody>
      </p:sp>
      <p:sp>
        <p:nvSpPr>
          <p:cNvPr id="4" name="Espace réservé du numéro de diapositive 3">
            <a:extLst>
              <a:ext uri="{FF2B5EF4-FFF2-40B4-BE49-F238E27FC236}">
                <a16:creationId xmlns:a16="http://schemas.microsoft.com/office/drawing/2014/main" id="{90ECD56E-3106-C579-9F4A-E3D3259894A9}"/>
              </a:ext>
            </a:extLst>
          </p:cNvPr>
          <p:cNvSpPr>
            <a:spLocks noGrp="1"/>
          </p:cNvSpPr>
          <p:nvPr>
            <p:ph type="sldNum" sz="quarter" idx="4"/>
          </p:nvPr>
        </p:nvSpPr>
        <p:spPr/>
        <p:txBody>
          <a:bodyPr/>
          <a:lstStyle/>
          <a:p>
            <a:fld id="{DAF489CC-3B7A-4DA5-A8C0-4984788D0EC5}" type="slidenum">
              <a:rPr lang="nl-NL" smtClean="0"/>
              <a:pPr/>
              <a:t>22</a:t>
            </a:fld>
            <a:endParaRPr lang="nl-NL" dirty="0"/>
          </a:p>
        </p:txBody>
      </p:sp>
      <p:pic>
        <p:nvPicPr>
          <p:cNvPr id="10" name="Image 9">
            <a:extLst>
              <a:ext uri="{FF2B5EF4-FFF2-40B4-BE49-F238E27FC236}">
                <a16:creationId xmlns:a16="http://schemas.microsoft.com/office/drawing/2014/main" id="{443BF997-915F-9DCA-8B95-E8B733070B94}"/>
              </a:ext>
            </a:extLst>
          </p:cNvPr>
          <p:cNvPicPr>
            <a:picLocks noChangeAspect="1"/>
          </p:cNvPicPr>
          <p:nvPr/>
        </p:nvPicPr>
        <p:blipFill>
          <a:blip r:embed="rId4"/>
          <a:stretch>
            <a:fillRect/>
          </a:stretch>
        </p:blipFill>
        <p:spPr>
          <a:xfrm>
            <a:off x="7275872" y="1748638"/>
            <a:ext cx="3220840" cy="2479234"/>
          </a:xfrm>
          <a:prstGeom prst="rect">
            <a:avLst/>
          </a:prstGeom>
        </p:spPr>
      </p:pic>
      <p:pic>
        <p:nvPicPr>
          <p:cNvPr id="12" name="Image 11">
            <a:extLst>
              <a:ext uri="{FF2B5EF4-FFF2-40B4-BE49-F238E27FC236}">
                <a16:creationId xmlns:a16="http://schemas.microsoft.com/office/drawing/2014/main" id="{1E7734CB-9C91-77F3-9EA1-9DF489F3C9B5}"/>
              </a:ext>
            </a:extLst>
          </p:cNvPr>
          <p:cNvPicPr>
            <a:picLocks noChangeAspect="1"/>
          </p:cNvPicPr>
          <p:nvPr/>
        </p:nvPicPr>
        <p:blipFill>
          <a:blip r:embed="rId5"/>
          <a:stretch>
            <a:fillRect/>
          </a:stretch>
        </p:blipFill>
        <p:spPr>
          <a:xfrm>
            <a:off x="9001423" y="3972232"/>
            <a:ext cx="3121751" cy="1407849"/>
          </a:xfrm>
          <a:prstGeom prst="rect">
            <a:avLst/>
          </a:prstGeom>
        </p:spPr>
      </p:pic>
      <p:pic>
        <p:nvPicPr>
          <p:cNvPr id="14" name="Image 13">
            <a:extLst>
              <a:ext uri="{FF2B5EF4-FFF2-40B4-BE49-F238E27FC236}">
                <a16:creationId xmlns:a16="http://schemas.microsoft.com/office/drawing/2014/main" id="{AA4E8A3C-5908-7D31-5E42-3010D75536B2}"/>
              </a:ext>
            </a:extLst>
          </p:cNvPr>
          <p:cNvPicPr>
            <a:picLocks noChangeAspect="1"/>
          </p:cNvPicPr>
          <p:nvPr/>
        </p:nvPicPr>
        <p:blipFill>
          <a:blip r:embed="rId6"/>
          <a:stretch>
            <a:fillRect/>
          </a:stretch>
        </p:blipFill>
        <p:spPr>
          <a:xfrm>
            <a:off x="5520801" y="4724261"/>
            <a:ext cx="3480622" cy="1642265"/>
          </a:xfrm>
          <a:prstGeom prst="rect">
            <a:avLst/>
          </a:prstGeom>
        </p:spPr>
      </p:pic>
      <p:pic>
        <p:nvPicPr>
          <p:cNvPr id="8" name="Image 7">
            <a:extLst>
              <a:ext uri="{FF2B5EF4-FFF2-40B4-BE49-F238E27FC236}">
                <a16:creationId xmlns:a16="http://schemas.microsoft.com/office/drawing/2014/main" id="{E5AB1FAE-C952-F199-DB79-07E64B9225B1}"/>
              </a:ext>
            </a:extLst>
          </p:cNvPr>
          <p:cNvPicPr>
            <a:picLocks noChangeAspect="1"/>
          </p:cNvPicPr>
          <p:nvPr/>
        </p:nvPicPr>
        <p:blipFill>
          <a:blip r:embed="rId7"/>
          <a:stretch>
            <a:fillRect/>
          </a:stretch>
        </p:blipFill>
        <p:spPr>
          <a:xfrm>
            <a:off x="8760539" y="61061"/>
            <a:ext cx="3362636" cy="2218883"/>
          </a:xfrm>
          <a:prstGeom prst="rect">
            <a:avLst/>
          </a:prstGeom>
        </p:spPr>
      </p:pic>
    </p:spTree>
    <p:extLst>
      <p:ext uri="{BB962C8B-B14F-4D97-AF65-F5344CB8AC3E}">
        <p14:creationId xmlns:p14="http://schemas.microsoft.com/office/powerpoint/2010/main" val="14694009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B4D58AD-E8E5-D357-5C3B-DDA529FA620A}"/>
              </a:ext>
            </a:extLst>
          </p:cNvPr>
          <p:cNvSpPr>
            <a:spLocks noGrp="1"/>
          </p:cNvSpPr>
          <p:nvPr>
            <p:ph type="title"/>
          </p:nvPr>
        </p:nvSpPr>
        <p:spPr/>
        <p:txBody>
          <a:bodyPr/>
          <a:lstStyle/>
          <a:p>
            <a:r>
              <a:rPr lang="fr-FR" dirty="0"/>
              <a:t>Schémas d’architecture</a:t>
            </a:r>
          </a:p>
        </p:txBody>
      </p:sp>
      <p:sp>
        <p:nvSpPr>
          <p:cNvPr id="3" name="Espace réservé du texte 2">
            <a:extLst>
              <a:ext uri="{FF2B5EF4-FFF2-40B4-BE49-F238E27FC236}">
                <a16:creationId xmlns:a16="http://schemas.microsoft.com/office/drawing/2014/main" id="{2010994B-68AF-3C06-FC39-6DB41AE51278}"/>
              </a:ext>
            </a:extLst>
          </p:cNvPr>
          <p:cNvSpPr>
            <a:spLocks noGrp="1"/>
          </p:cNvSpPr>
          <p:nvPr>
            <p:ph type="body" sz="quarter" idx="10"/>
          </p:nvPr>
        </p:nvSpPr>
        <p:spPr/>
        <p:txBody>
          <a:bodyPr/>
          <a:lstStyle/>
          <a:p>
            <a:r>
              <a:rPr lang="fr-FR" b="1" dirty="0"/>
              <a:t>Comment s’articulent l’architecture et les flux de données ?</a:t>
            </a:r>
            <a:endParaRPr lang="fr-FR" dirty="0"/>
          </a:p>
          <a:p>
            <a:endParaRPr lang="fr-FR" dirty="0"/>
          </a:p>
        </p:txBody>
      </p:sp>
      <p:sp>
        <p:nvSpPr>
          <p:cNvPr id="4" name="Espace réservé du numéro de diapositive 3">
            <a:extLst>
              <a:ext uri="{FF2B5EF4-FFF2-40B4-BE49-F238E27FC236}">
                <a16:creationId xmlns:a16="http://schemas.microsoft.com/office/drawing/2014/main" id="{0CEFC4D0-3827-C374-BEA6-204FFFFEE95F}"/>
              </a:ext>
            </a:extLst>
          </p:cNvPr>
          <p:cNvSpPr>
            <a:spLocks noGrp="1"/>
          </p:cNvSpPr>
          <p:nvPr>
            <p:ph type="sldNum" sz="quarter" idx="4"/>
          </p:nvPr>
        </p:nvSpPr>
        <p:spPr/>
        <p:txBody>
          <a:bodyPr/>
          <a:lstStyle/>
          <a:p>
            <a:fld id="{DAF489CC-3B7A-4DA5-A8C0-4984788D0EC5}" type="slidenum">
              <a:rPr lang="nl-NL" smtClean="0"/>
              <a:pPr/>
              <a:t>23</a:t>
            </a:fld>
            <a:endParaRPr lang="nl-NL" dirty="0"/>
          </a:p>
        </p:txBody>
      </p:sp>
      <p:pic>
        <p:nvPicPr>
          <p:cNvPr id="12" name="Image 11">
            <a:extLst>
              <a:ext uri="{FF2B5EF4-FFF2-40B4-BE49-F238E27FC236}">
                <a16:creationId xmlns:a16="http://schemas.microsoft.com/office/drawing/2014/main" id="{B08F860F-EC9B-0099-D541-485FD273E05E}"/>
              </a:ext>
            </a:extLst>
          </p:cNvPr>
          <p:cNvPicPr>
            <a:picLocks noChangeAspect="1"/>
          </p:cNvPicPr>
          <p:nvPr/>
        </p:nvPicPr>
        <p:blipFill>
          <a:blip r:embed="rId3"/>
          <a:stretch>
            <a:fillRect/>
          </a:stretch>
        </p:blipFill>
        <p:spPr>
          <a:xfrm>
            <a:off x="0" y="1351903"/>
            <a:ext cx="12192000" cy="4154193"/>
          </a:xfrm>
          <a:prstGeom prst="rect">
            <a:avLst/>
          </a:prstGeom>
        </p:spPr>
      </p:pic>
    </p:spTree>
    <p:extLst>
      <p:ext uri="{BB962C8B-B14F-4D97-AF65-F5344CB8AC3E}">
        <p14:creationId xmlns:p14="http://schemas.microsoft.com/office/powerpoint/2010/main" val="18592804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46A5BA6-7C4C-8749-305C-FF9F4A712B9E}"/>
              </a:ext>
            </a:extLst>
          </p:cNvPr>
          <p:cNvSpPr>
            <a:spLocks noGrp="1"/>
          </p:cNvSpPr>
          <p:nvPr>
            <p:ph type="title"/>
          </p:nvPr>
        </p:nvSpPr>
        <p:spPr/>
        <p:txBody>
          <a:bodyPr/>
          <a:lstStyle/>
          <a:p>
            <a:r>
              <a:rPr lang="fr-FR" dirty="0"/>
              <a:t>Conteneurisation &amp; CI/CD</a:t>
            </a:r>
          </a:p>
        </p:txBody>
      </p:sp>
      <p:sp>
        <p:nvSpPr>
          <p:cNvPr id="3" name="Espace réservé du texte 2">
            <a:extLst>
              <a:ext uri="{FF2B5EF4-FFF2-40B4-BE49-F238E27FC236}">
                <a16:creationId xmlns:a16="http://schemas.microsoft.com/office/drawing/2014/main" id="{B19BFFFF-5F3B-25B6-14CA-EC38A6467347}"/>
              </a:ext>
            </a:extLst>
          </p:cNvPr>
          <p:cNvSpPr>
            <a:spLocks noGrp="1"/>
          </p:cNvSpPr>
          <p:nvPr>
            <p:ph type="body" sz="quarter" idx="10"/>
          </p:nvPr>
        </p:nvSpPr>
        <p:spPr/>
        <p:txBody>
          <a:bodyPr/>
          <a:lstStyle/>
          <a:p>
            <a:r>
              <a:rPr lang="fr-FR" dirty="0"/>
              <a:t>Comment conteneuriser la solution et automatiser son déploiement ?</a:t>
            </a:r>
          </a:p>
        </p:txBody>
      </p:sp>
      <p:sp>
        <p:nvSpPr>
          <p:cNvPr id="4" name="Espace réservé du numéro de diapositive 3">
            <a:extLst>
              <a:ext uri="{FF2B5EF4-FFF2-40B4-BE49-F238E27FC236}">
                <a16:creationId xmlns:a16="http://schemas.microsoft.com/office/drawing/2014/main" id="{49B8BD51-26F1-ED1D-9C59-56194CD13EBB}"/>
              </a:ext>
            </a:extLst>
          </p:cNvPr>
          <p:cNvSpPr>
            <a:spLocks noGrp="1"/>
          </p:cNvSpPr>
          <p:nvPr>
            <p:ph type="sldNum" sz="quarter" idx="4"/>
          </p:nvPr>
        </p:nvSpPr>
        <p:spPr/>
        <p:txBody>
          <a:bodyPr/>
          <a:lstStyle/>
          <a:p>
            <a:fld id="{DAF489CC-3B7A-4DA5-A8C0-4984788D0EC5}" type="slidenum">
              <a:rPr lang="nl-NL" smtClean="0"/>
              <a:pPr/>
              <a:t>24</a:t>
            </a:fld>
            <a:endParaRPr lang="nl-NL" dirty="0"/>
          </a:p>
        </p:txBody>
      </p:sp>
      <p:pic>
        <p:nvPicPr>
          <p:cNvPr id="7" name="Image 6">
            <a:extLst>
              <a:ext uri="{FF2B5EF4-FFF2-40B4-BE49-F238E27FC236}">
                <a16:creationId xmlns:a16="http://schemas.microsoft.com/office/drawing/2014/main" id="{1133D9A2-591C-3448-91CF-E87103DD7B26}"/>
              </a:ext>
            </a:extLst>
          </p:cNvPr>
          <p:cNvPicPr>
            <a:picLocks noChangeAspect="1"/>
          </p:cNvPicPr>
          <p:nvPr/>
        </p:nvPicPr>
        <p:blipFill>
          <a:blip r:embed="rId3"/>
          <a:stretch>
            <a:fillRect/>
          </a:stretch>
        </p:blipFill>
        <p:spPr>
          <a:xfrm>
            <a:off x="0" y="1425916"/>
            <a:ext cx="12192000" cy="4006168"/>
          </a:xfrm>
          <a:prstGeom prst="rect">
            <a:avLst/>
          </a:prstGeom>
        </p:spPr>
      </p:pic>
    </p:spTree>
    <p:extLst>
      <p:ext uri="{BB962C8B-B14F-4D97-AF65-F5344CB8AC3E}">
        <p14:creationId xmlns:p14="http://schemas.microsoft.com/office/powerpoint/2010/main" val="25991480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9D6B7D-B566-FDAE-D9BF-B86AC7917F7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E8318A3-0669-4849-884F-16170EE292A5}"/>
              </a:ext>
            </a:extLst>
          </p:cNvPr>
          <p:cNvSpPr>
            <a:spLocks noGrp="1"/>
          </p:cNvSpPr>
          <p:nvPr>
            <p:ph type="title"/>
          </p:nvPr>
        </p:nvSpPr>
        <p:spPr/>
        <p:txBody>
          <a:bodyPr/>
          <a:lstStyle/>
          <a:p>
            <a:r>
              <a:rPr lang="fr-FR" b="1" dirty="0"/>
              <a:t>Points encore ouverts</a:t>
            </a:r>
            <a:endParaRPr lang="fr-FR" dirty="0"/>
          </a:p>
        </p:txBody>
      </p:sp>
      <p:sp>
        <p:nvSpPr>
          <p:cNvPr id="3" name="Espace réservé du texte 2">
            <a:extLst>
              <a:ext uri="{FF2B5EF4-FFF2-40B4-BE49-F238E27FC236}">
                <a16:creationId xmlns:a16="http://schemas.microsoft.com/office/drawing/2014/main" id="{E0929029-1D34-E631-83B5-1DC977833350}"/>
              </a:ext>
            </a:extLst>
          </p:cNvPr>
          <p:cNvSpPr>
            <a:spLocks noGrp="1"/>
          </p:cNvSpPr>
          <p:nvPr>
            <p:ph type="body" sz="quarter" idx="10"/>
          </p:nvPr>
        </p:nvSpPr>
        <p:spPr/>
        <p:txBody>
          <a:bodyPr/>
          <a:lstStyle/>
          <a:p>
            <a:r>
              <a:rPr lang="fr-FR" b="1" dirty="0"/>
              <a:t>Quels prérequis restent à lever avant la mise en production ?</a:t>
            </a:r>
            <a:endParaRPr lang="fr-FR" dirty="0"/>
          </a:p>
        </p:txBody>
      </p:sp>
      <p:sp>
        <p:nvSpPr>
          <p:cNvPr id="4" name="Espace réservé du numéro de diapositive 3">
            <a:extLst>
              <a:ext uri="{FF2B5EF4-FFF2-40B4-BE49-F238E27FC236}">
                <a16:creationId xmlns:a16="http://schemas.microsoft.com/office/drawing/2014/main" id="{A82EAAB7-2965-9809-580A-C8F68A4FE2CE}"/>
              </a:ext>
            </a:extLst>
          </p:cNvPr>
          <p:cNvSpPr>
            <a:spLocks noGrp="1"/>
          </p:cNvSpPr>
          <p:nvPr>
            <p:ph type="sldNum" sz="quarter" idx="4"/>
          </p:nvPr>
        </p:nvSpPr>
        <p:spPr/>
        <p:txBody>
          <a:bodyPr/>
          <a:lstStyle/>
          <a:p>
            <a:fld id="{DAF489CC-3B7A-4DA5-A8C0-4984788D0EC5}" type="slidenum">
              <a:rPr lang="nl-NL" smtClean="0"/>
              <a:pPr/>
              <a:t>25</a:t>
            </a:fld>
            <a:endParaRPr lang="nl-NL" dirty="0"/>
          </a:p>
        </p:txBody>
      </p:sp>
      <p:graphicFrame>
        <p:nvGraphicFramePr>
          <p:cNvPr id="5" name="Diagramme 4">
            <a:extLst>
              <a:ext uri="{FF2B5EF4-FFF2-40B4-BE49-F238E27FC236}">
                <a16:creationId xmlns:a16="http://schemas.microsoft.com/office/drawing/2014/main" id="{D9A9832B-3639-85F6-150C-C5F5F69E0EEC}"/>
              </a:ext>
            </a:extLst>
          </p:cNvPr>
          <p:cNvGraphicFramePr/>
          <p:nvPr>
            <p:extLst>
              <p:ext uri="{D42A27DB-BD31-4B8C-83A1-F6EECF244321}">
                <p14:modId xmlns:p14="http://schemas.microsoft.com/office/powerpoint/2010/main" val="2573752060"/>
              </p:ext>
            </p:extLst>
          </p:nvPr>
        </p:nvGraphicFramePr>
        <p:xfrm>
          <a:off x="328295" y="1061237"/>
          <a:ext cx="11535410" cy="50867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0825861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60D80E-D468-9453-2B98-6A8F1E294EDA}"/>
              </a:ext>
            </a:extLst>
          </p:cNvPr>
          <p:cNvSpPr>
            <a:spLocks noGrp="1"/>
          </p:cNvSpPr>
          <p:nvPr>
            <p:ph type="title"/>
          </p:nvPr>
        </p:nvSpPr>
        <p:spPr/>
        <p:txBody>
          <a:bodyPr/>
          <a:lstStyle/>
          <a:p>
            <a:r>
              <a:rPr lang="fr-FR" dirty="0"/>
              <a:t>Suivi en production &amp; amélioration continue</a:t>
            </a:r>
          </a:p>
        </p:txBody>
      </p:sp>
      <p:sp>
        <p:nvSpPr>
          <p:cNvPr id="3" name="Espace réservé du texte 2">
            <a:extLst>
              <a:ext uri="{FF2B5EF4-FFF2-40B4-BE49-F238E27FC236}">
                <a16:creationId xmlns:a16="http://schemas.microsoft.com/office/drawing/2014/main" id="{BC7A8D36-BA3A-F6BA-9F38-0B21D97B5EE5}"/>
              </a:ext>
            </a:extLst>
          </p:cNvPr>
          <p:cNvSpPr>
            <a:spLocks noGrp="1"/>
          </p:cNvSpPr>
          <p:nvPr>
            <p:ph type="body" sz="quarter" idx="13"/>
          </p:nvPr>
        </p:nvSpPr>
        <p:spPr>
          <a:xfrm>
            <a:off x="390098" y="389618"/>
            <a:ext cx="1574149" cy="1477328"/>
          </a:xfrm>
        </p:spPr>
        <p:txBody>
          <a:bodyPr/>
          <a:lstStyle/>
          <a:p>
            <a:r>
              <a:rPr lang="fr-FR" dirty="0"/>
              <a:t>05</a:t>
            </a:r>
          </a:p>
        </p:txBody>
      </p:sp>
    </p:spTree>
    <p:extLst>
      <p:ext uri="{BB962C8B-B14F-4D97-AF65-F5344CB8AC3E}">
        <p14:creationId xmlns:p14="http://schemas.microsoft.com/office/powerpoint/2010/main" val="21674039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062FBEC-EDA4-F116-1AC8-7043188A741B}"/>
              </a:ext>
            </a:extLst>
          </p:cNvPr>
          <p:cNvSpPr>
            <a:spLocks noGrp="1"/>
          </p:cNvSpPr>
          <p:nvPr>
            <p:ph type="title"/>
          </p:nvPr>
        </p:nvSpPr>
        <p:spPr/>
        <p:txBody>
          <a:bodyPr/>
          <a:lstStyle/>
          <a:p>
            <a:r>
              <a:rPr lang="fr-FR" dirty="0"/>
              <a:t>Métriques à surveiller</a:t>
            </a:r>
          </a:p>
        </p:txBody>
      </p:sp>
      <p:sp>
        <p:nvSpPr>
          <p:cNvPr id="3" name="Espace réservé du texte 2">
            <a:extLst>
              <a:ext uri="{FF2B5EF4-FFF2-40B4-BE49-F238E27FC236}">
                <a16:creationId xmlns:a16="http://schemas.microsoft.com/office/drawing/2014/main" id="{16070F39-3FC6-5281-1FF7-0BC8F727433C}"/>
              </a:ext>
            </a:extLst>
          </p:cNvPr>
          <p:cNvSpPr>
            <a:spLocks noGrp="1"/>
          </p:cNvSpPr>
          <p:nvPr>
            <p:ph type="body" sz="quarter" idx="10"/>
          </p:nvPr>
        </p:nvSpPr>
        <p:spPr/>
        <p:txBody>
          <a:bodyPr/>
          <a:lstStyle/>
          <a:p>
            <a:r>
              <a:rPr lang="fr-FR" b="1" dirty="0"/>
              <a:t>Quelles métriques surveiller en production ?</a:t>
            </a:r>
            <a:endParaRPr lang="fr-FR" dirty="0"/>
          </a:p>
        </p:txBody>
      </p:sp>
      <p:sp>
        <p:nvSpPr>
          <p:cNvPr id="4" name="Espace réservé du numéro de diapositive 3">
            <a:extLst>
              <a:ext uri="{FF2B5EF4-FFF2-40B4-BE49-F238E27FC236}">
                <a16:creationId xmlns:a16="http://schemas.microsoft.com/office/drawing/2014/main" id="{2DB1C9C1-F152-E5DA-F7CA-5B483CAD9B8D}"/>
              </a:ext>
            </a:extLst>
          </p:cNvPr>
          <p:cNvSpPr>
            <a:spLocks noGrp="1"/>
          </p:cNvSpPr>
          <p:nvPr>
            <p:ph type="sldNum" sz="quarter" idx="4"/>
          </p:nvPr>
        </p:nvSpPr>
        <p:spPr/>
        <p:txBody>
          <a:bodyPr/>
          <a:lstStyle/>
          <a:p>
            <a:fld id="{DAF489CC-3B7A-4DA5-A8C0-4984788D0EC5}" type="slidenum">
              <a:rPr lang="nl-NL" smtClean="0"/>
              <a:pPr/>
              <a:t>27</a:t>
            </a:fld>
            <a:endParaRPr lang="nl-NL" dirty="0"/>
          </a:p>
        </p:txBody>
      </p:sp>
      <p:pic>
        <p:nvPicPr>
          <p:cNvPr id="6" name="Image 5">
            <a:extLst>
              <a:ext uri="{FF2B5EF4-FFF2-40B4-BE49-F238E27FC236}">
                <a16:creationId xmlns:a16="http://schemas.microsoft.com/office/drawing/2014/main" id="{E060C510-F84B-4C49-6CB1-3766A50FC0A7}"/>
              </a:ext>
            </a:extLst>
          </p:cNvPr>
          <p:cNvPicPr>
            <a:picLocks noChangeAspect="1"/>
          </p:cNvPicPr>
          <p:nvPr/>
        </p:nvPicPr>
        <p:blipFill>
          <a:blip r:embed="rId3"/>
          <a:stretch>
            <a:fillRect/>
          </a:stretch>
        </p:blipFill>
        <p:spPr>
          <a:xfrm>
            <a:off x="263546" y="1012121"/>
            <a:ext cx="11656060" cy="5135889"/>
          </a:xfrm>
          <a:prstGeom prst="rect">
            <a:avLst/>
          </a:prstGeom>
        </p:spPr>
      </p:pic>
    </p:spTree>
    <p:extLst>
      <p:ext uri="{BB962C8B-B14F-4D97-AF65-F5344CB8AC3E}">
        <p14:creationId xmlns:p14="http://schemas.microsoft.com/office/powerpoint/2010/main" val="4393863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24C91-CF07-59D2-5347-562C15B52B4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F74330C-8704-EBCA-A0F5-549766A35E82}"/>
              </a:ext>
            </a:extLst>
          </p:cNvPr>
          <p:cNvSpPr>
            <a:spLocks noGrp="1"/>
          </p:cNvSpPr>
          <p:nvPr>
            <p:ph type="title"/>
          </p:nvPr>
        </p:nvSpPr>
        <p:spPr/>
        <p:txBody>
          <a:bodyPr/>
          <a:lstStyle/>
          <a:p>
            <a:r>
              <a:rPr lang="fr-FR" dirty="0"/>
              <a:t>Boucle de rétroaction</a:t>
            </a:r>
          </a:p>
        </p:txBody>
      </p:sp>
      <p:sp>
        <p:nvSpPr>
          <p:cNvPr id="3" name="Espace réservé du texte 2">
            <a:extLst>
              <a:ext uri="{FF2B5EF4-FFF2-40B4-BE49-F238E27FC236}">
                <a16:creationId xmlns:a16="http://schemas.microsoft.com/office/drawing/2014/main" id="{72073A88-E482-09BB-0B56-718B5BCE8509}"/>
              </a:ext>
            </a:extLst>
          </p:cNvPr>
          <p:cNvSpPr>
            <a:spLocks noGrp="1"/>
          </p:cNvSpPr>
          <p:nvPr>
            <p:ph type="body" sz="quarter" idx="10"/>
          </p:nvPr>
        </p:nvSpPr>
        <p:spPr/>
        <p:txBody>
          <a:bodyPr/>
          <a:lstStyle/>
          <a:p>
            <a:r>
              <a:rPr lang="fr-FR" b="1" dirty="0"/>
              <a:t>Comment les retours des conseillers servent-ils à améliorer le modèle ?</a:t>
            </a:r>
            <a:endParaRPr lang="fr-FR" dirty="0"/>
          </a:p>
        </p:txBody>
      </p:sp>
      <p:sp>
        <p:nvSpPr>
          <p:cNvPr id="4" name="Espace réservé du numéro de diapositive 3">
            <a:extLst>
              <a:ext uri="{FF2B5EF4-FFF2-40B4-BE49-F238E27FC236}">
                <a16:creationId xmlns:a16="http://schemas.microsoft.com/office/drawing/2014/main" id="{97ACF8D6-B820-388E-C8A0-7C5B82B5BD34}"/>
              </a:ext>
            </a:extLst>
          </p:cNvPr>
          <p:cNvSpPr>
            <a:spLocks noGrp="1"/>
          </p:cNvSpPr>
          <p:nvPr>
            <p:ph type="sldNum" sz="quarter" idx="4"/>
          </p:nvPr>
        </p:nvSpPr>
        <p:spPr/>
        <p:txBody>
          <a:bodyPr/>
          <a:lstStyle/>
          <a:p>
            <a:fld id="{DAF489CC-3B7A-4DA5-A8C0-4984788D0EC5}" type="slidenum">
              <a:rPr lang="nl-NL" smtClean="0"/>
              <a:pPr/>
              <a:t>28</a:t>
            </a:fld>
            <a:endParaRPr lang="nl-NL" dirty="0"/>
          </a:p>
        </p:txBody>
      </p:sp>
      <p:graphicFrame>
        <p:nvGraphicFramePr>
          <p:cNvPr id="5" name="Diagramme 4">
            <a:extLst>
              <a:ext uri="{FF2B5EF4-FFF2-40B4-BE49-F238E27FC236}">
                <a16:creationId xmlns:a16="http://schemas.microsoft.com/office/drawing/2014/main" id="{E1134075-AF18-B53B-0AA2-05FFF71E7146}"/>
              </a:ext>
            </a:extLst>
          </p:cNvPr>
          <p:cNvGraphicFramePr/>
          <p:nvPr>
            <p:extLst>
              <p:ext uri="{D42A27DB-BD31-4B8C-83A1-F6EECF244321}">
                <p14:modId xmlns:p14="http://schemas.microsoft.com/office/powerpoint/2010/main" val="3680797382"/>
              </p:ext>
            </p:extLst>
          </p:nvPr>
        </p:nvGraphicFramePr>
        <p:xfrm>
          <a:off x="509577" y="1050051"/>
          <a:ext cx="7592060" cy="516678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7" name="Diagramme 6">
            <a:extLst>
              <a:ext uri="{FF2B5EF4-FFF2-40B4-BE49-F238E27FC236}">
                <a16:creationId xmlns:a16="http://schemas.microsoft.com/office/drawing/2014/main" id="{CC4C13D2-34D6-B1B3-E8FD-49799871333D}"/>
              </a:ext>
            </a:extLst>
          </p:cNvPr>
          <p:cNvGraphicFramePr/>
          <p:nvPr>
            <p:extLst>
              <p:ext uri="{D42A27DB-BD31-4B8C-83A1-F6EECF244321}">
                <p14:modId xmlns:p14="http://schemas.microsoft.com/office/powerpoint/2010/main" val="2239309883"/>
              </p:ext>
            </p:extLst>
          </p:nvPr>
        </p:nvGraphicFramePr>
        <p:xfrm>
          <a:off x="8200877" y="2441547"/>
          <a:ext cx="3557270" cy="1717496"/>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18159596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BAC5E9C-93C9-F89F-5D41-9C9D8BB496C5}"/>
              </a:ext>
            </a:extLst>
          </p:cNvPr>
          <p:cNvSpPr>
            <a:spLocks noGrp="1"/>
          </p:cNvSpPr>
          <p:nvPr>
            <p:ph type="title"/>
          </p:nvPr>
        </p:nvSpPr>
        <p:spPr/>
        <p:txBody>
          <a:bodyPr/>
          <a:lstStyle/>
          <a:p>
            <a:r>
              <a:rPr lang="fr-FR" dirty="0"/>
              <a:t>Conclusion et questions ouvertes</a:t>
            </a:r>
          </a:p>
        </p:txBody>
      </p:sp>
      <p:sp>
        <p:nvSpPr>
          <p:cNvPr id="3" name="Espace réservé du texte 2">
            <a:extLst>
              <a:ext uri="{FF2B5EF4-FFF2-40B4-BE49-F238E27FC236}">
                <a16:creationId xmlns:a16="http://schemas.microsoft.com/office/drawing/2014/main" id="{BE6FB734-B30A-8F39-7F52-FAD617CC891D}"/>
              </a:ext>
            </a:extLst>
          </p:cNvPr>
          <p:cNvSpPr>
            <a:spLocks noGrp="1"/>
          </p:cNvSpPr>
          <p:nvPr>
            <p:ph type="body" sz="quarter" idx="13"/>
          </p:nvPr>
        </p:nvSpPr>
        <p:spPr>
          <a:xfrm>
            <a:off x="390098" y="389618"/>
            <a:ext cx="1596591" cy="1477328"/>
          </a:xfrm>
        </p:spPr>
        <p:txBody>
          <a:bodyPr/>
          <a:lstStyle/>
          <a:p>
            <a:r>
              <a:rPr lang="fr-FR" dirty="0"/>
              <a:t>06</a:t>
            </a:r>
          </a:p>
        </p:txBody>
      </p:sp>
    </p:spTree>
    <p:extLst>
      <p:ext uri="{BB962C8B-B14F-4D97-AF65-F5344CB8AC3E}">
        <p14:creationId xmlns:p14="http://schemas.microsoft.com/office/powerpoint/2010/main" val="1112849256"/>
      </p:ext>
    </p:extLst>
  </p:cSld>
  <p:clrMapOvr>
    <a:masterClrMapping/>
  </p:clrMapOvr>
</p:sld>
</file>

<file path=ppt/theme/theme1.xml><?xml version="1.0" encoding="utf-8"?>
<a:theme xmlns:a="http://schemas.openxmlformats.org/drawingml/2006/main" name="White background">
  <a:themeElements>
    <a:clrScheme name="New Atos">
      <a:dk1>
        <a:sysClr val="windowText" lastClr="000000"/>
      </a:dk1>
      <a:lt1>
        <a:sysClr val="window" lastClr="FFFFFF"/>
      </a:lt1>
      <a:dk2>
        <a:srgbClr val="000000"/>
      </a:dk2>
      <a:lt2>
        <a:srgbClr val="FFFFFF"/>
      </a:lt2>
      <a:accent1>
        <a:srgbClr val="0073E6"/>
      </a:accent1>
      <a:accent2>
        <a:srgbClr val="3DC7FF"/>
      </a:accent2>
      <a:accent3>
        <a:srgbClr val="00005C"/>
      </a:accent3>
      <a:accent4>
        <a:srgbClr val="EF5E82"/>
      </a:accent4>
      <a:accent5>
        <a:srgbClr val="4AA82D"/>
      </a:accent5>
      <a:accent6>
        <a:srgbClr val="663894"/>
      </a:accent6>
      <a:hlink>
        <a:srgbClr val="00005C"/>
      </a:hlink>
      <a:folHlink>
        <a:srgbClr val="00005C"/>
      </a:folHlink>
    </a:clrScheme>
    <a:fontScheme name="New Atos">
      <a:majorFont>
        <a:latin typeface="Biennale Bold"/>
        <a:ea typeface=""/>
        <a:cs typeface=""/>
      </a:majorFont>
      <a:minorFont>
        <a:latin typeface="Biennal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noAutofit/>
      </a:bodyPr>
      <a:lstStyle>
        <a:defPPr algn="l">
          <a:defRPr dirty="0" err="1" smtClean="0">
            <a:solidFill>
              <a:schemeClr val="accent3"/>
            </a:solidFill>
          </a:defRPr>
        </a:defPPr>
      </a:lstStyle>
    </a:txDef>
  </a:objectDefaults>
  <a:extraClrSchemeLst/>
  <a:custClrLst>
    <a:custClr name="Atos Blue">
      <a:srgbClr val="0073E6"/>
    </a:custClr>
    <a:custClr name="Atos Light blue">
      <a:srgbClr val="3DC7FF"/>
    </a:custClr>
    <a:custClr name="Atos Deep blue">
      <a:srgbClr val="00005C"/>
    </a:custClr>
    <a:custClr name="Atos Pink">
      <a:srgbClr val="EF5E82"/>
    </a:custClr>
    <a:custClr name="Atos Green">
      <a:srgbClr val="4AA82D"/>
    </a:custClr>
    <a:custClr name="Atos Purple">
      <a:srgbClr val="663894"/>
    </a:custClr>
    <a:custClr name="Atos Orange">
      <a:srgbClr val="F56A00"/>
    </a:custClr>
  </a:custClrLst>
  <a:extLst>
    <a:ext uri="{05A4C25C-085E-4340-85A3-A5531E510DB2}">
      <thm15:themeFamily xmlns:thm15="http://schemas.microsoft.com/office/thememl/2012/main" name="Presentation2" id="{DD0B2AB2-6EB1-4D8E-99E2-781F51BCA8E4}" vid="{BD5CEE39-1855-4BE6-A4B7-439E5D3860A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844C1A6680E41A4781F62CC101B3C49A" ma:contentTypeVersion="6" ma:contentTypeDescription="Create a new document." ma:contentTypeScope="" ma:versionID="8cc8da923c1b9157a7ea7dd8aa2c5cec">
  <xsd:schema xmlns:xsd="http://www.w3.org/2001/XMLSchema" xmlns:xs="http://www.w3.org/2001/XMLSchema" xmlns:p="http://schemas.microsoft.com/office/2006/metadata/properties" xmlns:ns2="7346e314-1113-4693-bfa8-aa1e3a055fba" xmlns:ns3="4f6e62a9-eef7-483a-b511-db9ffe238984" targetNamespace="http://schemas.microsoft.com/office/2006/metadata/properties" ma:root="true" ma:fieldsID="3676fe147afc62ee1d68ef69611fddf1" ns2:_="" ns3:_="">
    <xsd:import namespace="7346e314-1113-4693-bfa8-aa1e3a055fba"/>
    <xsd:import namespace="4f6e62a9-eef7-483a-b511-db9ffe238984"/>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46e314-1113-4693-bfa8-aa1e3a055fb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f6e62a9-eef7-483a-b511-db9ffe238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02CE593-0E1E-4575-A8F4-8689702DA630}">
  <ds:schemaRefs>
    <ds:schemaRef ds:uri="http://schemas.microsoft.com/sharepoint/v3/contenttype/forms"/>
  </ds:schemaRefs>
</ds:datastoreItem>
</file>

<file path=customXml/itemProps2.xml><?xml version="1.0" encoding="utf-8"?>
<ds:datastoreItem xmlns:ds="http://schemas.openxmlformats.org/officeDocument/2006/customXml" ds:itemID="{A2A1802B-1C77-47FD-A831-AB744372472F}">
  <ds:schemaRefs>
    <ds:schemaRef ds:uri="http://schemas.openxmlformats.org/package/2006/metadata/core-properties"/>
    <ds:schemaRef ds:uri="4f6e62a9-eef7-483a-b511-db9ffe238984"/>
    <ds:schemaRef ds:uri="7346e314-1113-4693-bfa8-aa1e3a055fba"/>
    <ds:schemaRef ds:uri="http://purl.org/dc/dcmitype/"/>
    <ds:schemaRef ds:uri="http://schemas.microsoft.com/office/2006/metadata/properties"/>
    <ds:schemaRef ds:uri="http://purl.org/dc/elements/1.1/"/>
    <ds:schemaRef ds:uri="http://purl.org/dc/terms/"/>
    <ds:schemaRef ds:uri="http://schemas.microsoft.com/office/2006/documentManagement/types"/>
    <ds:schemaRef ds:uri="http://schemas.microsoft.com/office/infopath/2007/PartnerControls"/>
    <ds:schemaRef ds:uri="http://www.w3.org/XML/1998/namespace"/>
  </ds:schemaRefs>
</ds:datastoreItem>
</file>

<file path=customXml/itemProps3.xml><?xml version="1.0" encoding="utf-8"?>
<ds:datastoreItem xmlns:ds="http://schemas.openxmlformats.org/officeDocument/2006/customXml" ds:itemID="{C76D5CD9-320B-44FA-AF9F-7B45D9FDB15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46e314-1113-4693-bfa8-aa1e3a055fba"/>
    <ds:schemaRef ds:uri="4f6e62a9-eef7-483a-b511-db9ffe238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Atos - for external use</Template>
  <TotalTime>3228</TotalTime>
  <Words>1643</Words>
  <Application>Microsoft Office PowerPoint</Application>
  <PresentationFormat>Grand écran</PresentationFormat>
  <Paragraphs>462</Paragraphs>
  <Slides>29</Slides>
  <Notes>29</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29</vt:i4>
      </vt:variant>
    </vt:vector>
  </HeadingPairs>
  <TitlesOfParts>
    <vt:vector size="34" baseType="lpstr">
      <vt:lpstr>Biennale</vt:lpstr>
      <vt:lpstr>Calibri</vt:lpstr>
      <vt:lpstr>Biennale Bold</vt:lpstr>
      <vt:lpstr>Arial</vt:lpstr>
      <vt:lpstr>White background</vt:lpstr>
      <vt:lpstr>Orientation et tri multimodal des demandeurs d'emploi par l'Intelligence Artificielle</vt:lpstr>
      <vt:lpstr>Présentation PowerPoint</vt:lpstr>
      <vt:lpstr>Cadrage métier &amp; problème</vt:lpstr>
      <vt:lpstr>Cadrage métier &amp; problème</vt:lpstr>
      <vt:lpstr>Cadrage métier &amp; problème - Réglementaires anticipés</vt:lpstr>
      <vt:lpstr>Sources des données &amp; Exploration et analyse des données</vt:lpstr>
      <vt:lpstr>Sources des données</vt:lpstr>
      <vt:lpstr>Exploration &amp; analyse des données (EDA)</vt:lpstr>
      <vt:lpstr>Préparation des données et scénarios de jeux de données</vt:lpstr>
      <vt:lpstr>Modélisation &amp; entrainement</vt:lpstr>
      <vt:lpstr>Préparation des données et scénarios de jeux de données</vt:lpstr>
      <vt:lpstr>Familles candidates &amp; Modèles candidats</vt:lpstr>
      <vt:lpstr>Métriques retenues &amp; justification </vt:lpstr>
      <vt:lpstr>Validation croisée  &amp; Optimisation des hyperparamètres </vt:lpstr>
      <vt:lpstr>Comparaison des finalistes</vt:lpstr>
      <vt:lpstr>Evaluation sur le test</vt:lpstr>
      <vt:lpstr>Poids des variables &amp; filet de sécurité</vt:lpstr>
      <vt:lpstr>Message au client</vt:lpstr>
      <vt:lpstr>Industrialisation</vt:lpstr>
      <vt:lpstr>Persistance et suivi des versions du modèle</vt:lpstr>
      <vt:lpstr>API de service</vt:lpstr>
      <vt:lpstr>Interface utilisateur</vt:lpstr>
      <vt:lpstr>Schémas d’architecture</vt:lpstr>
      <vt:lpstr>Conteneurisation &amp; CI/CD</vt:lpstr>
      <vt:lpstr>Points encore ouverts</vt:lpstr>
      <vt:lpstr>Suivi en production &amp; amélioration continue</vt:lpstr>
      <vt:lpstr>Métriques à surveiller</vt:lpstr>
      <vt:lpstr>Boucle de rétroaction</vt:lpstr>
      <vt:lpstr>Conclusion et questions ouvertes</vt:lpstr>
    </vt:vector>
  </TitlesOfParts>
  <Company>Atos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Atlas</dc:title>
  <dc:creator>ROMAIN BUSUTTIL</dc:creator>
  <cp:lastModifiedBy>Romain Busuttil</cp:lastModifiedBy>
  <cp:revision>93</cp:revision>
  <dcterms:created xsi:type="dcterms:W3CDTF">2026-09-30T13:12:51Z</dcterms:created>
  <dcterms:modified xsi:type="dcterms:W3CDTF">2026-10-09T21:34:58Z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um">
    <vt:lpwstr>dd/mm/yyyy</vt:lpwstr>
  </property>
  <property fmtid="{D5CDD505-2E9C-101B-9397-08002B2CF9AE}" pid="3" name="Author">
    <vt:lpwstr>Presentation Title</vt:lpwstr>
  </property>
  <property fmtid="{D5CDD505-2E9C-101B-9397-08002B2CF9AE}" pid="4" name="Classification">
    <vt:lpwstr>© Atos - for internal use</vt:lpwstr>
  </property>
  <property fmtid="{D5CDD505-2E9C-101B-9397-08002B2CF9AE}" pid="5" name="MSIP_Label_e463cba9-5f6c-478d-9329-7b2295e4e8ed_Enabled">
    <vt:lpwstr>true</vt:lpwstr>
  </property>
  <property fmtid="{D5CDD505-2E9C-101B-9397-08002B2CF9AE}" pid="6" name="MSIP_Label_e463cba9-5f6c-478d-9329-7b2295e4e8ed_SetDate">
    <vt:lpwstr>2024-11-22T04:48:30Z</vt:lpwstr>
  </property>
  <property fmtid="{D5CDD505-2E9C-101B-9397-08002B2CF9AE}" pid="7" name="MSIP_Label_e463cba9-5f6c-478d-9329-7b2295e4e8ed_Method">
    <vt:lpwstr>Privileged</vt:lpwstr>
  </property>
  <property fmtid="{D5CDD505-2E9C-101B-9397-08002B2CF9AE}" pid="8" name="MSIP_Label_e463cba9-5f6c-478d-9329-7b2295e4e8ed_Name">
    <vt:lpwstr>All Employees_2</vt:lpwstr>
  </property>
  <property fmtid="{D5CDD505-2E9C-101B-9397-08002B2CF9AE}" pid="9" name="MSIP_Label_e463cba9-5f6c-478d-9329-7b2295e4e8ed_SiteId">
    <vt:lpwstr>33440fc6-b7c7-412c-bb73-0e70b0198d5a</vt:lpwstr>
  </property>
  <property fmtid="{D5CDD505-2E9C-101B-9397-08002B2CF9AE}" pid="10" name="MSIP_Label_e463cba9-5f6c-478d-9329-7b2295e4e8ed_ActionId">
    <vt:lpwstr>887f3b21-3039-45ff-8d25-4bd149aac54b</vt:lpwstr>
  </property>
  <property fmtid="{D5CDD505-2E9C-101B-9397-08002B2CF9AE}" pid="11" name="MSIP_Label_e463cba9-5f6c-478d-9329-7b2295e4e8ed_ContentBits">
    <vt:lpwstr>0</vt:lpwstr>
  </property>
  <property fmtid="{D5CDD505-2E9C-101B-9397-08002B2CF9AE}" pid="12" name="MSIP_Label_609d143b-9e20-4325-a486-915934a7f97c_Enabled">
    <vt:lpwstr>true</vt:lpwstr>
  </property>
  <property fmtid="{D5CDD505-2E9C-101B-9397-08002B2CF9AE}" pid="13" name="MSIP_Label_609d143b-9e20-4325-a486-915934a7f97c_Name">
    <vt:lpwstr>Public</vt:lpwstr>
  </property>
  <property fmtid="{D5CDD505-2E9C-101B-9397-08002B2CF9AE}" pid="14" name="ContentTypeId">
    <vt:lpwstr>0x010100844C1A6680E41A4781F62CC101B3C49A</vt:lpwstr>
  </property>
  <property fmtid="{D5CDD505-2E9C-101B-9397-08002B2CF9AE}" pid="15" name="MSIP_Label_609d143b-9e20-4325-a486-915934a7f97c_SetDate">
    <vt:lpwstr>2024-06-27T09:21:18Z</vt:lpwstr>
  </property>
  <property fmtid="{D5CDD505-2E9C-101B-9397-08002B2CF9AE}" pid="16" name="MSIP_Label_609d143b-9e20-4325-a486-915934a7f97c_ActionId">
    <vt:lpwstr>112cacd6-50a9-4dd9-b454-e25992d7e044</vt:lpwstr>
  </property>
  <property fmtid="{D5CDD505-2E9C-101B-9397-08002B2CF9AE}" pid="17" name="MSIP_Label_609d143b-9e20-4325-a486-915934a7f97c_ContentBits">
    <vt:lpwstr>0</vt:lpwstr>
  </property>
  <property fmtid="{D5CDD505-2E9C-101B-9397-08002B2CF9AE}" pid="18" name="MSIP_Label_609d143b-9e20-4325-a486-915934a7f97c_SiteId">
    <vt:lpwstr>33440fc6-b7c7-412c-bb73-0e70b0198d5a</vt:lpwstr>
  </property>
  <property fmtid="{D5CDD505-2E9C-101B-9397-08002B2CF9AE}" pid="19" name="MSIP_Label_609d143b-9e20-4325-a486-915934a7f97c_Method">
    <vt:lpwstr>Privileged</vt:lpwstr>
  </property>
</Properties>
</file>