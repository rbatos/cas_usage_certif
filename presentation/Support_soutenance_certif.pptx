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52"/>
  </p:notesMasterIdLst>
  <p:handoutMasterIdLst>
    <p:handoutMasterId r:id="rId53"/>
  </p:handoutMasterIdLst>
  <p:sldIdLst>
    <p:sldId id="558" r:id="rId5"/>
    <p:sldId id="559" r:id="rId6"/>
    <p:sldId id="594" r:id="rId7"/>
    <p:sldId id="560" r:id="rId8"/>
    <p:sldId id="561" r:id="rId9"/>
    <p:sldId id="562" r:id="rId10"/>
    <p:sldId id="595" r:id="rId11"/>
    <p:sldId id="563" r:id="rId12"/>
    <p:sldId id="596" r:id="rId13"/>
    <p:sldId id="564" r:id="rId14"/>
    <p:sldId id="565" r:id="rId15"/>
    <p:sldId id="566" r:id="rId16"/>
    <p:sldId id="567" r:id="rId17"/>
    <p:sldId id="568" r:id="rId18"/>
    <p:sldId id="570" r:id="rId19"/>
    <p:sldId id="597" r:id="rId20"/>
    <p:sldId id="571" r:id="rId21"/>
    <p:sldId id="598" r:id="rId22"/>
    <p:sldId id="569" r:id="rId23"/>
    <p:sldId id="572" r:id="rId24"/>
    <p:sldId id="573" r:id="rId25"/>
    <p:sldId id="579" r:id="rId26"/>
    <p:sldId id="578" r:id="rId27"/>
    <p:sldId id="580" r:id="rId28"/>
    <p:sldId id="581" r:id="rId29"/>
    <p:sldId id="582" r:id="rId30"/>
    <p:sldId id="583" r:id="rId31"/>
    <p:sldId id="599" r:id="rId32"/>
    <p:sldId id="584" r:id="rId33"/>
    <p:sldId id="600" r:id="rId34"/>
    <p:sldId id="585" r:id="rId35"/>
    <p:sldId id="586" r:id="rId36"/>
    <p:sldId id="588" r:id="rId37"/>
    <p:sldId id="601" r:id="rId38"/>
    <p:sldId id="589" r:id="rId39"/>
    <p:sldId id="590" r:id="rId40"/>
    <p:sldId id="591" r:id="rId41"/>
    <p:sldId id="592" r:id="rId42"/>
    <p:sldId id="593" r:id="rId43"/>
    <p:sldId id="604" r:id="rId44"/>
    <p:sldId id="605" r:id="rId45"/>
    <p:sldId id="607" r:id="rId46"/>
    <p:sldId id="602" r:id="rId47"/>
    <p:sldId id="608" r:id="rId48"/>
    <p:sldId id="609" r:id="rId49"/>
    <p:sldId id="610" r:id="rId50"/>
    <p:sldId id="603" r:id="rId51"/>
  </p:sldIdLst>
  <p:sldSz cx="12192000" cy="6858000"/>
  <p:notesSz cx="6858000" cy="9144000"/>
  <p:embeddedFontLst>
    <p:embeddedFont>
      <p:font typeface="Biennale" pitchFamily="50" charset="0"/>
      <p:regular r:id="rId54"/>
    </p:embeddedFont>
    <p:embeddedFont>
      <p:font typeface="Biennale Bold" pitchFamily="50" charset="0"/>
      <p:bold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25" userDrawn="1">
          <p15:clr>
            <a:srgbClr val="A4A3A4"/>
          </p15:clr>
        </p15:guide>
        <p15:guide id="2" pos="273" userDrawn="1">
          <p15:clr>
            <a:srgbClr val="A4A3A4"/>
          </p15:clr>
        </p15:guide>
        <p15:guide id="3" orient="horz" pos="908" userDrawn="1">
          <p15:clr>
            <a:srgbClr val="A4A3A4"/>
          </p15:clr>
        </p15:guide>
        <p15:guide id="4" pos="7414"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5400" autoAdjust="0"/>
  </p:normalViewPr>
  <p:slideViewPr>
    <p:cSldViewPr snapToGrid="0" showGuides="1">
      <p:cViewPr varScale="1">
        <p:scale>
          <a:sx n="105" d="100"/>
          <a:sy n="105" d="100"/>
        </p:scale>
        <p:origin x="720" y="114"/>
      </p:cViewPr>
      <p:guideLst>
        <p:guide orient="horz" pos="3825"/>
        <p:guide pos="273"/>
        <p:guide orient="horz" pos="908"/>
        <p:guide pos="7414"/>
      </p:guideLst>
    </p:cSldViewPr>
  </p:slideViewPr>
  <p:outlineViewPr>
    <p:cViewPr>
      <p:scale>
        <a:sx n="20" d="100"/>
        <a:sy n="20" d="100"/>
      </p:scale>
      <p:origin x="0" y="-28926"/>
    </p:cViewPr>
  </p:outlineViewPr>
  <p:notesTextViewPr>
    <p:cViewPr>
      <p:scale>
        <a:sx n="1" d="1"/>
        <a:sy n="1" d="1"/>
      </p:scale>
      <p:origin x="0" y="0"/>
    </p:cViewPr>
  </p:notesTextViewPr>
  <p:sorterViewPr>
    <p:cViewPr>
      <p:scale>
        <a:sx n="125" d="100"/>
        <a:sy n="125" d="100"/>
      </p:scale>
      <p:origin x="0" y="0"/>
    </p:cViewPr>
  </p:sorterViewPr>
  <p:notesViewPr>
    <p:cSldViewPr snapToGrid="0" showGuides="1">
      <p:cViewPr varScale="1">
        <p:scale>
          <a:sx n="84" d="100"/>
          <a:sy n="84" d="100"/>
        </p:scale>
        <p:origin x="391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font" Target="fonts/font2.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diagrams/_rels/data7.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80.png"/><Relationship Id="rId1" Type="http://schemas.openxmlformats.org/officeDocument/2006/relationships/image" Target="../media/image79.png"/><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diagrams/_rels/drawing7.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80.png"/><Relationship Id="rId1" Type="http://schemas.openxmlformats.org/officeDocument/2006/relationships/image" Target="../media/image79.png"/><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38DB84A-B298-4DB3-955F-E86D36387C2C}"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fr-FR"/>
        </a:p>
      </dgm:t>
    </dgm:pt>
    <dgm:pt modelId="{6599E5BE-F755-4CCE-80FA-784F4E4D0050}">
      <dgm:prSet phldrT="[Texte]" phldr="0"/>
      <dgm:spPr/>
      <dgm:t>
        <a:bodyPr/>
        <a:lstStyle/>
        <a:p>
          <a:r>
            <a:rPr lang="fr-FR" dirty="0"/>
            <a:t>Traçabilité locale</a:t>
          </a:r>
        </a:p>
      </dgm:t>
    </dgm:pt>
    <dgm:pt modelId="{EC4F34D9-5947-467D-843C-0606CA6B0561}" type="parTrans" cxnId="{11E1DFAF-D063-4048-B235-10EEFF0CA343}">
      <dgm:prSet/>
      <dgm:spPr/>
      <dgm:t>
        <a:bodyPr/>
        <a:lstStyle/>
        <a:p>
          <a:endParaRPr lang="fr-FR"/>
        </a:p>
      </dgm:t>
    </dgm:pt>
    <dgm:pt modelId="{64FB1F90-3365-405B-8138-AAADB275E9EE}" type="sibTrans" cxnId="{11E1DFAF-D063-4048-B235-10EEFF0CA343}">
      <dgm:prSet/>
      <dgm:spPr/>
      <dgm:t>
        <a:bodyPr/>
        <a:lstStyle/>
        <a:p>
          <a:endParaRPr lang="fr-FR"/>
        </a:p>
      </dgm:t>
    </dgm:pt>
    <dgm:pt modelId="{433D473E-3BDC-4C27-831D-957E49B3916F}">
      <dgm:prSet phldrT="[Texte]" phldr="0"/>
      <dgm:spPr/>
      <dgm:t>
        <a:bodyPr/>
        <a:lstStyle/>
        <a:p>
          <a:r>
            <a:rPr lang="fr-FR" dirty="0"/>
            <a:t>Artefact </a:t>
          </a:r>
          <a:r>
            <a:rPr lang="fr-FR" dirty="0" err="1"/>
            <a:t>joblib</a:t>
          </a:r>
          <a:r>
            <a:rPr lang="fr-FR" dirty="0"/>
            <a:t> versionné</a:t>
          </a:r>
        </a:p>
      </dgm:t>
    </dgm:pt>
    <dgm:pt modelId="{D7E2F0B0-E6BF-4DAD-9A74-B6F0E225411D}" type="parTrans" cxnId="{A631AA03-B4B3-4086-A471-05869372C19B}">
      <dgm:prSet/>
      <dgm:spPr/>
      <dgm:t>
        <a:bodyPr/>
        <a:lstStyle/>
        <a:p>
          <a:endParaRPr lang="fr-FR"/>
        </a:p>
      </dgm:t>
    </dgm:pt>
    <dgm:pt modelId="{63F5CF97-5EDB-4E95-85F6-EE5B88D1D16E}" type="sibTrans" cxnId="{A631AA03-B4B3-4086-A471-05869372C19B}">
      <dgm:prSet/>
      <dgm:spPr/>
      <dgm:t>
        <a:bodyPr/>
        <a:lstStyle/>
        <a:p>
          <a:endParaRPr lang="fr-FR"/>
        </a:p>
      </dgm:t>
    </dgm:pt>
    <dgm:pt modelId="{42DA1446-E84F-4F57-82E7-5B171B2C1098}">
      <dgm:prSet phldrT="[Texte]" phldr="0"/>
      <dgm:spPr/>
      <dgm:t>
        <a:bodyPr/>
        <a:lstStyle/>
        <a:p>
          <a:r>
            <a:rPr lang="fr-FR" dirty="0"/>
            <a:t>Métadonnées : </a:t>
          </a:r>
          <a:r>
            <a:rPr lang="fr-FR" dirty="0" err="1"/>
            <a:t>dataset</a:t>
          </a:r>
          <a:r>
            <a:rPr lang="fr-FR" dirty="0"/>
            <a:t>, versions, hyperparamètres, métrique</a:t>
          </a:r>
        </a:p>
      </dgm:t>
    </dgm:pt>
    <dgm:pt modelId="{AD5857F6-D0B1-4AF5-AEBB-58C48E781F14}" type="parTrans" cxnId="{030597BB-5B45-4CF0-B984-3F15EEEB6DA7}">
      <dgm:prSet/>
      <dgm:spPr/>
      <dgm:t>
        <a:bodyPr/>
        <a:lstStyle/>
        <a:p>
          <a:endParaRPr lang="fr-FR"/>
        </a:p>
      </dgm:t>
    </dgm:pt>
    <dgm:pt modelId="{BECFFCF3-538C-4F14-8C5B-DCE4D2E83214}" type="sibTrans" cxnId="{030597BB-5B45-4CF0-B984-3F15EEEB6DA7}">
      <dgm:prSet/>
      <dgm:spPr/>
      <dgm:t>
        <a:bodyPr/>
        <a:lstStyle/>
        <a:p>
          <a:endParaRPr lang="fr-FR"/>
        </a:p>
      </dgm:t>
    </dgm:pt>
    <dgm:pt modelId="{98A36B7E-4ADE-45F9-870B-B13DAEC5434A}">
      <dgm:prSet phldrT="[Texte]" phldr="0"/>
      <dgm:spPr/>
      <dgm:t>
        <a:bodyPr/>
        <a:lstStyle/>
        <a:p>
          <a:r>
            <a:rPr lang="fr-FR" dirty="0" err="1"/>
            <a:t>Model_manifest.json</a:t>
          </a:r>
          <a:r>
            <a:rPr lang="fr-FR" dirty="0"/>
            <a:t> : modèle actif + SHA-256</a:t>
          </a:r>
        </a:p>
      </dgm:t>
    </dgm:pt>
    <dgm:pt modelId="{CB2ADC1B-B895-46FF-88E1-F6017935176A}" type="parTrans" cxnId="{8FB9C24F-B092-4296-91CE-BA9D164BBC44}">
      <dgm:prSet/>
      <dgm:spPr/>
      <dgm:t>
        <a:bodyPr/>
        <a:lstStyle/>
        <a:p>
          <a:endParaRPr lang="fr-FR"/>
        </a:p>
      </dgm:t>
    </dgm:pt>
    <dgm:pt modelId="{0D571960-2953-4821-9669-8FA6CD17208A}" type="sibTrans" cxnId="{8FB9C24F-B092-4296-91CE-BA9D164BBC44}">
      <dgm:prSet/>
      <dgm:spPr/>
      <dgm:t>
        <a:bodyPr/>
        <a:lstStyle/>
        <a:p>
          <a:endParaRPr lang="fr-FR"/>
        </a:p>
      </dgm:t>
    </dgm:pt>
    <dgm:pt modelId="{E8B374DF-F4BF-4899-BE38-DF09C99F3EF5}">
      <dgm:prSet phldrT="[Texte]" phldr="0"/>
      <dgm:spPr/>
      <dgm:t>
        <a:bodyPr/>
        <a:lstStyle/>
        <a:p>
          <a:r>
            <a:rPr lang="fr-FR" dirty="0"/>
            <a:t>Baseline f1_macro pour la promotion</a:t>
          </a:r>
        </a:p>
      </dgm:t>
    </dgm:pt>
    <dgm:pt modelId="{8DB749E3-68F3-4C26-B316-CEF6CC4F7579}" type="parTrans" cxnId="{DA86F6FE-36F8-47CB-AE55-0015A06CAED8}">
      <dgm:prSet/>
      <dgm:spPr/>
      <dgm:t>
        <a:bodyPr/>
        <a:lstStyle/>
        <a:p>
          <a:endParaRPr lang="fr-FR"/>
        </a:p>
      </dgm:t>
    </dgm:pt>
    <dgm:pt modelId="{E7287527-3151-4999-8F78-33C17E9D0AA1}" type="sibTrans" cxnId="{DA86F6FE-36F8-47CB-AE55-0015A06CAED8}">
      <dgm:prSet/>
      <dgm:spPr/>
      <dgm:t>
        <a:bodyPr/>
        <a:lstStyle/>
        <a:p>
          <a:endParaRPr lang="fr-FR"/>
        </a:p>
      </dgm:t>
    </dgm:pt>
    <dgm:pt modelId="{46EE0417-3045-4D48-9017-A1E9D4E694DB}" type="pres">
      <dgm:prSet presAssocID="{938DB84A-B298-4DB3-955F-E86D36387C2C}" presName="diagram" presStyleCnt="0">
        <dgm:presLayoutVars>
          <dgm:chMax val="1"/>
          <dgm:dir/>
          <dgm:animLvl val="ctr"/>
          <dgm:resizeHandles val="exact"/>
        </dgm:presLayoutVars>
      </dgm:prSet>
      <dgm:spPr/>
    </dgm:pt>
    <dgm:pt modelId="{493DEB30-7BF0-4101-97AB-5A2013F26998}" type="pres">
      <dgm:prSet presAssocID="{938DB84A-B298-4DB3-955F-E86D36387C2C}" presName="matrix" presStyleCnt="0"/>
      <dgm:spPr/>
    </dgm:pt>
    <dgm:pt modelId="{9F16766D-9973-47F2-A2C1-3A5DA9C829F3}" type="pres">
      <dgm:prSet presAssocID="{938DB84A-B298-4DB3-955F-E86D36387C2C}" presName="tile1" presStyleLbl="node1" presStyleIdx="0" presStyleCnt="4"/>
      <dgm:spPr/>
    </dgm:pt>
    <dgm:pt modelId="{C057AB8B-33DB-4EC1-87F8-3CB73A9B9CCC}" type="pres">
      <dgm:prSet presAssocID="{938DB84A-B298-4DB3-955F-E86D36387C2C}" presName="tile1text" presStyleLbl="node1" presStyleIdx="0" presStyleCnt="4">
        <dgm:presLayoutVars>
          <dgm:chMax val="0"/>
          <dgm:chPref val="0"/>
          <dgm:bulletEnabled val="1"/>
        </dgm:presLayoutVars>
      </dgm:prSet>
      <dgm:spPr/>
    </dgm:pt>
    <dgm:pt modelId="{BE6D73EC-38A9-4D4A-B678-D4397F7141A4}" type="pres">
      <dgm:prSet presAssocID="{938DB84A-B298-4DB3-955F-E86D36387C2C}" presName="tile2" presStyleLbl="node1" presStyleIdx="1" presStyleCnt="4"/>
      <dgm:spPr/>
    </dgm:pt>
    <dgm:pt modelId="{1DE953D5-DB80-4535-86F4-3A9904AC49D9}" type="pres">
      <dgm:prSet presAssocID="{938DB84A-B298-4DB3-955F-E86D36387C2C}" presName="tile2text" presStyleLbl="node1" presStyleIdx="1" presStyleCnt="4">
        <dgm:presLayoutVars>
          <dgm:chMax val="0"/>
          <dgm:chPref val="0"/>
          <dgm:bulletEnabled val="1"/>
        </dgm:presLayoutVars>
      </dgm:prSet>
      <dgm:spPr/>
    </dgm:pt>
    <dgm:pt modelId="{88B2C80C-AE0A-4ED4-90B3-568C2C7B375B}" type="pres">
      <dgm:prSet presAssocID="{938DB84A-B298-4DB3-955F-E86D36387C2C}" presName="tile3" presStyleLbl="node1" presStyleIdx="2" presStyleCnt="4"/>
      <dgm:spPr/>
    </dgm:pt>
    <dgm:pt modelId="{4E0EB16F-089A-48EB-96F4-3350DE7A3E15}" type="pres">
      <dgm:prSet presAssocID="{938DB84A-B298-4DB3-955F-E86D36387C2C}" presName="tile3text" presStyleLbl="node1" presStyleIdx="2" presStyleCnt="4">
        <dgm:presLayoutVars>
          <dgm:chMax val="0"/>
          <dgm:chPref val="0"/>
          <dgm:bulletEnabled val="1"/>
        </dgm:presLayoutVars>
      </dgm:prSet>
      <dgm:spPr/>
    </dgm:pt>
    <dgm:pt modelId="{500E2E5D-E2B2-458C-9E02-5391EE2801B9}" type="pres">
      <dgm:prSet presAssocID="{938DB84A-B298-4DB3-955F-E86D36387C2C}" presName="tile4" presStyleLbl="node1" presStyleIdx="3" presStyleCnt="4"/>
      <dgm:spPr/>
    </dgm:pt>
    <dgm:pt modelId="{B6C15040-4277-4D5C-B888-D0224E87B501}" type="pres">
      <dgm:prSet presAssocID="{938DB84A-B298-4DB3-955F-E86D36387C2C}" presName="tile4text" presStyleLbl="node1" presStyleIdx="3" presStyleCnt="4">
        <dgm:presLayoutVars>
          <dgm:chMax val="0"/>
          <dgm:chPref val="0"/>
          <dgm:bulletEnabled val="1"/>
        </dgm:presLayoutVars>
      </dgm:prSet>
      <dgm:spPr/>
    </dgm:pt>
    <dgm:pt modelId="{A45B9BEE-F8F0-40B5-8A9E-45076427E5EC}" type="pres">
      <dgm:prSet presAssocID="{938DB84A-B298-4DB3-955F-E86D36387C2C}" presName="centerTile" presStyleLbl="fgShp" presStyleIdx="0" presStyleCnt="1">
        <dgm:presLayoutVars>
          <dgm:chMax val="0"/>
          <dgm:chPref val="0"/>
        </dgm:presLayoutVars>
      </dgm:prSet>
      <dgm:spPr/>
    </dgm:pt>
  </dgm:ptLst>
  <dgm:cxnLst>
    <dgm:cxn modelId="{A631AA03-B4B3-4086-A471-05869372C19B}" srcId="{6599E5BE-F755-4CCE-80FA-784F4E4D0050}" destId="{433D473E-3BDC-4C27-831D-957E49B3916F}" srcOrd="0" destOrd="0" parTransId="{D7E2F0B0-E6BF-4DAD-9A74-B6F0E225411D}" sibTransId="{63F5CF97-5EDB-4E95-85F6-EE5B88D1D16E}"/>
    <dgm:cxn modelId="{C9D3C106-981C-44FD-A31C-C01EF4D9DCE2}" type="presOf" srcId="{E8B374DF-F4BF-4899-BE38-DF09C99F3EF5}" destId="{B6C15040-4277-4D5C-B888-D0224E87B501}" srcOrd="1" destOrd="0" presId="urn:microsoft.com/office/officeart/2005/8/layout/matrix1"/>
    <dgm:cxn modelId="{DC71351A-1271-46E3-A749-13FBA06B0F25}" type="presOf" srcId="{433D473E-3BDC-4C27-831D-957E49B3916F}" destId="{C057AB8B-33DB-4EC1-87F8-3CB73A9B9CCC}" srcOrd="1" destOrd="0" presId="urn:microsoft.com/office/officeart/2005/8/layout/matrix1"/>
    <dgm:cxn modelId="{083AED49-1F14-45CB-81CD-BBD8FC8C8990}" type="presOf" srcId="{6599E5BE-F755-4CCE-80FA-784F4E4D0050}" destId="{A45B9BEE-F8F0-40B5-8A9E-45076427E5EC}" srcOrd="0" destOrd="0" presId="urn:microsoft.com/office/officeart/2005/8/layout/matrix1"/>
    <dgm:cxn modelId="{8FB9C24F-B092-4296-91CE-BA9D164BBC44}" srcId="{6599E5BE-F755-4CCE-80FA-784F4E4D0050}" destId="{98A36B7E-4ADE-45F9-870B-B13DAEC5434A}" srcOrd="2" destOrd="0" parTransId="{CB2ADC1B-B895-46FF-88E1-F6017935176A}" sibTransId="{0D571960-2953-4821-9669-8FA6CD17208A}"/>
    <dgm:cxn modelId="{D60D6850-F449-4BEF-858C-F34D7CBE745D}" type="presOf" srcId="{938DB84A-B298-4DB3-955F-E86D36387C2C}" destId="{46EE0417-3045-4D48-9017-A1E9D4E694DB}" srcOrd="0" destOrd="0" presId="urn:microsoft.com/office/officeart/2005/8/layout/matrix1"/>
    <dgm:cxn modelId="{55AB72A0-43E8-4003-AEA3-196A8709A9DE}" type="presOf" srcId="{42DA1446-E84F-4F57-82E7-5B171B2C1098}" destId="{BE6D73EC-38A9-4D4A-B678-D4397F7141A4}" srcOrd="0" destOrd="0" presId="urn:microsoft.com/office/officeart/2005/8/layout/matrix1"/>
    <dgm:cxn modelId="{15719DA5-FD8F-4098-AEBE-2CBD45E102DF}" type="presOf" srcId="{98A36B7E-4ADE-45F9-870B-B13DAEC5434A}" destId="{88B2C80C-AE0A-4ED4-90B3-568C2C7B375B}" srcOrd="0" destOrd="0" presId="urn:microsoft.com/office/officeart/2005/8/layout/matrix1"/>
    <dgm:cxn modelId="{11E1DFAF-D063-4048-B235-10EEFF0CA343}" srcId="{938DB84A-B298-4DB3-955F-E86D36387C2C}" destId="{6599E5BE-F755-4CCE-80FA-784F4E4D0050}" srcOrd="0" destOrd="0" parTransId="{EC4F34D9-5947-467D-843C-0606CA6B0561}" sibTransId="{64FB1F90-3365-405B-8138-AAADB275E9EE}"/>
    <dgm:cxn modelId="{030597BB-5B45-4CF0-B984-3F15EEEB6DA7}" srcId="{6599E5BE-F755-4CCE-80FA-784F4E4D0050}" destId="{42DA1446-E84F-4F57-82E7-5B171B2C1098}" srcOrd="1" destOrd="0" parTransId="{AD5857F6-D0B1-4AF5-AEBB-58C48E781F14}" sibTransId="{BECFFCF3-538C-4F14-8C5B-DCE4D2E83214}"/>
    <dgm:cxn modelId="{4CEB87D5-3EEA-4DB4-B8C6-7FC2C7491D05}" type="presOf" srcId="{42DA1446-E84F-4F57-82E7-5B171B2C1098}" destId="{1DE953D5-DB80-4535-86F4-3A9904AC49D9}" srcOrd="1" destOrd="0" presId="urn:microsoft.com/office/officeart/2005/8/layout/matrix1"/>
    <dgm:cxn modelId="{FCA643D8-5348-47F7-8BCE-0A2F58E29D6F}" type="presOf" srcId="{433D473E-3BDC-4C27-831D-957E49B3916F}" destId="{9F16766D-9973-47F2-A2C1-3A5DA9C829F3}" srcOrd="0" destOrd="0" presId="urn:microsoft.com/office/officeart/2005/8/layout/matrix1"/>
    <dgm:cxn modelId="{6A3EA2F4-789C-46E6-AF38-1D10DDD14906}" type="presOf" srcId="{98A36B7E-4ADE-45F9-870B-B13DAEC5434A}" destId="{4E0EB16F-089A-48EB-96F4-3350DE7A3E15}" srcOrd="1" destOrd="0" presId="urn:microsoft.com/office/officeart/2005/8/layout/matrix1"/>
    <dgm:cxn modelId="{87E84FFC-56F9-44A0-A038-61E1C49B8EAF}" type="presOf" srcId="{E8B374DF-F4BF-4899-BE38-DF09C99F3EF5}" destId="{500E2E5D-E2B2-458C-9E02-5391EE2801B9}" srcOrd="0" destOrd="0" presId="urn:microsoft.com/office/officeart/2005/8/layout/matrix1"/>
    <dgm:cxn modelId="{DA86F6FE-36F8-47CB-AE55-0015A06CAED8}" srcId="{6599E5BE-F755-4CCE-80FA-784F4E4D0050}" destId="{E8B374DF-F4BF-4899-BE38-DF09C99F3EF5}" srcOrd="3" destOrd="0" parTransId="{8DB749E3-68F3-4C26-B316-CEF6CC4F7579}" sibTransId="{E7287527-3151-4999-8F78-33C17E9D0AA1}"/>
    <dgm:cxn modelId="{84591B9B-D289-4FBE-AB84-4A1BC66817D9}" type="presParOf" srcId="{46EE0417-3045-4D48-9017-A1E9D4E694DB}" destId="{493DEB30-7BF0-4101-97AB-5A2013F26998}" srcOrd="0" destOrd="0" presId="urn:microsoft.com/office/officeart/2005/8/layout/matrix1"/>
    <dgm:cxn modelId="{0DAB2CEF-ED4D-4EF0-9545-A95E3FC4CBF4}" type="presParOf" srcId="{493DEB30-7BF0-4101-97AB-5A2013F26998}" destId="{9F16766D-9973-47F2-A2C1-3A5DA9C829F3}" srcOrd="0" destOrd="0" presId="urn:microsoft.com/office/officeart/2005/8/layout/matrix1"/>
    <dgm:cxn modelId="{2D381451-ED4D-406D-AE81-FEE3A8E34DBB}" type="presParOf" srcId="{493DEB30-7BF0-4101-97AB-5A2013F26998}" destId="{C057AB8B-33DB-4EC1-87F8-3CB73A9B9CCC}" srcOrd="1" destOrd="0" presId="urn:microsoft.com/office/officeart/2005/8/layout/matrix1"/>
    <dgm:cxn modelId="{62FF8512-8F5E-4A2E-8326-CEB046F75E3D}" type="presParOf" srcId="{493DEB30-7BF0-4101-97AB-5A2013F26998}" destId="{BE6D73EC-38A9-4D4A-B678-D4397F7141A4}" srcOrd="2" destOrd="0" presId="urn:microsoft.com/office/officeart/2005/8/layout/matrix1"/>
    <dgm:cxn modelId="{C557F2DB-C4D3-4186-9D21-E6A4F1610916}" type="presParOf" srcId="{493DEB30-7BF0-4101-97AB-5A2013F26998}" destId="{1DE953D5-DB80-4535-86F4-3A9904AC49D9}" srcOrd="3" destOrd="0" presId="urn:microsoft.com/office/officeart/2005/8/layout/matrix1"/>
    <dgm:cxn modelId="{4228B570-2699-4A31-890E-F1E4787D4360}" type="presParOf" srcId="{493DEB30-7BF0-4101-97AB-5A2013F26998}" destId="{88B2C80C-AE0A-4ED4-90B3-568C2C7B375B}" srcOrd="4" destOrd="0" presId="urn:microsoft.com/office/officeart/2005/8/layout/matrix1"/>
    <dgm:cxn modelId="{93118E97-F093-4089-A5A2-8565BEF64048}" type="presParOf" srcId="{493DEB30-7BF0-4101-97AB-5A2013F26998}" destId="{4E0EB16F-089A-48EB-96F4-3350DE7A3E15}" srcOrd="5" destOrd="0" presId="urn:microsoft.com/office/officeart/2005/8/layout/matrix1"/>
    <dgm:cxn modelId="{D4BF46CD-BB6B-4E44-9828-BC04F779A3D4}" type="presParOf" srcId="{493DEB30-7BF0-4101-97AB-5A2013F26998}" destId="{500E2E5D-E2B2-458C-9E02-5391EE2801B9}" srcOrd="6" destOrd="0" presId="urn:microsoft.com/office/officeart/2005/8/layout/matrix1"/>
    <dgm:cxn modelId="{F2096A7B-7EB5-4BB4-A7CE-7001EB1BD6C6}" type="presParOf" srcId="{493DEB30-7BF0-4101-97AB-5A2013F26998}" destId="{B6C15040-4277-4D5C-B888-D0224E87B501}" srcOrd="7" destOrd="0" presId="urn:microsoft.com/office/officeart/2005/8/layout/matrix1"/>
    <dgm:cxn modelId="{0634FC14-DD64-4DFC-8D1B-2EBE10A1B3C8}" type="presParOf" srcId="{46EE0417-3045-4D48-9017-A1E9D4E694DB}" destId="{A45B9BEE-F8F0-40B5-8A9E-45076427E5EC}"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8100F3-6515-43F8-94C4-27DC81901220}"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fr-FR"/>
        </a:p>
      </dgm:t>
    </dgm:pt>
    <dgm:pt modelId="{13D63CF3-83E5-4DC0-8371-B67D94650D6E}">
      <dgm:prSet phldrT="[Texte]" phldr="0"/>
      <dgm:spPr/>
      <dgm:t>
        <a:bodyPr/>
        <a:lstStyle/>
        <a:p>
          <a:r>
            <a:rPr lang="fr-FR" dirty="0" err="1"/>
            <a:t>MLflow</a:t>
          </a:r>
          <a:endParaRPr lang="fr-FR" dirty="0"/>
        </a:p>
      </dgm:t>
    </dgm:pt>
    <dgm:pt modelId="{BA6E7F8F-E046-42B5-B5E3-814AC3453650}" type="parTrans" cxnId="{89422395-03F6-4D11-A43B-600CB88384D9}">
      <dgm:prSet/>
      <dgm:spPr/>
      <dgm:t>
        <a:bodyPr/>
        <a:lstStyle/>
        <a:p>
          <a:endParaRPr lang="fr-FR"/>
        </a:p>
      </dgm:t>
    </dgm:pt>
    <dgm:pt modelId="{35D6A135-0335-4CC8-9E01-57EF0068A037}" type="sibTrans" cxnId="{89422395-03F6-4D11-A43B-600CB88384D9}">
      <dgm:prSet/>
      <dgm:spPr/>
      <dgm:t>
        <a:bodyPr/>
        <a:lstStyle/>
        <a:p>
          <a:endParaRPr lang="fr-FR"/>
        </a:p>
      </dgm:t>
    </dgm:pt>
    <dgm:pt modelId="{39DB50A0-2B1B-4B2D-8D5C-A2CC8036E66B}">
      <dgm:prSet phldrT="[Texte]" phldr="0"/>
      <dgm:spPr/>
      <dgm:t>
        <a:bodyPr/>
        <a:lstStyle/>
        <a:p>
          <a:r>
            <a:rPr lang="fr-FR" dirty="0"/>
            <a:t>Chaque entrainement est un run</a:t>
          </a:r>
        </a:p>
      </dgm:t>
    </dgm:pt>
    <dgm:pt modelId="{F50F1D12-F57C-4DFE-B0B0-155BD7C41017}" type="parTrans" cxnId="{EA57F401-0ADF-4994-9398-2CAC7D04E621}">
      <dgm:prSet/>
      <dgm:spPr/>
      <dgm:t>
        <a:bodyPr/>
        <a:lstStyle/>
        <a:p>
          <a:endParaRPr lang="fr-FR"/>
        </a:p>
      </dgm:t>
    </dgm:pt>
    <dgm:pt modelId="{FAE8820E-E673-4619-A215-C9C5A8CDDCC4}" type="sibTrans" cxnId="{EA57F401-0ADF-4994-9398-2CAC7D04E621}">
      <dgm:prSet/>
      <dgm:spPr/>
      <dgm:t>
        <a:bodyPr/>
        <a:lstStyle/>
        <a:p>
          <a:endParaRPr lang="fr-FR"/>
        </a:p>
      </dgm:t>
    </dgm:pt>
    <dgm:pt modelId="{6BFB1690-4695-44BA-8A2D-E963849D3C4D}">
      <dgm:prSet phldrT="[Texte]" phldr="0"/>
      <dgm:spPr/>
      <dgm:t>
        <a:bodyPr/>
        <a:lstStyle/>
        <a:p>
          <a:r>
            <a:rPr lang="fr-FR" dirty="0"/>
            <a:t>Modèle accepté : nouvelle version + alias champion</a:t>
          </a:r>
        </a:p>
      </dgm:t>
    </dgm:pt>
    <dgm:pt modelId="{2F37BC47-39A0-4A8C-B656-BD186073CD4C}" type="parTrans" cxnId="{DBECFA64-9CF8-4C68-A10D-F52FF7CF9527}">
      <dgm:prSet/>
      <dgm:spPr/>
      <dgm:t>
        <a:bodyPr/>
        <a:lstStyle/>
        <a:p>
          <a:endParaRPr lang="fr-FR"/>
        </a:p>
      </dgm:t>
    </dgm:pt>
    <dgm:pt modelId="{8EA0B6C1-C0C2-417E-9E48-328F8EAE1416}" type="sibTrans" cxnId="{DBECFA64-9CF8-4C68-A10D-F52FF7CF9527}">
      <dgm:prSet/>
      <dgm:spPr/>
      <dgm:t>
        <a:bodyPr/>
        <a:lstStyle/>
        <a:p>
          <a:endParaRPr lang="fr-FR"/>
        </a:p>
      </dgm:t>
    </dgm:pt>
    <dgm:pt modelId="{A51263F2-F7BE-4447-9AAD-5485041398CF}">
      <dgm:prSet phldrT="[Texte]" phldr="0"/>
      <dgm:spPr/>
      <dgm:t>
        <a:bodyPr/>
        <a:lstStyle/>
        <a:p>
          <a:r>
            <a:rPr lang="fr-FR" dirty="0"/>
            <a:t>Promotion versionnée et </a:t>
          </a:r>
          <a:r>
            <a:rPr lang="fr-FR" dirty="0" err="1"/>
            <a:t>reversible</a:t>
          </a:r>
          <a:endParaRPr lang="fr-FR" dirty="0"/>
        </a:p>
      </dgm:t>
    </dgm:pt>
    <dgm:pt modelId="{3308D81B-6F44-469E-9DFE-FA75D1BE3EFA}" type="parTrans" cxnId="{D55F930B-0261-4A36-964D-21C7489D1E07}">
      <dgm:prSet/>
      <dgm:spPr/>
      <dgm:t>
        <a:bodyPr/>
        <a:lstStyle/>
        <a:p>
          <a:endParaRPr lang="fr-FR"/>
        </a:p>
      </dgm:t>
    </dgm:pt>
    <dgm:pt modelId="{39E6F54F-118C-45C2-AE40-081A8B4B7BBC}" type="sibTrans" cxnId="{D55F930B-0261-4A36-964D-21C7489D1E07}">
      <dgm:prSet/>
      <dgm:spPr/>
      <dgm:t>
        <a:bodyPr/>
        <a:lstStyle/>
        <a:p>
          <a:endParaRPr lang="fr-FR"/>
        </a:p>
      </dgm:t>
    </dgm:pt>
    <dgm:pt modelId="{0355111E-7D0B-4973-8AE9-463ABCEFBC5E}">
      <dgm:prSet phldrT="[Texte]" phldr="0"/>
      <dgm:spPr/>
      <dgm:t>
        <a:bodyPr/>
        <a:lstStyle/>
        <a:p>
          <a:r>
            <a:rPr lang="fr-FR" dirty="0"/>
            <a:t>Modèle rejeté : tracé mais modèle actif inchangé</a:t>
          </a:r>
        </a:p>
      </dgm:t>
    </dgm:pt>
    <dgm:pt modelId="{32AB9E42-3F99-44D9-8609-80B186A6E90A}" type="parTrans" cxnId="{275E1E23-4A2E-4357-AA8F-12F13DE8BD97}">
      <dgm:prSet/>
      <dgm:spPr/>
      <dgm:t>
        <a:bodyPr/>
        <a:lstStyle/>
        <a:p>
          <a:endParaRPr lang="fr-FR"/>
        </a:p>
      </dgm:t>
    </dgm:pt>
    <dgm:pt modelId="{7015A368-9FD2-4FF2-87C4-67E626876A0D}" type="sibTrans" cxnId="{275E1E23-4A2E-4357-AA8F-12F13DE8BD97}">
      <dgm:prSet/>
      <dgm:spPr/>
      <dgm:t>
        <a:bodyPr/>
        <a:lstStyle/>
        <a:p>
          <a:endParaRPr lang="fr-FR"/>
        </a:p>
      </dgm:t>
    </dgm:pt>
    <dgm:pt modelId="{2A3E8B8D-67B5-47BD-B523-E2A09175BE20}" type="pres">
      <dgm:prSet presAssocID="{2B8100F3-6515-43F8-94C4-27DC81901220}" presName="diagram" presStyleCnt="0">
        <dgm:presLayoutVars>
          <dgm:chMax val="1"/>
          <dgm:dir/>
          <dgm:animLvl val="ctr"/>
          <dgm:resizeHandles val="exact"/>
        </dgm:presLayoutVars>
      </dgm:prSet>
      <dgm:spPr/>
    </dgm:pt>
    <dgm:pt modelId="{92FDED6C-C4B5-4335-996D-681A281AA03D}" type="pres">
      <dgm:prSet presAssocID="{2B8100F3-6515-43F8-94C4-27DC81901220}" presName="matrix" presStyleCnt="0"/>
      <dgm:spPr/>
    </dgm:pt>
    <dgm:pt modelId="{E9A2C6F6-B4EC-430E-B0A6-27A9C435661E}" type="pres">
      <dgm:prSet presAssocID="{2B8100F3-6515-43F8-94C4-27DC81901220}" presName="tile1" presStyleLbl="node1" presStyleIdx="0" presStyleCnt="4"/>
      <dgm:spPr/>
    </dgm:pt>
    <dgm:pt modelId="{CAB2C5FF-C8BF-4EAD-B3AF-A18B0FBEB92C}" type="pres">
      <dgm:prSet presAssocID="{2B8100F3-6515-43F8-94C4-27DC81901220}" presName="tile1text" presStyleLbl="node1" presStyleIdx="0" presStyleCnt="4">
        <dgm:presLayoutVars>
          <dgm:chMax val="0"/>
          <dgm:chPref val="0"/>
          <dgm:bulletEnabled val="1"/>
        </dgm:presLayoutVars>
      </dgm:prSet>
      <dgm:spPr/>
    </dgm:pt>
    <dgm:pt modelId="{46E630F8-205E-4CAA-AA6E-F88E7325360E}" type="pres">
      <dgm:prSet presAssocID="{2B8100F3-6515-43F8-94C4-27DC81901220}" presName="tile2" presStyleLbl="node1" presStyleIdx="1" presStyleCnt="4"/>
      <dgm:spPr/>
    </dgm:pt>
    <dgm:pt modelId="{8E7EAAAF-7B74-43FD-9AE0-015BF0498B94}" type="pres">
      <dgm:prSet presAssocID="{2B8100F3-6515-43F8-94C4-27DC81901220}" presName="tile2text" presStyleLbl="node1" presStyleIdx="1" presStyleCnt="4">
        <dgm:presLayoutVars>
          <dgm:chMax val="0"/>
          <dgm:chPref val="0"/>
          <dgm:bulletEnabled val="1"/>
        </dgm:presLayoutVars>
      </dgm:prSet>
      <dgm:spPr/>
    </dgm:pt>
    <dgm:pt modelId="{DD52888D-4124-4D3D-A98E-37521E0D0AD5}" type="pres">
      <dgm:prSet presAssocID="{2B8100F3-6515-43F8-94C4-27DC81901220}" presName="tile3" presStyleLbl="node1" presStyleIdx="2" presStyleCnt="4"/>
      <dgm:spPr/>
    </dgm:pt>
    <dgm:pt modelId="{6EA9D1F1-B0B6-43EF-8FA1-34F143B222E6}" type="pres">
      <dgm:prSet presAssocID="{2B8100F3-6515-43F8-94C4-27DC81901220}" presName="tile3text" presStyleLbl="node1" presStyleIdx="2" presStyleCnt="4">
        <dgm:presLayoutVars>
          <dgm:chMax val="0"/>
          <dgm:chPref val="0"/>
          <dgm:bulletEnabled val="1"/>
        </dgm:presLayoutVars>
      </dgm:prSet>
      <dgm:spPr/>
    </dgm:pt>
    <dgm:pt modelId="{3872804C-6416-4C87-8F61-B0AE7E5F7BB3}" type="pres">
      <dgm:prSet presAssocID="{2B8100F3-6515-43F8-94C4-27DC81901220}" presName="tile4" presStyleLbl="node1" presStyleIdx="3" presStyleCnt="4"/>
      <dgm:spPr/>
    </dgm:pt>
    <dgm:pt modelId="{7BD2094E-A10E-420B-9C94-80157D0CED13}" type="pres">
      <dgm:prSet presAssocID="{2B8100F3-6515-43F8-94C4-27DC81901220}" presName="tile4text" presStyleLbl="node1" presStyleIdx="3" presStyleCnt="4">
        <dgm:presLayoutVars>
          <dgm:chMax val="0"/>
          <dgm:chPref val="0"/>
          <dgm:bulletEnabled val="1"/>
        </dgm:presLayoutVars>
      </dgm:prSet>
      <dgm:spPr/>
    </dgm:pt>
    <dgm:pt modelId="{D3A82691-AE7E-4D75-9D3F-400B2F154E14}" type="pres">
      <dgm:prSet presAssocID="{2B8100F3-6515-43F8-94C4-27DC81901220}" presName="centerTile" presStyleLbl="fgShp" presStyleIdx="0" presStyleCnt="1">
        <dgm:presLayoutVars>
          <dgm:chMax val="0"/>
          <dgm:chPref val="0"/>
        </dgm:presLayoutVars>
      </dgm:prSet>
      <dgm:spPr/>
    </dgm:pt>
  </dgm:ptLst>
  <dgm:cxnLst>
    <dgm:cxn modelId="{EA57F401-0ADF-4994-9398-2CAC7D04E621}" srcId="{13D63CF3-83E5-4DC0-8371-B67D94650D6E}" destId="{39DB50A0-2B1B-4B2D-8D5C-A2CC8036E66B}" srcOrd="0" destOrd="0" parTransId="{F50F1D12-F57C-4DFE-B0B0-155BD7C41017}" sibTransId="{FAE8820E-E673-4619-A215-C9C5A8CDDCC4}"/>
    <dgm:cxn modelId="{D55F930B-0261-4A36-964D-21C7489D1E07}" srcId="{13D63CF3-83E5-4DC0-8371-B67D94650D6E}" destId="{A51263F2-F7BE-4447-9AAD-5485041398CF}" srcOrd="2" destOrd="0" parTransId="{3308D81B-6F44-469E-9DFE-FA75D1BE3EFA}" sibTransId="{39E6F54F-118C-45C2-AE40-081A8B4B7BBC}"/>
    <dgm:cxn modelId="{055A701C-B9D7-49FC-8D87-9C67B145E529}" type="presOf" srcId="{39DB50A0-2B1B-4B2D-8D5C-A2CC8036E66B}" destId="{CAB2C5FF-C8BF-4EAD-B3AF-A18B0FBEB92C}" srcOrd="1" destOrd="0" presId="urn:microsoft.com/office/officeart/2005/8/layout/matrix1"/>
    <dgm:cxn modelId="{9AEE3A1D-5516-4392-B05E-242F36693325}" type="presOf" srcId="{6BFB1690-4695-44BA-8A2D-E963849D3C4D}" destId="{8E7EAAAF-7B74-43FD-9AE0-015BF0498B94}" srcOrd="1" destOrd="0" presId="urn:microsoft.com/office/officeart/2005/8/layout/matrix1"/>
    <dgm:cxn modelId="{275E1E23-4A2E-4357-AA8F-12F13DE8BD97}" srcId="{13D63CF3-83E5-4DC0-8371-B67D94650D6E}" destId="{0355111E-7D0B-4973-8AE9-463ABCEFBC5E}" srcOrd="3" destOrd="0" parTransId="{32AB9E42-3F99-44D9-8609-80B186A6E90A}" sibTransId="{7015A368-9FD2-4FF2-87C4-67E626876A0D}"/>
    <dgm:cxn modelId="{5073B139-2E2B-4E82-B0FC-C2CF7A3ECC5A}" type="presOf" srcId="{39DB50A0-2B1B-4B2D-8D5C-A2CC8036E66B}" destId="{E9A2C6F6-B4EC-430E-B0A6-27A9C435661E}" srcOrd="0" destOrd="0" presId="urn:microsoft.com/office/officeart/2005/8/layout/matrix1"/>
    <dgm:cxn modelId="{CD007E3B-54FE-4B12-8DEF-FD0A01537B42}" type="presOf" srcId="{13D63CF3-83E5-4DC0-8371-B67D94650D6E}" destId="{D3A82691-AE7E-4D75-9D3F-400B2F154E14}" srcOrd="0" destOrd="0" presId="urn:microsoft.com/office/officeart/2005/8/layout/matrix1"/>
    <dgm:cxn modelId="{DBECFA64-9CF8-4C68-A10D-F52FF7CF9527}" srcId="{13D63CF3-83E5-4DC0-8371-B67D94650D6E}" destId="{6BFB1690-4695-44BA-8A2D-E963849D3C4D}" srcOrd="1" destOrd="0" parTransId="{2F37BC47-39A0-4A8C-B656-BD186073CD4C}" sibTransId="{8EA0B6C1-C0C2-417E-9E48-328F8EAE1416}"/>
    <dgm:cxn modelId="{89422395-03F6-4D11-A43B-600CB88384D9}" srcId="{2B8100F3-6515-43F8-94C4-27DC81901220}" destId="{13D63CF3-83E5-4DC0-8371-B67D94650D6E}" srcOrd="0" destOrd="0" parTransId="{BA6E7F8F-E046-42B5-B5E3-814AC3453650}" sibTransId="{35D6A135-0335-4CC8-9E01-57EF0068A037}"/>
    <dgm:cxn modelId="{42E0CAA7-9AB7-4AE0-8C21-83FE318E3D4E}" type="presOf" srcId="{0355111E-7D0B-4973-8AE9-463ABCEFBC5E}" destId="{7BD2094E-A10E-420B-9C94-80157D0CED13}" srcOrd="1" destOrd="0" presId="urn:microsoft.com/office/officeart/2005/8/layout/matrix1"/>
    <dgm:cxn modelId="{E82D93B1-FE8A-4BE6-9CE0-7183847FA853}" type="presOf" srcId="{A51263F2-F7BE-4447-9AAD-5485041398CF}" destId="{DD52888D-4124-4D3D-A98E-37521E0D0AD5}" srcOrd="0" destOrd="0" presId="urn:microsoft.com/office/officeart/2005/8/layout/matrix1"/>
    <dgm:cxn modelId="{CB7B51BC-BA16-4937-8115-6646E9C111D2}" type="presOf" srcId="{2B8100F3-6515-43F8-94C4-27DC81901220}" destId="{2A3E8B8D-67B5-47BD-B523-E2A09175BE20}" srcOrd="0" destOrd="0" presId="urn:microsoft.com/office/officeart/2005/8/layout/matrix1"/>
    <dgm:cxn modelId="{B9C9F1D0-7446-4148-BDA4-853A1CE9C764}" type="presOf" srcId="{6BFB1690-4695-44BA-8A2D-E963849D3C4D}" destId="{46E630F8-205E-4CAA-AA6E-F88E7325360E}" srcOrd="0" destOrd="0" presId="urn:microsoft.com/office/officeart/2005/8/layout/matrix1"/>
    <dgm:cxn modelId="{8FF7F4DA-19A8-44A9-8650-167654400766}" type="presOf" srcId="{A51263F2-F7BE-4447-9AAD-5485041398CF}" destId="{6EA9D1F1-B0B6-43EF-8FA1-34F143B222E6}" srcOrd="1" destOrd="0" presId="urn:microsoft.com/office/officeart/2005/8/layout/matrix1"/>
    <dgm:cxn modelId="{8AFA11DF-35D8-40E9-8259-E70B3896DBD5}" type="presOf" srcId="{0355111E-7D0B-4973-8AE9-463ABCEFBC5E}" destId="{3872804C-6416-4C87-8F61-B0AE7E5F7BB3}" srcOrd="0" destOrd="0" presId="urn:microsoft.com/office/officeart/2005/8/layout/matrix1"/>
    <dgm:cxn modelId="{21C00AA6-427B-4005-999C-A7CCEABCC5AD}" type="presParOf" srcId="{2A3E8B8D-67B5-47BD-B523-E2A09175BE20}" destId="{92FDED6C-C4B5-4335-996D-681A281AA03D}" srcOrd="0" destOrd="0" presId="urn:microsoft.com/office/officeart/2005/8/layout/matrix1"/>
    <dgm:cxn modelId="{C60BF079-0C8A-4342-8E92-41CF8D51E5ED}" type="presParOf" srcId="{92FDED6C-C4B5-4335-996D-681A281AA03D}" destId="{E9A2C6F6-B4EC-430E-B0A6-27A9C435661E}" srcOrd="0" destOrd="0" presId="urn:microsoft.com/office/officeart/2005/8/layout/matrix1"/>
    <dgm:cxn modelId="{979B5B2D-5E2A-46F6-BF7F-0C0F310F691B}" type="presParOf" srcId="{92FDED6C-C4B5-4335-996D-681A281AA03D}" destId="{CAB2C5FF-C8BF-4EAD-B3AF-A18B0FBEB92C}" srcOrd="1" destOrd="0" presId="urn:microsoft.com/office/officeart/2005/8/layout/matrix1"/>
    <dgm:cxn modelId="{979E1D0A-9648-4C0B-9A80-B3AF40CD5F8E}" type="presParOf" srcId="{92FDED6C-C4B5-4335-996D-681A281AA03D}" destId="{46E630F8-205E-4CAA-AA6E-F88E7325360E}" srcOrd="2" destOrd="0" presId="urn:microsoft.com/office/officeart/2005/8/layout/matrix1"/>
    <dgm:cxn modelId="{FEEF99F8-15A9-47C1-8D92-376F2FDCAB3F}" type="presParOf" srcId="{92FDED6C-C4B5-4335-996D-681A281AA03D}" destId="{8E7EAAAF-7B74-43FD-9AE0-015BF0498B94}" srcOrd="3" destOrd="0" presId="urn:microsoft.com/office/officeart/2005/8/layout/matrix1"/>
    <dgm:cxn modelId="{986F539F-B7C7-41B5-BF7C-2ED67813187E}" type="presParOf" srcId="{92FDED6C-C4B5-4335-996D-681A281AA03D}" destId="{DD52888D-4124-4D3D-A98E-37521E0D0AD5}" srcOrd="4" destOrd="0" presId="urn:microsoft.com/office/officeart/2005/8/layout/matrix1"/>
    <dgm:cxn modelId="{C1BD7C59-DEE2-40A5-B1B6-4A4488137C75}" type="presParOf" srcId="{92FDED6C-C4B5-4335-996D-681A281AA03D}" destId="{6EA9D1F1-B0B6-43EF-8FA1-34F143B222E6}" srcOrd="5" destOrd="0" presId="urn:microsoft.com/office/officeart/2005/8/layout/matrix1"/>
    <dgm:cxn modelId="{1DF54820-E4A2-46A5-A269-CB1FD8DE9494}" type="presParOf" srcId="{92FDED6C-C4B5-4335-996D-681A281AA03D}" destId="{3872804C-6416-4C87-8F61-B0AE7E5F7BB3}" srcOrd="6" destOrd="0" presId="urn:microsoft.com/office/officeart/2005/8/layout/matrix1"/>
    <dgm:cxn modelId="{D753C597-CBC4-462A-8469-3A7F1DFCD861}" type="presParOf" srcId="{92FDED6C-C4B5-4335-996D-681A281AA03D}" destId="{7BD2094E-A10E-420B-9C94-80157D0CED13}" srcOrd="7" destOrd="0" presId="urn:microsoft.com/office/officeart/2005/8/layout/matrix1"/>
    <dgm:cxn modelId="{D22C604C-A6B6-4277-A4CA-1A339083A023}" type="presParOf" srcId="{2A3E8B8D-67B5-47BD-B523-E2A09175BE20}" destId="{D3A82691-AE7E-4D75-9D3F-400B2F154E14}" srcOrd="1" destOrd="0" presId="urn:microsoft.com/office/officeart/2005/8/layout/matrix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0C1F39-01C3-4827-9730-AC14646ADC39}"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fr-FR"/>
        </a:p>
      </dgm:t>
    </dgm:pt>
    <dgm:pt modelId="{B2C1B4D2-FF60-4186-AD30-3F62BD9DBEBA}">
      <dgm:prSet phldrT="[Texte]" phldr="0"/>
      <dgm:spPr/>
      <dgm:t>
        <a:bodyPr/>
        <a:lstStyle/>
        <a:p>
          <a:r>
            <a:rPr lang="fr-FR" dirty="0"/>
            <a:t>Coût</a:t>
          </a:r>
        </a:p>
      </dgm:t>
    </dgm:pt>
    <dgm:pt modelId="{B8564F1A-3884-4E41-8D9D-B25F3E81A2B6}" type="parTrans" cxnId="{72628E19-E276-449E-9670-14D8D1178D0E}">
      <dgm:prSet/>
      <dgm:spPr/>
      <dgm:t>
        <a:bodyPr/>
        <a:lstStyle/>
        <a:p>
          <a:endParaRPr lang="fr-FR"/>
        </a:p>
      </dgm:t>
    </dgm:pt>
    <dgm:pt modelId="{C3C2768F-DF2C-4FAE-96A8-A6D3B706765E}" type="sibTrans" cxnId="{72628E19-E276-449E-9670-14D8D1178D0E}">
      <dgm:prSet/>
      <dgm:spPr/>
      <dgm:t>
        <a:bodyPr/>
        <a:lstStyle/>
        <a:p>
          <a:endParaRPr lang="fr-FR"/>
        </a:p>
      </dgm:t>
    </dgm:pt>
    <dgm:pt modelId="{527E7420-9FF1-4E8A-884C-CAF620515680}">
      <dgm:prSet phldrT="[Texte]" phldr="0"/>
      <dgm:spPr/>
      <dgm:t>
        <a:bodyPr/>
        <a:lstStyle/>
        <a:p>
          <a:r>
            <a:rPr lang="fr-FR" dirty="0"/>
            <a:t>Confidentialité</a:t>
          </a:r>
        </a:p>
      </dgm:t>
    </dgm:pt>
    <dgm:pt modelId="{A08834CC-D7D6-43D5-8D31-91E05277E40F}" type="parTrans" cxnId="{27ABE216-47AF-45A1-BDB0-CB97ABF6E4C2}">
      <dgm:prSet/>
      <dgm:spPr/>
      <dgm:t>
        <a:bodyPr/>
        <a:lstStyle/>
        <a:p>
          <a:endParaRPr lang="fr-FR"/>
        </a:p>
      </dgm:t>
    </dgm:pt>
    <dgm:pt modelId="{C2C5EBC6-029E-4156-842F-0F6843A0201B}" type="sibTrans" cxnId="{27ABE216-47AF-45A1-BDB0-CB97ABF6E4C2}">
      <dgm:prSet/>
      <dgm:spPr/>
      <dgm:t>
        <a:bodyPr/>
        <a:lstStyle/>
        <a:p>
          <a:endParaRPr lang="fr-FR"/>
        </a:p>
      </dgm:t>
    </dgm:pt>
    <dgm:pt modelId="{0A4289C5-7620-4E18-B902-31A230358506}">
      <dgm:prSet phldrT="[Texte]" phldr="0"/>
      <dgm:spPr/>
      <dgm:t>
        <a:bodyPr/>
        <a:lstStyle/>
        <a:p>
          <a:r>
            <a:rPr lang="fr-FR" dirty="0"/>
            <a:t>Charge de calcul</a:t>
          </a:r>
        </a:p>
      </dgm:t>
    </dgm:pt>
    <dgm:pt modelId="{68C063A0-CD73-432A-B548-FC78CC2D8D1C}" type="parTrans" cxnId="{B69B8675-3A7E-4FE9-9C12-3DBBE4CF06D6}">
      <dgm:prSet/>
      <dgm:spPr/>
      <dgm:t>
        <a:bodyPr/>
        <a:lstStyle/>
        <a:p>
          <a:endParaRPr lang="fr-FR"/>
        </a:p>
      </dgm:t>
    </dgm:pt>
    <dgm:pt modelId="{EFEC9ABB-3FC4-4D39-9C7A-05ABEA04408F}" type="sibTrans" cxnId="{B69B8675-3A7E-4FE9-9C12-3DBBE4CF06D6}">
      <dgm:prSet/>
      <dgm:spPr/>
      <dgm:t>
        <a:bodyPr/>
        <a:lstStyle/>
        <a:p>
          <a:endParaRPr lang="fr-FR"/>
        </a:p>
      </dgm:t>
    </dgm:pt>
    <dgm:pt modelId="{F0F326E6-47E3-49D2-BACC-EDDF2893A78B}">
      <dgm:prSet phldrT="[Texte]" phldr="0"/>
      <dgm:spPr/>
      <dgm:t>
        <a:bodyPr/>
        <a:lstStyle/>
        <a:p>
          <a:r>
            <a:rPr lang="fr-FR" dirty="0"/>
            <a:t>Exploitation</a:t>
          </a:r>
        </a:p>
      </dgm:t>
    </dgm:pt>
    <dgm:pt modelId="{0801742C-5C9A-48BB-AF4C-9412027835FD}" type="parTrans" cxnId="{68858154-5AF3-473F-AF63-F7490896A2CB}">
      <dgm:prSet/>
      <dgm:spPr/>
      <dgm:t>
        <a:bodyPr/>
        <a:lstStyle/>
        <a:p>
          <a:endParaRPr lang="fr-FR"/>
        </a:p>
      </dgm:t>
    </dgm:pt>
    <dgm:pt modelId="{41A6A0C4-1FA1-493F-8064-A29810E6684E}" type="sibTrans" cxnId="{68858154-5AF3-473F-AF63-F7490896A2CB}">
      <dgm:prSet/>
      <dgm:spPr/>
      <dgm:t>
        <a:bodyPr/>
        <a:lstStyle/>
        <a:p>
          <a:endParaRPr lang="fr-FR"/>
        </a:p>
      </dgm:t>
    </dgm:pt>
    <dgm:pt modelId="{C97AD86B-BB62-439F-8121-F00E40876B53}">
      <dgm:prSet phldrT="[Texte]" phldr="0"/>
      <dgm:spPr/>
      <dgm:t>
        <a:bodyPr/>
        <a:lstStyle/>
        <a:p>
          <a:r>
            <a:rPr lang="fr-FR" dirty="0"/>
            <a:t>Conformité réglementaire</a:t>
          </a:r>
        </a:p>
      </dgm:t>
    </dgm:pt>
    <dgm:pt modelId="{F683C9FE-5746-4E6B-8C3F-65673080CD61}" type="parTrans" cxnId="{7CC8CADE-03B5-408F-BC82-F687A8E1AEB3}">
      <dgm:prSet/>
      <dgm:spPr/>
      <dgm:t>
        <a:bodyPr/>
        <a:lstStyle/>
        <a:p>
          <a:endParaRPr lang="fr-FR"/>
        </a:p>
      </dgm:t>
    </dgm:pt>
    <dgm:pt modelId="{AA7EEC15-9FC9-4518-9A2B-A84B74C8A479}" type="sibTrans" cxnId="{7CC8CADE-03B5-408F-BC82-F687A8E1AEB3}">
      <dgm:prSet/>
      <dgm:spPr/>
      <dgm:t>
        <a:bodyPr/>
        <a:lstStyle/>
        <a:p>
          <a:endParaRPr lang="fr-FR"/>
        </a:p>
      </dgm:t>
    </dgm:pt>
    <dgm:pt modelId="{A988678F-0F6B-40B8-B51A-E9DEDDEFDE47}" type="pres">
      <dgm:prSet presAssocID="{970C1F39-01C3-4827-9730-AC14646ADC39}" presName="diagram" presStyleCnt="0">
        <dgm:presLayoutVars>
          <dgm:chMax val="1"/>
          <dgm:dir/>
          <dgm:animLvl val="ctr"/>
          <dgm:resizeHandles val="exact"/>
        </dgm:presLayoutVars>
      </dgm:prSet>
      <dgm:spPr/>
    </dgm:pt>
    <dgm:pt modelId="{CFC58EB6-BD41-4DEA-B590-627708C5CC60}" type="pres">
      <dgm:prSet presAssocID="{970C1F39-01C3-4827-9730-AC14646ADC39}" presName="matrix" presStyleCnt="0"/>
      <dgm:spPr/>
    </dgm:pt>
    <dgm:pt modelId="{F04D82A8-29D0-44A1-A390-1AFC6DF265DE}" type="pres">
      <dgm:prSet presAssocID="{970C1F39-01C3-4827-9730-AC14646ADC39}" presName="tile1" presStyleLbl="node1" presStyleIdx="0" presStyleCnt="4"/>
      <dgm:spPr/>
    </dgm:pt>
    <dgm:pt modelId="{34CB2491-F9BF-4704-84DB-EBFEF0494B79}" type="pres">
      <dgm:prSet presAssocID="{970C1F39-01C3-4827-9730-AC14646ADC39}" presName="tile1text" presStyleLbl="node1" presStyleIdx="0" presStyleCnt="4">
        <dgm:presLayoutVars>
          <dgm:chMax val="0"/>
          <dgm:chPref val="0"/>
          <dgm:bulletEnabled val="1"/>
        </dgm:presLayoutVars>
      </dgm:prSet>
      <dgm:spPr/>
    </dgm:pt>
    <dgm:pt modelId="{11EE91BF-4622-4F65-B5A1-808F506EBF38}" type="pres">
      <dgm:prSet presAssocID="{970C1F39-01C3-4827-9730-AC14646ADC39}" presName="tile2" presStyleLbl="node1" presStyleIdx="1" presStyleCnt="4"/>
      <dgm:spPr/>
    </dgm:pt>
    <dgm:pt modelId="{A2FEA593-15D3-48EF-862E-5E612B3A05E9}" type="pres">
      <dgm:prSet presAssocID="{970C1F39-01C3-4827-9730-AC14646ADC39}" presName="tile2text" presStyleLbl="node1" presStyleIdx="1" presStyleCnt="4">
        <dgm:presLayoutVars>
          <dgm:chMax val="0"/>
          <dgm:chPref val="0"/>
          <dgm:bulletEnabled val="1"/>
        </dgm:presLayoutVars>
      </dgm:prSet>
      <dgm:spPr/>
    </dgm:pt>
    <dgm:pt modelId="{EFD025F5-D7FF-46DD-83CA-3777AE20B81C}" type="pres">
      <dgm:prSet presAssocID="{970C1F39-01C3-4827-9730-AC14646ADC39}" presName="tile3" presStyleLbl="node1" presStyleIdx="2" presStyleCnt="4"/>
      <dgm:spPr/>
    </dgm:pt>
    <dgm:pt modelId="{36B60410-22C5-45A7-9CFB-5C60E40F91F6}" type="pres">
      <dgm:prSet presAssocID="{970C1F39-01C3-4827-9730-AC14646ADC39}" presName="tile3text" presStyleLbl="node1" presStyleIdx="2" presStyleCnt="4">
        <dgm:presLayoutVars>
          <dgm:chMax val="0"/>
          <dgm:chPref val="0"/>
          <dgm:bulletEnabled val="1"/>
        </dgm:presLayoutVars>
      </dgm:prSet>
      <dgm:spPr/>
    </dgm:pt>
    <dgm:pt modelId="{16491E1D-4DCB-43F6-B049-F673F37BB321}" type="pres">
      <dgm:prSet presAssocID="{970C1F39-01C3-4827-9730-AC14646ADC39}" presName="tile4" presStyleLbl="node1" presStyleIdx="3" presStyleCnt="4"/>
      <dgm:spPr/>
    </dgm:pt>
    <dgm:pt modelId="{5861F008-459E-4293-BD43-BFD2B2A43F51}" type="pres">
      <dgm:prSet presAssocID="{970C1F39-01C3-4827-9730-AC14646ADC39}" presName="tile4text" presStyleLbl="node1" presStyleIdx="3" presStyleCnt="4">
        <dgm:presLayoutVars>
          <dgm:chMax val="0"/>
          <dgm:chPref val="0"/>
          <dgm:bulletEnabled val="1"/>
        </dgm:presLayoutVars>
      </dgm:prSet>
      <dgm:spPr/>
    </dgm:pt>
    <dgm:pt modelId="{081D323A-7AF5-441F-A90B-B939C0B4ABEA}" type="pres">
      <dgm:prSet presAssocID="{970C1F39-01C3-4827-9730-AC14646ADC39}" presName="centerTile" presStyleLbl="fgShp" presStyleIdx="0" presStyleCnt="1">
        <dgm:presLayoutVars>
          <dgm:chMax val="0"/>
          <dgm:chPref val="0"/>
        </dgm:presLayoutVars>
      </dgm:prSet>
      <dgm:spPr/>
    </dgm:pt>
  </dgm:ptLst>
  <dgm:cxnLst>
    <dgm:cxn modelId="{27ABE216-47AF-45A1-BDB0-CB97ABF6E4C2}" srcId="{B2C1B4D2-FF60-4186-AD30-3F62BD9DBEBA}" destId="{527E7420-9FF1-4E8A-884C-CAF620515680}" srcOrd="0" destOrd="0" parTransId="{A08834CC-D7D6-43D5-8D31-91E05277E40F}" sibTransId="{C2C5EBC6-029E-4156-842F-0F6843A0201B}"/>
    <dgm:cxn modelId="{72628E19-E276-449E-9670-14D8D1178D0E}" srcId="{970C1F39-01C3-4827-9730-AC14646ADC39}" destId="{B2C1B4D2-FF60-4186-AD30-3F62BD9DBEBA}" srcOrd="0" destOrd="0" parTransId="{B8564F1A-3884-4E41-8D9D-B25F3E81A2B6}" sibTransId="{C3C2768F-DF2C-4FAE-96A8-A6D3B706765E}"/>
    <dgm:cxn modelId="{B015476C-B10F-4222-A059-23CD0EE1F111}" type="presOf" srcId="{F0F326E6-47E3-49D2-BACC-EDDF2893A78B}" destId="{36B60410-22C5-45A7-9CFB-5C60E40F91F6}" srcOrd="1" destOrd="0" presId="urn:microsoft.com/office/officeart/2005/8/layout/matrix1"/>
    <dgm:cxn modelId="{68858154-5AF3-473F-AF63-F7490896A2CB}" srcId="{B2C1B4D2-FF60-4186-AD30-3F62BD9DBEBA}" destId="{F0F326E6-47E3-49D2-BACC-EDDF2893A78B}" srcOrd="2" destOrd="0" parTransId="{0801742C-5C9A-48BB-AF4C-9412027835FD}" sibTransId="{41A6A0C4-1FA1-493F-8064-A29810E6684E}"/>
    <dgm:cxn modelId="{B69B8675-3A7E-4FE9-9C12-3DBBE4CF06D6}" srcId="{B2C1B4D2-FF60-4186-AD30-3F62BD9DBEBA}" destId="{0A4289C5-7620-4E18-B902-31A230358506}" srcOrd="1" destOrd="0" parTransId="{68C063A0-CD73-432A-B548-FC78CC2D8D1C}" sibTransId="{EFEC9ABB-3FC4-4D39-9C7A-05ABEA04408F}"/>
    <dgm:cxn modelId="{6B237B77-C5AF-4817-9E50-F5F978236CDB}" type="presOf" srcId="{0A4289C5-7620-4E18-B902-31A230358506}" destId="{11EE91BF-4622-4F65-B5A1-808F506EBF38}" srcOrd="0" destOrd="0" presId="urn:microsoft.com/office/officeart/2005/8/layout/matrix1"/>
    <dgm:cxn modelId="{04CD6D8B-1932-450A-B153-9DDE996AB90A}" type="presOf" srcId="{F0F326E6-47E3-49D2-BACC-EDDF2893A78B}" destId="{EFD025F5-D7FF-46DD-83CA-3777AE20B81C}" srcOrd="0" destOrd="0" presId="urn:microsoft.com/office/officeart/2005/8/layout/matrix1"/>
    <dgm:cxn modelId="{E94A2C90-BE42-473A-A024-840311C9C331}" type="presOf" srcId="{B2C1B4D2-FF60-4186-AD30-3F62BD9DBEBA}" destId="{081D323A-7AF5-441F-A90B-B939C0B4ABEA}" srcOrd="0" destOrd="0" presId="urn:microsoft.com/office/officeart/2005/8/layout/matrix1"/>
    <dgm:cxn modelId="{A8F006AA-619F-4D4C-AC23-7828D4B081F7}" type="presOf" srcId="{0A4289C5-7620-4E18-B902-31A230358506}" destId="{A2FEA593-15D3-48EF-862E-5E612B3A05E9}" srcOrd="1" destOrd="0" presId="urn:microsoft.com/office/officeart/2005/8/layout/matrix1"/>
    <dgm:cxn modelId="{11D25ABD-9D72-4CB0-B6C1-6DFE299E7467}" type="presOf" srcId="{C97AD86B-BB62-439F-8121-F00E40876B53}" destId="{16491E1D-4DCB-43F6-B049-F673F37BB321}" srcOrd="0" destOrd="0" presId="urn:microsoft.com/office/officeart/2005/8/layout/matrix1"/>
    <dgm:cxn modelId="{930690BF-7574-4C21-9255-E5392B038552}" type="presOf" srcId="{C97AD86B-BB62-439F-8121-F00E40876B53}" destId="{5861F008-459E-4293-BD43-BFD2B2A43F51}" srcOrd="1" destOrd="0" presId="urn:microsoft.com/office/officeart/2005/8/layout/matrix1"/>
    <dgm:cxn modelId="{DB6A10CB-7723-49BC-96EF-A62E2D143FE3}" type="presOf" srcId="{527E7420-9FF1-4E8A-884C-CAF620515680}" destId="{F04D82A8-29D0-44A1-A390-1AFC6DF265DE}" srcOrd="0" destOrd="0" presId="urn:microsoft.com/office/officeart/2005/8/layout/matrix1"/>
    <dgm:cxn modelId="{E18615D7-BA56-433C-A83E-BDAE74AB7603}" type="presOf" srcId="{970C1F39-01C3-4827-9730-AC14646ADC39}" destId="{A988678F-0F6B-40B8-B51A-E9DEDDEFDE47}" srcOrd="0" destOrd="0" presId="urn:microsoft.com/office/officeart/2005/8/layout/matrix1"/>
    <dgm:cxn modelId="{7CC8CADE-03B5-408F-BC82-F687A8E1AEB3}" srcId="{B2C1B4D2-FF60-4186-AD30-3F62BD9DBEBA}" destId="{C97AD86B-BB62-439F-8121-F00E40876B53}" srcOrd="3" destOrd="0" parTransId="{F683C9FE-5746-4E6B-8C3F-65673080CD61}" sibTransId="{AA7EEC15-9FC9-4518-9A2B-A84B74C8A479}"/>
    <dgm:cxn modelId="{95BC2FDF-89AB-4BB1-B20A-C24BF4F18D05}" type="presOf" srcId="{527E7420-9FF1-4E8A-884C-CAF620515680}" destId="{34CB2491-F9BF-4704-84DB-EBFEF0494B79}" srcOrd="1" destOrd="0" presId="urn:microsoft.com/office/officeart/2005/8/layout/matrix1"/>
    <dgm:cxn modelId="{BDDA4D10-2D25-4A95-9EDC-8B31A8A7FEFF}" type="presParOf" srcId="{A988678F-0F6B-40B8-B51A-E9DEDDEFDE47}" destId="{CFC58EB6-BD41-4DEA-B590-627708C5CC60}" srcOrd="0" destOrd="0" presId="urn:microsoft.com/office/officeart/2005/8/layout/matrix1"/>
    <dgm:cxn modelId="{93F62C8A-63BC-4690-A480-0B64808A5FAA}" type="presParOf" srcId="{CFC58EB6-BD41-4DEA-B590-627708C5CC60}" destId="{F04D82A8-29D0-44A1-A390-1AFC6DF265DE}" srcOrd="0" destOrd="0" presId="urn:microsoft.com/office/officeart/2005/8/layout/matrix1"/>
    <dgm:cxn modelId="{FE97FF04-9D09-4852-B08B-C30D8C8D39DC}" type="presParOf" srcId="{CFC58EB6-BD41-4DEA-B590-627708C5CC60}" destId="{34CB2491-F9BF-4704-84DB-EBFEF0494B79}" srcOrd="1" destOrd="0" presId="urn:microsoft.com/office/officeart/2005/8/layout/matrix1"/>
    <dgm:cxn modelId="{BEC164B7-6692-4C65-A783-A71EFBCA76CE}" type="presParOf" srcId="{CFC58EB6-BD41-4DEA-B590-627708C5CC60}" destId="{11EE91BF-4622-4F65-B5A1-808F506EBF38}" srcOrd="2" destOrd="0" presId="urn:microsoft.com/office/officeart/2005/8/layout/matrix1"/>
    <dgm:cxn modelId="{46DF4AED-4CD5-4832-AD75-0AC1D66E0B7C}" type="presParOf" srcId="{CFC58EB6-BD41-4DEA-B590-627708C5CC60}" destId="{A2FEA593-15D3-48EF-862E-5E612B3A05E9}" srcOrd="3" destOrd="0" presId="urn:microsoft.com/office/officeart/2005/8/layout/matrix1"/>
    <dgm:cxn modelId="{E9959181-BAAC-4E2D-9E0B-8A66A9CA6952}" type="presParOf" srcId="{CFC58EB6-BD41-4DEA-B590-627708C5CC60}" destId="{EFD025F5-D7FF-46DD-83CA-3777AE20B81C}" srcOrd="4" destOrd="0" presId="urn:microsoft.com/office/officeart/2005/8/layout/matrix1"/>
    <dgm:cxn modelId="{98492093-0ED9-4C05-B197-4F57E3154611}" type="presParOf" srcId="{CFC58EB6-BD41-4DEA-B590-627708C5CC60}" destId="{36B60410-22C5-45A7-9CFB-5C60E40F91F6}" srcOrd="5" destOrd="0" presId="urn:microsoft.com/office/officeart/2005/8/layout/matrix1"/>
    <dgm:cxn modelId="{1C38F934-F3C2-49EA-ACFB-36386CD929B8}" type="presParOf" srcId="{CFC58EB6-BD41-4DEA-B590-627708C5CC60}" destId="{16491E1D-4DCB-43F6-B049-F673F37BB321}" srcOrd="6" destOrd="0" presId="urn:microsoft.com/office/officeart/2005/8/layout/matrix1"/>
    <dgm:cxn modelId="{D3C83EB5-3380-4B23-AAB8-A894CCE82287}" type="presParOf" srcId="{CFC58EB6-BD41-4DEA-B590-627708C5CC60}" destId="{5861F008-459E-4293-BD43-BFD2B2A43F51}" srcOrd="7" destOrd="0" presId="urn:microsoft.com/office/officeart/2005/8/layout/matrix1"/>
    <dgm:cxn modelId="{E6588AE8-BB6E-4639-A6A7-0B40A8D90F6E}" type="presParOf" srcId="{A988678F-0F6B-40B8-B51A-E9DEDDEFDE47}" destId="{081D323A-7AF5-441F-A90B-B939C0B4ABEA}"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7269F6-0BDE-43AA-9CEB-E58F93623350}" type="doc">
      <dgm:prSet loTypeId="urn:microsoft.com/office/officeart/2005/8/layout/cycle4" loCatId="matrix" qsTypeId="urn:microsoft.com/office/officeart/2005/8/quickstyle/simple1" qsCatId="simple" csTypeId="urn:microsoft.com/office/officeart/2005/8/colors/accent1_2" csCatId="accent1" phldr="1"/>
      <dgm:spPr/>
      <dgm:t>
        <a:bodyPr/>
        <a:lstStyle/>
        <a:p>
          <a:endParaRPr lang="fr-FR"/>
        </a:p>
      </dgm:t>
    </dgm:pt>
    <dgm:pt modelId="{BFA87C1E-448F-4836-BEC5-0B42C69B5A80}">
      <dgm:prSet phldrT="[Texte]" phldr="0"/>
      <dgm:spPr/>
      <dgm:t>
        <a:bodyPr/>
        <a:lstStyle/>
        <a:p>
          <a:r>
            <a:rPr lang="fr-FR" dirty="0"/>
            <a:t>CPU</a:t>
          </a:r>
        </a:p>
      </dgm:t>
    </dgm:pt>
    <dgm:pt modelId="{019E5AD1-AD2D-4DAE-9916-DB91D461523C}" type="parTrans" cxnId="{14033EA8-27E9-4834-A985-94B401BC0989}">
      <dgm:prSet/>
      <dgm:spPr/>
      <dgm:t>
        <a:bodyPr/>
        <a:lstStyle/>
        <a:p>
          <a:endParaRPr lang="fr-FR"/>
        </a:p>
      </dgm:t>
    </dgm:pt>
    <dgm:pt modelId="{D981AF78-2CE8-4551-B592-C0757A3E00D3}" type="sibTrans" cxnId="{14033EA8-27E9-4834-A985-94B401BC0989}">
      <dgm:prSet/>
      <dgm:spPr/>
      <dgm:t>
        <a:bodyPr/>
        <a:lstStyle/>
        <a:p>
          <a:endParaRPr lang="fr-FR"/>
        </a:p>
      </dgm:t>
    </dgm:pt>
    <dgm:pt modelId="{B913E1EA-FEC3-42E2-B136-6CFB23EFA0A3}">
      <dgm:prSet phldrT="[Texte]" phldr="0"/>
      <dgm:spPr/>
      <dgm:t>
        <a:bodyPr/>
        <a:lstStyle/>
        <a:p>
          <a:r>
            <a:rPr lang="fr-FR" dirty="0"/>
            <a:t>1 à 2 </a:t>
          </a:r>
          <a:r>
            <a:rPr lang="fr-FR" dirty="0" err="1"/>
            <a:t>vCPU</a:t>
          </a:r>
          <a:endParaRPr lang="fr-FR" dirty="0"/>
        </a:p>
      </dgm:t>
    </dgm:pt>
    <dgm:pt modelId="{C8516C77-D21C-4C29-A86A-8F0A06564F43}" type="parTrans" cxnId="{EFF58E10-E0EE-4588-AE28-F4EBBE065763}">
      <dgm:prSet/>
      <dgm:spPr/>
      <dgm:t>
        <a:bodyPr/>
        <a:lstStyle/>
        <a:p>
          <a:endParaRPr lang="fr-FR"/>
        </a:p>
      </dgm:t>
    </dgm:pt>
    <dgm:pt modelId="{D5C9B153-E32B-4861-BF64-2A90CAC69C74}" type="sibTrans" cxnId="{EFF58E10-E0EE-4588-AE28-F4EBBE065763}">
      <dgm:prSet/>
      <dgm:spPr/>
      <dgm:t>
        <a:bodyPr/>
        <a:lstStyle/>
        <a:p>
          <a:endParaRPr lang="fr-FR"/>
        </a:p>
      </dgm:t>
    </dgm:pt>
    <dgm:pt modelId="{39B9793A-E410-4711-A3F1-88134C1774BD}">
      <dgm:prSet phldrT="[Texte]" phldr="0"/>
      <dgm:spPr/>
      <dgm:t>
        <a:bodyPr/>
        <a:lstStyle/>
        <a:p>
          <a:r>
            <a:rPr lang="fr-FR" dirty="0"/>
            <a:t>RAM</a:t>
          </a:r>
        </a:p>
      </dgm:t>
    </dgm:pt>
    <dgm:pt modelId="{F00A4E38-42E1-40A5-964E-A4AD21D0075A}" type="parTrans" cxnId="{381E3FDD-B62D-4E1A-A26F-7C411F9FEE13}">
      <dgm:prSet/>
      <dgm:spPr/>
      <dgm:t>
        <a:bodyPr/>
        <a:lstStyle/>
        <a:p>
          <a:endParaRPr lang="fr-FR"/>
        </a:p>
      </dgm:t>
    </dgm:pt>
    <dgm:pt modelId="{6C845064-CFC4-4A7A-9955-E9D925A6B47E}" type="sibTrans" cxnId="{381E3FDD-B62D-4E1A-A26F-7C411F9FEE13}">
      <dgm:prSet/>
      <dgm:spPr/>
      <dgm:t>
        <a:bodyPr/>
        <a:lstStyle/>
        <a:p>
          <a:endParaRPr lang="fr-FR"/>
        </a:p>
      </dgm:t>
    </dgm:pt>
    <dgm:pt modelId="{0B1AA5E5-9480-4B2B-B81D-3ED58CDA4DF2}">
      <dgm:prSet phldrT="[Texte]"/>
      <dgm:spPr/>
      <dgm:t>
        <a:bodyPr/>
        <a:lstStyle/>
        <a:p>
          <a:r>
            <a:rPr lang="fr-FR" dirty="0"/>
            <a:t>512 Mo à 1 Go</a:t>
          </a:r>
        </a:p>
      </dgm:t>
    </dgm:pt>
    <dgm:pt modelId="{DA3FDE29-1D4E-49E0-B5F1-AECDB9CC0B0C}" type="parTrans" cxnId="{E8077BD0-07E0-4E97-BB69-E5040F63E5CE}">
      <dgm:prSet/>
      <dgm:spPr/>
      <dgm:t>
        <a:bodyPr/>
        <a:lstStyle/>
        <a:p>
          <a:endParaRPr lang="fr-FR"/>
        </a:p>
      </dgm:t>
    </dgm:pt>
    <dgm:pt modelId="{84ACA0A3-A271-41FE-BCDF-3AFA1DFEBA17}" type="sibTrans" cxnId="{E8077BD0-07E0-4E97-BB69-E5040F63E5CE}">
      <dgm:prSet/>
      <dgm:spPr/>
      <dgm:t>
        <a:bodyPr/>
        <a:lstStyle/>
        <a:p>
          <a:endParaRPr lang="fr-FR"/>
        </a:p>
      </dgm:t>
    </dgm:pt>
    <dgm:pt modelId="{B7B17E60-038A-4D81-8509-B659AD5969D0}">
      <dgm:prSet phldrT="[Texte]" phldr="0"/>
      <dgm:spPr/>
      <dgm:t>
        <a:bodyPr/>
        <a:lstStyle/>
        <a:p>
          <a:r>
            <a:rPr lang="fr-FR" dirty="0"/>
            <a:t>Réplicas</a:t>
          </a:r>
        </a:p>
      </dgm:t>
    </dgm:pt>
    <dgm:pt modelId="{C403DA85-56D6-42C8-9508-DEB675435FB8}" type="parTrans" cxnId="{7B05D79E-5526-473A-849D-4011BF15E90E}">
      <dgm:prSet/>
      <dgm:spPr/>
      <dgm:t>
        <a:bodyPr/>
        <a:lstStyle/>
        <a:p>
          <a:endParaRPr lang="fr-FR"/>
        </a:p>
      </dgm:t>
    </dgm:pt>
    <dgm:pt modelId="{64153304-2619-4335-80F1-1652AB8B6CA7}" type="sibTrans" cxnId="{7B05D79E-5526-473A-849D-4011BF15E90E}">
      <dgm:prSet/>
      <dgm:spPr/>
      <dgm:t>
        <a:bodyPr/>
        <a:lstStyle/>
        <a:p>
          <a:endParaRPr lang="fr-FR"/>
        </a:p>
      </dgm:t>
    </dgm:pt>
    <dgm:pt modelId="{037CE743-B469-4152-AFB4-DBB5AB1B39CD}">
      <dgm:prSet phldrT="[Texte]" phldr="0"/>
      <dgm:spPr/>
      <dgm:t>
        <a:bodyPr/>
        <a:lstStyle/>
        <a:p>
          <a:r>
            <a:rPr lang="fr-FR" dirty="0"/>
            <a:t>2 instances</a:t>
          </a:r>
        </a:p>
      </dgm:t>
    </dgm:pt>
    <dgm:pt modelId="{B4A84516-C3CE-4ADA-8271-675990A35888}" type="parTrans" cxnId="{36942FD8-9FBE-4060-AA94-6D2D064EB94F}">
      <dgm:prSet/>
      <dgm:spPr/>
      <dgm:t>
        <a:bodyPr/>
        <a:lstStyle/>
        <a:p>
          <a:endParaRPr lang="fr-FR"/>
        </a:p>
      </dgm:t>
    </dgm:pt>
    <dgm:pt modelId="{E89606DF-7819-4095-ADCE-A59230087537}" type="sibTrans" cxnId="{36942FD8-9FBE-4060-AA94-6D2D064EB94F}">
      <dgm:prSet/>
      <dgm:spPr/>
      <dgm:t>
        <a:bodyPr/>
        <a:lstStyle/>
        <a:p>
          <a:endParaRPr lang="fr-FR"/>
        </a:p>
      </dgm:t>
    </dgm:pt>
    <dgm:pt modelId="{612E83B2-E197-4466-9E38-3496C75AEC3E}">
      <dgm:prSet phldrT="[Texte]" phldr="0"/>
      <dgm:spPr/>
      <dgm:t>
        <a:bodyPr/>
        <a:lstStyle/>
        <a:p>
          <a:r>
            <a:rPr lang="fr-FR" dirty="0" err="1"/>
            <a:t>Scaling</a:t>
          </a:r>
          <a:endParaRPr lang="fr-FR" dirty="0"/>
        </a:p>
      </dgm:t>
    </dgm:pt>
    <dgm:pt modelId="{58A5E816-034B-46E6-9B59-AE6862E24850}" type="parTrans" cxnId="{2630C87B-5CA1-4401-935A-92D0660F5A25}">
      <dgm:prSet/>
      <dgm:spPr/>
      <dgm:t>
        <a:bodyPr/>
        <a:lstStyle/>
        <a:p>
          <a:endParaRPr lang="fr-FR"/>
        </a:p>
      </dgm:t>
    </dgm:pt>
    <dgm:pt modelId="{CF59CC6E-251D-47A9-8376-D178F4486A7C}" type="sibTrans" cxnId="{2630C87B-5CA1-4401-935A-92D0660F5A25}">
      <dgm:prSet/>
      <dgm:spPr/>
      <dgm:t>
        <a:bodyPr/>
        <a:lstStyle/>
        <a:p>
          <a:endParaRPr lang="fr-FR"/>
        </a:p>
      </dgm:t>
    </dgm:pt>
    <dgm:pt modelId="{A0F3C972-024C-487B-9C0B-3A8525130F8B}">
      <dgm:prSet phldrT="[Texte]" phldr="0"/>
      <dgm:spPr/>
      <dgm:t>
        <a:bodyPr/>
        <a:lstStyle/>
        <a:p>
          <a:r>
            <a:rPr lang="fr-FR" dirty="0"/>
            <a:t>Horizontal</a:t>
          </a:r>
        </a:p>
      </dgm:t>
    </dgm:pt>
    <dgm:pt modelId="{E95BFD83-44BE-40FE-8EBD-1E3675396883}" type="parTrans" cxnId="{87645C16-6F72-4023-9408-7ECB3843B3DB}">
      <dgm:prSet/>
      <dgm:spPr/>
      <dgm:t>
        <a:bodyPr/>
        <a:lstStyle/>
        <a:p>
          <a:endParaRPr lang="fr-FR"/>
        </a:p>
      </dgm:t>
    </dgm:pt>
    <dgm:pt modelId="{0F8A22B9-A210-436A-8225-7C2825910DB5}" type="sibTrans" cxnId="{87645C16-6F72-4023-9408-7ECB3843B3DB}">
      <dgm:prSet/>
      <dgm:spPr/>
      <dgm:t>
        <a:bodyPr/>
        <a:lstStyle/>
        <a:p>
          <a:endParaRPr lang="fr-FR"/>
        </a:p>
      </dgm:t>
    </dgm:pt>
    <dgm:pt modelId="{5F335EC3-EE79-41AC-B5D9-E23B353239C5}" type="pres">
      <dgm:prSet presAssocID="{6B7269F6-0BDE-43AA-9CEB-E58F93623350}" presName="cycleMatrixDiagram" presStyleCnt="0">
        <dgm:presLayoutVars>
          <dgm:chMax val="1"/>
          <dgm:dir/>
          <dgm:animLvl val="lvl"/>
          <dgm:resizeHandles val="exact"/>
        </dgm:presLayoutVars>
      </dgm:prSet>
      <dgm:spPr/>
    </dgm:pt>
    <dgm:pt modelId="{87C0AF99-A499-444C-9476-299277BAC1D2}" type="pres">
      <dgm:prSet presAssocID="{6B7269F6-0BDE-43AA-9CEB-E58F93623350}" presName="children" presStyleCnt="0"/>
      <dgm:spPr/>
    </dgm:pt>
    <dgm:pt modelId="{EC6E58A8-03D9-4E55-B324-5D38386C3882}" type="pres">
      <dgm:prSet presAssocID="{6B7269F6-0BDE-43AA-9CEB-E58F93623350}" presName="child1group" presStyleCnt="0"/>
      <dgm:spPr/>
    </dgm:pt>
    <dgm:pt modelId="{E56E79E5-5F1F-44CF-BD81-3219B61DF0AB}" type="pres">
      <dgm:prSet presAssocID="{6B7269F6-0BDE-43AA-9CEB-E58F93623350}" presName="child1" presStyleLbl="bgAcc1" presStyleIdx="0" presStyleCnt="4"/>
      <dgm:spPr/>
    </dgm:pt>
    <dgm:pt modelId="{03FAF8DE-B904-4B22-B473-E8EF57578599}" type="pres">
      <dgm:prSet presAssocID="{6B7269F6-0BDE-43AA-9CEB-E58F93623350}" presName="child1Text" presStyleLbl="bgAcc1" presStyleIdx="0" presStyleCnt="4">
        <dgm:presLayoutVars>
          <dgm:bulletEnabled val="1"/>
        </dgm:presLayoutVars>
      </dgm:prSet>
      <dgm:spPr/>
    </dgm:pt>
    <dgm:pt modelId="{43B7D45D-2E21-4A5F-82A5-336771B97CE7}" type="pres">
      <dgm:prSet presAssocID="{6B7269F6-0BDE-43AA-9CEB-E58F93623350}" presName="child2group" presStyleCnt="0"/>
      <dgm:spPr/>
    </dgm:pt>
    <dgm:pt modelId="{819DC995-D663-47EE-B717-E7E9843F6055}" type="pres">
      <dgm:prSet presAssocID="{6B7269F6-0BDE-43AA-9CEB-E58F93623350}" presName="child2" presStyleLbl="bgAcc1" presStyleIdx="1" presStyleCnt="4"/>
      <dgm:spPr/>
    </dgm:pt>
    <dgm:pt modelId="{4F49F4C0-C13F-4B2D-8CE7-D0AFBB503387}" type="pres">
      <dgm:prSet presAssocID="{6B7269F6-0BDE-43AA-9CEB-E58F93623350}" presName="child2Text" presStyleLbl="bgAcc1" presStyleIdx="1" presStyleCnt="4">
        <dgm:presLayoutVars>
          <dgm:bulletEnabled val="1"/>
        </dgm:presLayoutVars>
      </dgm:prSet>
      <dgm:spPr/>
    </dgm:pt>
    <dgm:pt modelId="{DDC35D79-39C6-43B4-9D05-16618EFA4094}" type="pres">
      <dgm:prSet presAssocID="{6B7269F6-0BDE-43AA-9CEB-E58F93623350}" presName="child3group" presStyleCnt="0"/>
      <dgm:spPr/>
    </dgm:pt>
    <dgm:pt modelId="{72328F37-E411-40E5-9FD2-ABB1E1ECD067}" type="pres">
      <dgm:prSet presAssocID="{6B7269F6-0BDE-43AA-9CEB-E58F93623350}" presName="child3" presStyleLbl="bgAcc1" presStyleIdx="2" presStyleCnt="4"/>
      <dgm:spPr/>
    </dgm:pt>
    <dgm:pt modelId="{06FE7207-9689-4859-8026-83EA902A01BE}" type="pres">
      <dgm:prSet presAssocID="{6B7269F6-0BDE-43AA-9CEB-E58F93623350}" presName="child3Text" presStyleLbl="bgAcc1" presStyleIdx="2" presStyleCnt="4">
        <dgm:presLayoutVars>
          <dgm:bulletEnabled val="1"/>
        </dgm:presLayoutVars>
      </dgm:prSet>
      <dgm:spPr/>
    </dgm:pt>
    <dgm:pt modelId="{54589483-9872-45D2-A581-2E5851A8619E}" type="pres">
      <dgm:prSet presAssocID="{6B7269F6-0BDE-43AA-9CEB-E58F93623350}" presName="child4group" presStyleCnt="0"/>
      <dgm:spPr/>
    </dgm:pt>
    <dgm:pt modelId="{39E0BFD6-C49E-493A-80CF-BA43BFBDEF87}" type="pres">
      <dgm:prSet presAssocID="{6B7269F6-0BDE-43AA-9CEB-E58F93623350}" presName="child4" presStyleLbl="bgAcc1" presStyleIdx="3" presStyleCnt="4"/>
      <dgm:spPr/>
    </dgm:pt>
    <dgm:pt modelId="{C60CFA01-D3FE-4401-B53A-F1A697939B27}" type="pres">
      <dgm:prSet presAssocID="{6B7269F6-0BDE-43AA-9CEB-E58F93623350}" presName="child4Text" presStyleLbl="bgAcc1" presStyleIdx="3" presStyleCnt="4">
        <dgm:presLayoutVars>
          <dgm:bulletEnabled val="1"/>
        </dgm:presLayoutVars>
      </dgm:prSet>
      <dgm:spPr/>
    </dgm:pt>
    <dgm:pt modelId="{7B6F403E-B502-4234-960D-9A73395F0D06}" type="pres">
      <dgm:prSet presAssocID="{6B7269F6-0BDE-43AA-9CEB-E58F93623350}" presName="childPlaceholder" presStyleCnt="0"/>
      <dgm:spPr/>
    </dgm:pt>
    <dgm:pt modelId="{EDB7B30F-97B5-4345-BCE1-EFDF1C36A74D}" type="pres">
      <dgm:prSet presAssocID="{6B7269F6-0BDE-43AA-9CEB-E58F93623350}" presName="circle" presStyleCnt="0"/>
      <dgm:spPr/>
    </dgm:pt>
    <dgm:pt modelId="{B40060FF-6800-4A76-88B0-D315DEE429D3}" type="pres">
      <dgm:prSet presAssocID="{6B7269F6-0BDE-43AA-9CEB-E58F93623350}" presName="quadrant1" presStyleLbl="node1" presStyleIdx="0" presStyleCnt="4">
        <dgm:presLayoutVars>
          <dgm:chMax val="1"/>
          <dgm:bulletEnabled val="1"/>
        </dgm:presLayoutVars>
      </dgm:prSet>
      <dgm:spPr/>
    </dgm:pt>
    <dgm:pt modelId="{AEE9EF5D-1C74-4CC7-BA7A-C8DE5B805C1E}" type="pres">
      <dgm:prSet presAssocID="{6B7269F6-0BDE-43AA-9CEB-E58F93623350}" presName="quadrant2" presStyleLbl="node1" presStyleIdx="1" presStyleCnt="4">
        <dgm:presLayoutVars>
          <dgm:chMax val="1"/>
          <dgm:bulletEnabled val="1"/>
        </dgm:presLayoutVars>
      </dgm:prSet>
      <dgm:spPr/>
    </dgm:pt>
    <dgm:pt modelId="{CB94FD0A-96EF-400F-B3EC-D2BAF7EB3A09}" type="pres">
      <dgm:prSet presAssocID="{6B7269F6-0BDE-43AA-9CEB-E58F93623350}" presName="quadrant3" presStyleLbl="node1" presStyleIdx="2" presStyleCnt="4">
        <dgm:presLayoutVars>
          <dgm:chMax val="1"/>
          <dgm:bulletEnabled val="1"/>
        </dgm:presLayoutVars>
      </dgm:prSet>
      <dgm:spPr/>
    </dgm:pt>
    <dgm:pt modelId="{2DCDA644-998B-4BE9-95CD-C36CD886F442}" type="pres">
      <dgm:prSet presAssocID="{6B7269F6-0BDE-43AA-9CEB-E58F93623350}" presName="quadrant4" presStyleLbl="node1" presStyleIdx="3" presStyleCnt="4">
        <dgm:presLayoutVars>
          <dgm:chMax val="1"/>
          <dgm:bulletEnabled val="1"/>
        </dgm:presLayoutVars>
      </dgm:prSet>
      <dgm:spPr/>
    </dgm:pt>
    <dgm:pt modelId="{DC86D490-85AD-4B7F-B0A6-77E20731BB8B}" type="pres">
      <dgm:prSet presAssocID="{6B7269F6-0BDE-43AA-9CEB-E58F93623350}" presName="quadrantPlaceholder" presStyleCnt="0"/>
      <dgm:spPr/>
    </dgm:pt>
    <dgm:pt modelId="{19BF2D4B-B9A9-435B-9F73-94DD0357C942}" type="pres">
      <dgm:prSet presAssocID="{6B7269F6-0BDE-43AA-9CEB-E58F93623350}" presName="center1" presStyleLbl="fgShp" presStyleIdx="0" presStyleCnt="2"/>
      <dgm:spPr/>
    </dgm:pt>
    <dgm:pt modelId="{B4FDF1AE-EEB7-4873-BE42-7E4379C6B443}" type="pres">
      <dgm:prSet presAssocID="{6B7269F6-0BDE-43AA-9CEB-E58F93623350}" presName="center2" presStyleLbl="fgShp" presStyleIdx="1" presStyleCnt="2"/>
      <dgm:spPr/>
    </dgm:pt>
  </dgm:ptLst>
  <dgm:cxnLst>
    <dgm:cxn modelId="{C1C13C06-DDD1-46E1-AB54-2033ED54C0D1}" type="presOf" srcId="{B913E1EA-FEC3-42E2-B136-6CFB23EFA0A3}" destId="{03FAF8DE-B904-4B22-B473-E8EF57578599}" srcOrd="1" destOrd="0" presId="urn:microsoft.com/office/officeart/2005/8/layout/cycle4"/>
    <dgm:cxn modelId="{93B9500A-5A18-492F-81C3-8C2371C41E08}" type="presOf" srcId="{B913E1EA-FEC3-42E2-B136-6CFB23EFA0A3}" destId="{E56E79E5-5F1F-44CF-BD81-3219B61DF0AB}" srcOrd="0" destOrd="0" presId="urn:microsoft.com/office/officeart/2005/8/layout/cycle4"/>
    <dgm:cxn modelId="{EFF58E10-E0EE-4588-AE28-F4EBBE065763}" srcId="{BFA87C1E-448F-4836-BEC5-0B42C69B5A80}" destId="{B913E1EA-FEC3-42E2-B136-6CFB23EFA0A3}" srcOrd="0" destOrd="0" parTransId="{C8516C77-D21C-4C29-A86A-8F0A06564F43}" sibTransId="{D5C9B153-E32B-4861-BF64-2A90CAC69C74}"/>
    <dgm:cxn modelId="{09061312-2159-403D-8A59-0E838715F45B}" type="presOf" srcId="{6B7269F6-0BDE-43AA-9CEB-E58F93623350}" destId="{5F335EC3-EE79-41AC-B5D9-E23B353239C5}" srcOrd="0" destOrd="0" presId="urn:microsoft.com/office/officeart/2005/8/layout/cycle4"/>
    <dgm:cxn modelId="{87645C16-6F72-4023-9408-7ECB3843B3DB}" srcId="{612E83B2-E197-4466-9E38-3496C75AEC3E}" destId="{A0F3C972-024C-487B-9C0B-3A8525130F8B}" srcOrd="0" destOrd="0" parTransId="{E95BFD83-44BE-40FE-8EBD-1E3675396883}" sibTransId="{0F8A22B9-A210-436A-8225-7C2825910DB5}"/>
    <dgm:cxn modelId="{5684352B-5B4D-4DAA-94C8-A7DFDABE7EF6}" type="presOf" srcId="{A0F3C972-024C-487B-9C0B-3A8525130F8B}" destId="{C60CFA01-D3FE-4401-B53A-F1A697939B27}" srcOrd="1" destOrd="0" presId="urn:microsoft.com/office/officeart/2005/8/layout/cycle4"/>
    <dgm:cxn modelId="{35A9145C-CE91-404F-B770-DC987C2751B6}" type="presOf" srcId="{0B1AA5E5-9480-4B2B-B81D-3ED58CDA4DF2}" destId="{4F49F4C0-C13F-4B2D-8CE7-D0AFBB503387}" srcOrd="1" destOrd="0" presId="urn:microsoft.com/office/officeart/2005/8/layout/cycle4"/>
    <dgm:cxn modelId="{DB492268-E4BE-4227-BB13-E2683AE1BD03}" type="presOf" srcId="{612E83B2-E197-4466-9E38-3496C75AEC3E}" destId="{2DCDA644-998B-4BE9-95CD-C36CD886F442}" srcOrd="0" destOrd="0" presId="urn:microsoft.com/office/officeart/2005/8/layout/cycle4"/>
    <dgm:cxn modelId="{10749D76-DD8D-4119-B24D-F0894DE7797D}" type="presOf" srcId="{A0F3C972-024C-487B-9C0B-3A8525130F8B}" destId="{39E0BFD6-C49E-493A-80CF-BA43BFBDEF87}" srcOrd="0" destOrd="0" presId="urn:microsoft.com/office/officeart/2005/8/layout/cycle4"/>
    <dgm:cxn modelId="{F4496C77-5260-48EC-BA85-6C5C4A2C1808}" type="presOf" srcId="{037CE743-B469-4152-AFB4-DBB5AB1B39CD}" destId="{06FE7207-9689-4859-8026-83EA902A01BE}" srcOrd="1" destOrd="0" presId="urn:microsoft.com/office/officeart/2005/8/layout/cycle4"/>
    <dgm:cxn modelId="{A4E0F17A-908C-413C-8882-120B689B834B}" type="presOf" srcId="{0B1AA5E5-9480-4B2B-B81D-3ED58CDA4DF2}" destId="{819DC995-D663-47EE-B717-E7E9843F6055}" srcOrd="0" destOrd="0" presId="urn:microsoft.com/office/officeart/2005/8/layout/cycle4"/>
    <dgm:cxn modelId="{2630C87B-5CA1-4401-935A-92D0660F5A25}" srcId="{6B7269F6-0BDE-43AA-9CEB-E58F93623350}" destId="{612E83B2-E197-4466-9E38-3496C75AEC3E}" srcOrd="3" destOrd="0" parTransId="{58A5E816-034B-46E6-9B59-AE6862E24850}" sibTransId="{CF59CC6E-251D-47A9-8376-D178F4486A7C}"/>
    <dgm:cxn modelId="{A1B84D86-DFB5-4DA8-9C1B-CA7DD4210B86}" type="presOf" srcId="{39B9793A-E410-4711-A3F1-88134C1774BD}" destId="{AEE9EF5D-1C74-4CC7-BA7A-C8DE5B805C1E}" srcOrd="0" destOrd="0" presId="urn:microsoft.com/office/officeart/2005/8/layout/cycle4"/>
    <dgm:cxn modelId="{7B05D79E-5526-473A-849D-4011BF15E90E}" srcId="{6B7269F6-0BDE-43AA-9CEB-E58F93623350}" destId="{B7B17E60-038A-4D81-8509-B659AD5969D0}" srcOrd="2" destOrd="0" parTransId="{C403DA85-56D6-42C8-9508-DEB675435FB8}" sibTransId="{64153304-2619-4335-80F1-1652AB8B6CA7}"/>
    <dgm:cxn modelId="{14033EA8-27E9-4834-A985-94B401BC0989}" srcId="{6B7269F6-0BDE-43AA-9CEB-E58F93623350}" destId="{BFA87C1E-448F-4836-BEC5-0B42C69B5A80}" srcOrd="0" destOrd="0" parTransId="{019E5AD1-AD2D-4DAE-9916-DB91D461523C}" sibTransId="{D981AF78-2CE8-4551-B592-C0757A3E00D3}"/>
    <dgm:cxn modelId="{1FB237A9-83F1-4FE1-B99F-1512044740C5}" type="presOf" srcId="{B7B17E60-038A-4D81-8509-B659AD5969D0}" destId="{CB94FD0A-96EF-400F-B3EC-D2BAF7EB3A09}" srcOrd="0" destOrd="0" presId="urn:microsoft.com/office/officeart/2005/8/layout/cycle4"/>
    <dgm:cxn modelId="{99A48DB3-5307-4801-8B5A-E74C14C74945}" type="presOf" srcId="{037CE743-B469-4152-AFB4-DBB5AB1B39CD}" destId="{72328F37-E411-40E5-9FD2-ABB1E1ECD067}" srcOrd="0" destOrd="0" presId="urn:microsoft.com/office/officeart/2005/8/layout/cycle4"/>
    <dgm:cxn modelId="{E8077BD0-07E0-4E97-BB69-E5040F63E5CE}" srcId="{39B9793A-E410-4711-A3F1-88134C1774BD}" destId="{0B1AA5E5-9480-4B2B-B81D-3ED58CDA4DF2}" srcOrd="0" destOrd="0" parTransId="{DA3FDE29-1D4E-49E0-B5F1-AECDB9CC0B0C}" sibTransId="{84ACA0A3-A271-41FE-BCDF-3AFA1DFEBA17}"/>
    <dgm:cxn modelId="{2E43DFD1-01CC-4929-88C7-9EE803E3549E}" type="presOf" srcId="{BFA87C1E-448F-4836-BEC5-0B42C69B5A80}" destId="{B40060FF-6800-4A76-88B0-D315DEE429D3}" srcOrd="0" destOrd="0" presId="urn:microsoft.com/office/officeart/2005/8/layout/cycle4"/>
    <dgm:cxn modelId="{36942FD8-9FBE-4060-AA94-6D2D064EB94F}" srcId="{B7B17E60-038A-4D81-8509-B659AD5969D0}" destId="{037CE743-B469-4152-AFB4-DBB5AB1B39CD}" srcOrd="0" destOrd="0" parTransId="{B4A84516-C3CE-4ADA-8271-675990A35888}" sibTransId="{E89606DF-7819-4095-ADCE-A59230087537}"/>
    <dgm:cxn modelId="{381E3FDD-B62D-4E1A-A26F-7C411F9FEE13}" srcId="{6B7269F6-0BDE-43AA-9CEB-E58F93623350}" destId="{39B9793A-E410-4711-A3F1-88134C1774BD}" srcOrd="1" destOrd="0" parTransId="{F00A4E38-42E1-40A5-964E-A4AD21D0075A}" sibTransId="{6C845064-CFC4-4A7A-9955-E9D925A6B47E}"/>
    <dgm:cxn modelId="{D2B187B5-042F-4E24-9B98-8AB52B717E87}" type="presParOf" srcId="{5F335EC3-EE79-41AC-B5D9-E23B353239C5}" destId="{87C0AF99-A499-444C-9476-299277BAC1D2}" srcOrd="0" destOrd="0" presId="urn:microsoft.com/office/officeart/2005/8/layout/cycle4"/>
    <dgm:cxn modelId="{AE49B47B-133D-44A8-9037-FF0008846288}" type="presParOf" srcId="{87C0AF99-A499-444C-9476-299277BAC1D2}" destId="{EC6E58A8-03D9-4E55-B324-5D38386C3882}" srcOrd="0" destOrd="0" presId="urn:microsoft.com/office/officeart/2005/8/layout/cycle4"/>
    <dgm:cxn modelId="{3B49C34E-582E-4602-BD2E-D5BE01700880}" type="presParOf" srcId="{EC6E58A8-03D9-4E55-B324-5D38386C3882}" destId="{E56E79E5-5F1F-44CF-BD81-3219B61DF0AB}" srcOrd="0" destOrd="0" presId="urn:microsoft.com/office/officeart/2005/8/layout/cycle4"/>
    <dgm:cxn modelId="{D7841F5E-7082-43AC-88D9-7C43228BDEF8}" type="presParOf" srcId="{EC6E58A8-03D9-4E55-B324-5D38386C3882}" destId="{03FAF8DE-B904-4B22-B473-E8EF57578599}" srcOrd="1" destOrd="0" presId="urn:microsoft.com/office/officeart/2005/8/layout/cycle4"/>
    <dgm:cxn modelId="{58137BEE-4D11-4FD2-8322-8C41808CF6C0}" type="presParOf" srcId="{87C0AF99-A499-444C-9476-299277BAC1D2}" destId="{43B7D45D-2E21-4A5F-82A5-336771B97CE7}" srcOrd="1" destOrd="0" presId="urn:microsoft.com/office/officeart/2005/8/layout/cycle4"/>
    <dgm:cxn modelId="{61F0ADA5-5CF8-48F2-BC12-CD9604C5D5C6}" type="presParOf" srcId="{43B7D45D-2E21-4A5F-82A5-336771B97CE7}" destId="{819DC995-D663-47EE-B717-E7E9843F6055}" srcOrd="0" destOrd="0" presId="urn:microsoft.com/office/officeart/2005/8/layout/cycle4"/>
    <dgm:cxn modelId="{7342A499-B193-4A35-BA7C-D9C9637028C5}" type="presParOf" srcId="{43B7D45D-2E21-4A5F-82A5-336771B97CE7}" destId="{4F49F4C0-C13F-4B2D-8CE7-D0AFBB503387}" srcOrd="1" destOrd="0" presId="urn:microsoft.com/office/officeart/2005/8/layout/cycle4"/>
    <dgm:cxn modelId="{BB303605-0B91-4CED-B29B-7F678D5BA6BD}" type="presParOf" srcId="{87C0AF99-A499-444C-9476-299277BAC1D2}" destId="{DDC35D79-39C6-43B4-9D05-16618EFA4094}" srcOrd="2" destOrd="0" presId="urn:microsoft.com/office/officeart/2005/8/layout/cycle4"/>
    <dgm:cxn modelId="{06163092-3A88-41DF-B712-0765984D8E33}" type="presParOf" srcId="{DDC35D79-39C6-43B4-9D05-16618EFA4094}" destId="{72328F37-E411-40E5-9FD2-ABB1E1ECD067}" srcOrd="0" destOrd="0" presId="urn:microsoft.com/office/officeart/2005/8/layout/cycle4"/>
    <dgm:cxn modelId="{AB195A1D-3A52-4871-AC78-D92AF7E9E0F8}" type="presParOf" srcId="{DDC35D79-39C6-43B4-9D05-16618EFA4094}" destId="{06FE7207-9689-4859-8026-83EA902A01BE}" srcOrd="1" destOrd="0" presId="urn:microsoft.com/office/officeart/2005/8/layout/cycle4"/>
    <dgm:cxn modelId="{954B80CA-E412-4808-993D-C84E1A62A1ED}" type="presParOf" srcId="{87C0AF99-A499-444C-9476-299277BAC1D2}" destId="{54589483-9872-45D2-A581-2E5851A8619E}" srcOrd="3" destOrd="0" presId="urn:microsoft.com/office/officeart/2005/8/layout/cycle4"/>
    <dgm:cxn modelId="{EBAC72ED-382A-4C57-96DE-DEA675CA7F40}" type="presParOf" srcId="{54589483-9872-45D2-A581-2E5851A8619E}" destId="{39E0BFD6-C49E-493A-80CF-BA43BFBDEF87}" srcOrd="0" destOrd="0" presId="urn:microsoft.com/office/officeart/2005/8/layout/cycle4"/>
    <dgm:cxn modelId="{7A772D47-4F05-4641-86BA-5E2836DA14F9}" type="presParOf" srcId="{54589483-9872-45D2-A581-2E5851A8619E}" destId="{C60CFA01-D3FE-4401-B53A-F1A697939B27}" srcOrd="1" destOrd="0" presId="urn:microsoft.com/office/officeart/2005/8/layout/cycle4"/>
    <dgm:cxn modelId="{00F76A9E-B6F5-43C8-8CFE-C9B6CD79DA41}" type="presParOf" srcId="{87C0AF99-A499-444C-9476-299277BAC1D2}" destId="{7B6F403E-B502-4234-960D-9A73395F0D06}" srcOrd="4" destOrd="0" presId="urn:microsoft.com/office/officeart/2005/8/layout/cycle4"/>
    <dgm:cxn modelId="{43E88AB7-92A7-4161-8FFA-9E889F5C508F}" type="presParOf" srcId="{5F335EC3-EE79-41AC-B5D9-E23B353239C5}" destId="{EDB7B30F-97B5-4345-BCE1-EFDF1C36A74D}" srcOrd="1" destOrd="0" presId="urn:microsoft.com/office/officeart/2005/8/layout/cycle4"/>
    <dgm:cxn modelId="{924CE666-94DB-4FC7-9189-6F5E92527534}" type="presParOf" srcId="{EDB7B30F-97B5-4345-BCE1-EFDF1C36A74D}" destId="{B40060FF-6800-4A76-88B0-D315DEE429D3}" srcOrd="0" destOrd="0" presId="urn:microsoft.com/office/officeart/2005/8/layout/cycle4"/>
    <dgm:cxn modelId="{832E5DD0-F759-45CD-9280-B69BDFB53151}" type="presParOf" srcId="{EDB7B30F-97B5-4345-BCE1-EFDF1C36A74D}" destId="{AEE9EF5D-1C74-4CC7-BA7A-C8DE5B805C1E}" srcOrd="1" destOrd="0" presId="urn:microsoft.com/office/officeart/2005/8/layout/cycle4"/>
    <dgm:cxn modelId="{DF2FF7DD-9EBF-4140-9EBE-D57CA510230A}" type="presParOf" srcId="{EDB7B30F-97B5-4345-BCE1-EFDF1C36A74D}" destId="{CB94FD0A-96EF-400F-B3EC-D2BAF7EB3A09}" srcOrd="2" destOrd="0" presId="urn:microsoft.com/office/officeart/2005/8/layout/cycle4"/>
    <dgm:cxn modelId="{42FEF091-98AD-49F2-A81F-857577C457AD}" type="presParOf" srcId="{EDB7B30F-97B5-4345-BCE1-EFDF1C36A74D}" destId="{2DCDA644-998B-4BE9-95CD-C36CD886F442}" srcOrd="3" destOrd="0" presId="urn:microsoft.com/office/officeart/2005/8/layout/cycle4"/>
    <dgm:cxn modelId="{DC4F8317-7E42-4532-A108-373122CD3AD8}" type="presParOf" srcId="{EDB7B30F-97B5-4345-BCE1-EFDF1C36A74D}" destId="{DC86D490-85AD-4B7F-B0A6-77E20731BB8B}" srcOrd="4" destOrd="0" presId="urn:microsoft.com/office/officeart/2005/8/layout/cycle4"/>
    <dgm:cxn modelId="{BE114D30-688F-4367-9CB9-26837E03E627}" type="presParOf" srcId="{5F335EC3-EE79-41AC-B5D9-E23B353239C5}" destId="{19BF2D4B-B9A9-435B-9F73-94DD0357C942}" srcOrd="2" destOrd="0" presId="urn:microsoft.com/office/officeart/2005/8/layout/cycle4"/>
    <dgm:cxn modelId="{36035C6E-12F2-4CCB-81F9-2B39AAA2BDB1}" type="presParOf" srcId="{5F335EC3-EE79-41AC-B5D9-E23B353239C5}" destId="{B4FDF1AE-EEB7-4873-BE42-7E4379C6B443}" srcOrd="3" destOrd="0" presId="urn:microsoft.com/office/officeart/2005/8/layout/cycle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1E5081F-FB58-4302-ACD0-63F94ECD8E3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fr-FR"/>
        </a:p>
      </dgm:t>
    </dgm:pt>
    <dgm:pt modelId="{A4F1C84A-CF26-49DC-A752-9672705F2AB6}">
      <dgm:prSet phldrT="[Texte]" phldr="0"/>
      <dgm:spPr/>
      <dgm:t>
        <a:bodyPr/>
        <a:lstStyle/>
        <a:p>
          <a:r>
            <a:rPr lang="fr-FR" dirty="0" err="1"/>
            <a:t>FastAPI</a:t>
          </a:r>
          <a:endParaRPr lang="fr-FR" dirty="0"/>
        </a:p>
      </dgm:t>
    </dgm:pt>
    <dgm:pt modelId="{B2023B1A-030F-4843-8244-52A6C3AD3943}" type="parTrans" cxnId="{D002E2F0-35CD-4840-9421-74420F4EA36A}">
      <dgm:prSet/>
      <dgm:spPr/>
      <dgm:t>
        <a:bodyPr/>
        <a:lstStyle/>
        <a:p>
          <a:endParaRPr lang="fr-FR"/>
        </a:p>
      </dgm:t>
    </dgm:pt>
    <dgm:pt modelId="{CDE94021-13AE-445F-A147-33EEA77E3AB1}" type="sibTrans" cxnId="{D002E2F0-35CD-4840-9421-74420F4EA36A}">
      <dgm:prSet/>
      <dgm:spPr/>
      <dgm:t>
        <a:bodyPr/>
        <a:lstStyle/>
        <a:p>
          <a:endParaRPr lang="fr-FR"/>
        </a:p>
      </dgm:t>
    </dgm:pt>
    <dgm:pt modelId="{C3D644EE-6A86-4B09-9885-BA7369A11425}">
      <dgm:prSet phldrT="[Texte]" phldr="0"/>
      <dgm:spPr/>
      <dgm:t>
        <a:bodyPr/>
        <a:lstStyle/>
        <a:p>
          <a:r>
            <a:rPr lang="fr-FR" dirty="0" err="1"/>
            <a:t>MLflow</a:t>
          </a:r>
          <a:endParaRPr lang="fr-FR" dirty="0"/>
        </a:p>
      </dgm:t>
    </dgm:pt>
    <dgm:pt modelId="{87FC2F93-7F79-43FE-8027-9507BABD3E64}" type="parTrans" cxnId="{FC889AFA-9D92-4D2B-894D-8B3A9304B1AB}">
      <dgm:prSet/>
      <dgm:spPr/>
      <dgm:t>
        <a:bodyPr/>
        <a:lstStyle/>
        <a:p>
          <a:endParaRPr lang="fr-FR"/>
        </a:p>
      </dgm:t>
    </dgm:pt>
    <dgm:pt modelId="{EDCAB0A6-3D7D-43C6-99D6-D583B4F815FD}" type="sibTrans" cxnId="{FC889AFA-9D92-4D2B-894D-8B3A9304B1AB}">
      <dgm:prSet/>
      <dgm:spPr/>
      <dgm:t>
        <a:bodyPr/>
        <a:lstStyle/>
        <a:p>
          <a:endParaRPr lang="fr-FR"/>
        </a:p>
      </dgm:t>
    </dgm:pt>
    <dgm:pt modelId="{380F4155-C5CC-405D-90A6-7C624545EAD7}">
      <dgm:prSet phldrT="[Texte]" phldr="0"/>
      <dgm:spPr/>
      <dgm:t>
        <a:bodyPr/>
        <a:lstStyle/>
        <a:p>
          <a:r>
            <a:rPr lang="fr-FR" dirty="0" err="1"/>
            <a:t>BGBoost</a:t>
          </a:r>
          <a:endParaRPr lang="fr-FR" dirty="0"/>
        </a:p>
      </dgm:t>
    </dgm:pt>
    <dgm:pt modelId="{0FEB806D-FEAB-4ECF-A62B-2579729C6797}" type="parTrans" cxnId="{07F2EE7F-0862-4AF9-8FA5-571C3EB65892}">
      <dgm:prSet/>
      <dgm:spPr/>
      <dgm:t>
        <a:bodyPr/>
        <a:lstStyle/>
        <a:p>
          <a:endParaRPr lang="fr-FR"/>
        </a:p>
      </dgm:t>
    </dgm:pt>
    <dgm:pt modelId="{226C9F7B-B509-4895-BDF3-546006A947F1}" type="sibTrans" cxnId="{07F2EE7F-0862-4AF9-8FA5-571C3EB65892}">
      <dgm:prSet/>
      <dgm:spPr/>
      <dgm:t>
        <a:bodyPr/>
        <a:lstStyle/>
        <a:p>
          <a:endParaRPr lang="fr-FR"/>
        </a:p>
      </dgm:t>
    </dgm:pt>
    <dgm:pt modelId="{4C9A151E-EEE6-46C1-9FEF-D229D93B083D}">
      <dgm:prSet phldrT="[Texte]" phldr="0"/>
      <dgm:spPr/>
      <dgm:t>
        <a:bodyPr/>
        <a:lstStyle/>
        <a:p>
          <a:r>
            <a:rPr lang="fr-FR" dirty="0" err="1"/>
            <a:t>Joblib</a:t>
          </a:r>
          <a:endParaRPr lang="fr-FR" dirty="0"/>
        </a:p>
      </dgm:t>
    </dgm:pt>
    <dgm:pt modelId="{074E5956-3E22-45A8-8CA7-C0433C2CCB0F}" type="parTrans" cxnId="{2C65655C-DEE2-4A1D-9DF9-6FC91683DF2B}">
      <dgm:prSet/>
      <dgm:spPr/>
      <dgm:t>
        <a:bodyPr/>
        <a:lstStyle/>
        <a:p>
          <a:endParaRPr lang="fr-FR"/>
        </a:p>
      </dgm:t>
    </dgm:pt>
    <dgm:pt modelId="{77F4533E-8426-4B30-8EA4-DF22CAAD6F1E}" type="sibTrans" cxnId="{2C65655C-DEE2-4A1D-9DF9-6FC91683DF2B}">
      <dgm:prSet/>
      <dgm:spPr/>
      <dgm:t>
        <a:bodyPr/>
        <a:lstStyle/>
        <a:p>
          <a:endParaRPr lang="fr-FR"/>
        </a:p>
      </dgm:t>
    </dgm:pt>
    <dgm:pt modelId="{B59D9DBA-59F0-4446-96E5-33E74E522E98}">
      <dgm:prSet phldrT="[Texte]" phldr="0"/>
      <dgm:spPr/>
      <dgm:t>
        <a:bodyPr/>
        <a:lstStyle/>
        <a:p>
          <a:r>
            <a:rPr lang="fr-FR" dirty="0" err="1"/>
            <a:t>Streamlit</a:t>
          </a:r>
          <a:endParaRPr lang="fr-FR" dirty="0"/>
        </a:p>
      </dgm:t>
    </dgm:pt>
    <dgm:pt modelId="{23C370BE-F0F9-4F58-98BB-18775A81A5DB}" type="parTrans" cxnId="{02698E86-409C-404D-A17F-96DB40DEADA6}">
      <dgm:prSet/>
      <dgm:spPr/>
      <dgm:t>
        <a:bodyPr/>
        <a:lstStyle/>
        <a:p>
          <a:endParaRPr lang="fr-FR"/>
        </a:p>
      </dgm:t>
    </dgm:pt>
    <dgm:pt modelId="{50C887A4-382C-4C8A-BC6E-49B01F0765C9}" type="sibTrans" cxnId="{02698E86-409C-404D-A17F-96DB40DEADA6}">
      <dgm:prSet/>
      <dgm:spPr/>
      <dgm:t>
        <a:bodyPr/>
        <a:lstStyle/>
        <a:p>
          <a:endParaRPr lang="fr-FR"/>
        </a:p>
      </dgm:t>
    </dgm:pt>
    <dgm:pt modelId="{9C213910-094D-4392-9DE7-BA67067D2A4B}">
      <dgm:prSet phldrT="[Texte]" phldr="0"/>
      <dgm:spPr/>
      <dgm:t>
        <a:bodyPr/>
        <a:lstStyle/>
        <a:p>
          <a:r>
            <a:rPr lang="fr-FR" dirty="0"/>
            <a:t>Docker</a:t>
          </a:r>
        </a:p>
      </dgm:t>
    </dgm:pt>
    <dgm:pt modelId="{35C58876-7147-4B16-8AB3-2A33C54D86EF}" type="parTrans" cxnId="{919DD6E4-B18A-453C-B97A-09ECA6211E56}">
      <dgm:prSet/>
      <dgm:spPr/>
      <dgm:t>
        <a:bodyPr/>
        <a:lstStyle/>
        <a:p>
          <a:endParaRPr lang="fr-FR"/>
        </a:p>
      </dgm:t>
    </dgm:pt>
    <dgm:pt modelId="{A4724C19-BD74-43DD-8020-88526721B1B1}" type="sibTrans" cxnId="{919DD6E4-B18A-453C-B97A-09ECA6211E56}">
      <dgm:prSet/>
      <dgm:spPr/>
      <dgm:t>
        <a:bodyPr/>
        <a:lstStyle/>
        <a:p>
          <a:endParaRPr lang="fr-FR"/>
        </a:p>
      </dgm:t>
    </dgm:pt>
    <dgm:pt modelId="{2BFA4148-BAF0-4CD3-85C0-3465EE871449}">
      <dgm:prSet phldrT="[Texte]" phldr="0"/>
      <dgm:spPr/>
      <dgm:t>
        <a:bodyPr/>
        <a:lstStyle/>
        <a:p>
          <a:r>
            <a:rPr lang="fr-FR" dirty="0" err="1"/>
            <a:t>Pydantic</a:t>
          </a:r>
          <a:endParaRPr lang="fr-FR" dirty="0"/>
        </a:p>
      </dgm:t>
    </dgm:pt>
    <dgm:pt modelId="{26325ACB-6059-48EF-9F17-04DCD4B169C0}" type="parTrans" cxnId="{C0454622-4773-48B3-8021-82A7B872C054}">
      <dgm:prSet/>
      <dgm:spPr/>
      <dgm:t>
        <a:bodyPr/>
        <a:lstStyle/>
        <a:p>
          <a:endParaRPr lang="fr-FR"/>
        </a:p>
      </dgm:t>
    </dgm:pt>
    <dgm:pt modelId="{9DFADB5A-C1B6-4A9C-8444-26578966F21D}" type="sibTrans" cxnId="{C0454622-4773-48B3-8021-82A7B872C054}">
      <dgm:prSet/>
      <dgm:spPr/>
      <dgm:t>
        <a:bodyPr/>
        <a:lstStyle/>
        <a:p>
          <a:endParaRPr lang="fr-FR"/>
        </a:p>
      </dgm:t>
    </dgm:pt>
    <dgm:pt modelId="{BAE762A3-D5C3-4C6A-8338-ED15C1E7999B}">
      <dgm:prSet phldrT="[Texte]" phldr="0"/>
      <dgm:spPr/>
      <dgm:t>
        <a:bodyPr/>
        <a:lstStyle/>
        <a:p>
          <a:r>
            <a:rPr lang="fr-FR" dirty="0" err="1"/>
            <a:t>Uvicorn</a:t>
          </a:r>
          <a:endParaRPr lang="fr-FR" dirty="0"/>
        </a:p>
      </dgm:t>
    </dgm:pt>
    <dgm:pt modelId="{3807A864-677D-4954-BDE6-53B697172812}" type="parTrans" cxnId="{D7689A5B-5D1C-4128-BA4A-F49D9EBB4607}">
      <dgm:prSet/>
      <dgm:spPr/>
      <dgm:t>
        <a:bodyPr/>
        <a:lstStyle/>
        <a:p>
          <a:endParaRPr lang="fr-FR"/>
        </a:p>
      </dgm:t>
    </dgm:pt>
    <dgm:pt modelId="{DE9FE9BB-51FC-4B6D-AC83-7B6FC98681A1}" type="sibTrans" cxnId="{D7689A5B-5D1C-4128-BA4A-F49D9EBB4607}">
      <dgm:prSet/>
      <dgm:spPr/>
      <dgm:t>
        <a:bodyPr/>
        <a:lstStyle/>
        <a:p>
          <a:endParaRPr lang="fr-FR"/>
        </a:p>
      </dgm:t>
    </dgm:pt>
    <dgm:pt modelId="{357B43C6-2DCC-4F27-98FF-8757FA62F740}">
      <dgm:prSet phldrT="[Texte]" phldr="0"/>
      <dgm:spPr/>
      <dgm:t>
        <a:bodyPr/>
        <a:lstStyle/>
        <a:p>
          <a:r>
            <a:rPr lang="fr-FR" dirty="0" err="1"/>
            <a:t>Loguru</a:t>
          </a:r>
          <a:endParaRPr lang="fr-FR" dirty="0"/>
        </a:p>
      </dgm:t>
    </dgm:pt>
    <dgm:pt modelId="{E2F97F45-BD01-4423-9BA0-33D30341EC06}" type="parTrans" cxnId="{6BE005B2-3536-448B-999E-CB3FF1D1F1CE}">
      <dgm:prSet/>
      <dgm:spPr/>
      <dgm:t>
        <a:bodyPr/>
        <a:lstStyle/>
        <a:p>
          <a:endParaRPr lang="fr-FR"/>
        </a:p>
      </dgm:t>
    </dgm:pt>
    <dgm:pt modelId="{FAFF1810-06E9-4993-B925-B480F5D186A8}" type="sibTrans" cxnId="{6BE005B2-3536-448B-999E-CB3FF1D1F1CE}">
      <dgm:prSet/>
      <dgm:spPr/>
      <dgm:t>
        <a:bodyPr/>
        <a:lstStyle/>
        <a:p>
          <a:endParaRPr lang="fr-FR"/>
        </a:p>
      </dgm:t>
    </dgm:pt>
    <dgm:pt modelId="{B3F6FD42-3304-4C6F-96D4-D1131B874589}" type="pres">
      <dgm:prSet presAssocID="{51E5081F-FB58-4302-ACD0-63F94ECD8E30}" presName="linear" presStyleCnt="0">
        <dgm:presLayoutVars>
          <dgm:dir/>
          <dgm:animLvl val="lvl"/>
          <dgm:resizeHandles val="exact"/>
        </dgm:presLayoutVars>
      </dgm:prSet>
      <dgm:spPr/>
    </dgm:pt>
    <dgm:pt modelId="{834E1074-E1DB-466F-BE36-A6FC291DBE20}" type="pres">
      <dgm:prSet presAssocID="{A4F1C84A-CF26-49DC-A752-9672705F2AB6}" presName="parentLin" presStyleCnt="0"/>
      <dgm:spPr/>
    </dgm:pt>
    <dgm:pt modelId="{EEFC2398-1987-4E46-8828-AFD7F7898AC3}" type="pres">
      <dgm:prSet presAssocID="{A4F1C84A-CF26-49DC-A752-9672705F2AB6}" presName="parentLeftMargin" presStyleLbl="node1" presStyleIdx="0" presStyleCnt="9"/>
      <dgm:spPr/>
    </dgm:pt>
    <dgm:pt modelId="{2F755924-FD4A-4685-8DE6-16DC4EFA30A1}" type="pres">
      <dgm:prSet presAssocID="{A4F1C84A-CF26-49DC-A752-9672705F2AB6}" presName="parentText" presStyleLbl="node1" presStyleIdx="0" presStyleCnt="9">
        <dgm:presLayoutVars>
          <dgm:chMax val="0"/>
          <dgm:bulletEnabled val="1"/>
        </dgm:presLayoutVars>
      </dgm:prSet>
      <dgm:spPr/>
    </dgm:pt>
    <dgm:pt modelId="{374B6ED3-1081-4C9D-941B-B2514E68E994}" type="pres">
      <dgm:prSet presAssocID="{A4F1C84A-CF26-49DC-A752-9672705F2AB6}" presName="negativeSpace" presStyleCnt="0"/>
      <dgm:spPr/>
    </dgm:pt>
    <dgm:pt modelId="{61781841-EB2E-4888-98C2-AF8631A615F7}" type="pres">
      <dgm:prSet presAssocID="{A4F1C84A-CF26-49DC-A752-9672705F2AB6}" presName="childText" presStyleLbl="conFgAcc1" presStyleIdx="0" presStyleCnt="9">
        <dgm:presLayoutVars>
          <dgm:bulletEnabled val="1"/>
        </dgm:presLayoutVars>
      </dgm:prSet>
      <dgm:spPr/>
    </dgm:pt>
    <dgm:pt modelId="{0AC33BE0-577E-43CC-B421-1CE61777610B}" type="pres">
      <dgm:prSet presAssocID="{CDE94021-13AE-445F-A147-33EEA77E3AB1}" presName="spaceBetweenRectangles" presStyleCnt="0"/>
      <dgm:spPr/>
    </dgm:pt>
    <dgm:pt modelId="{C3B4CCFA-AC3C-496E-9FCC-6C583C35AD60}" type="pres">
      <dgm:prSet presAssocID="{C3D644EE-6A86-4B09-9885-BA7369A11425}" presName="parentLin" presStyleCnt="0"/>
      <dgm:spPr/>
    </dgm:pt>
    <dgm:pt modelId="{A48A641C-5BD2-4193-BCFD-ED7CC9A19172}" type="pres">
      <dgm:prSet presAssocID="{C3D644EE-6A86-4B09-9885-BA7369A11425}" presName="parentLeftMargin" presStyleLbl="node1" presStyleIdx="0" presStyleCnt="9"/>
      <dgm:spPr/>
    </dgm:pt>
    <dgm:pt modelId="{64254EE0-08D7-4DD0-ACE9-2640353233FA}" type="pres">
      <dgm:prSet presAssocID="{C3D644EE-6A86-4B09-9885-BA7369A11425}" presName="parentText" presStyleLbl="node1" presStyleIdx="1" presStyleCnt="9">
        <dgm:presLayoutVars>
          <dgm:chMax val="0"/>
          <dgm:bulletEnabled val="1"/>
        </dgm:presLayoutVars>
      </dgm:prSet>
      <dgm:spPr/>
    </dgm:pt>
    <dgm:pt modelId="{3537E15E-B7A5-4652-8DE5-097609778456}" type="pres">
      <dgm:prSet presAssocID="{C3D644EE-6A86-4B09-9885-BA7369A11425}" presName="negativeSpace" presStyleCnt="0"/>
      <dgm:spPr/>
    </dgm:pt>
    <dgm:pt modelId="{C86AED5F-6A66-464F-8990-D0E96EE452FB}" type="pres">
      <dgm:prSet presAssocID="{C3D644EE-6A86-4B09-9885-BA7369A11425}" presName="childText" presStyleLbl="conFgAcc1" presStyleIdx="1" presStyleCnt="9">
        <dgm:presLayoutVars>
          <dgm:bulletEnabled val="1"/>
        </dgm:presLayoutVars>
      </dgm:prSet>
      <dgm:spPr/>
    </dgm:pt>
    <dgm:pt modelId="{CC3D2F55-FDF2-4074-A1F1-81651EBF3AC9}" type="pres">
      <dgm:prSet presAssocID="{EDCAB0A6-3D7D-43C6-99D6-D583B4F815FD}" presName="spaceBetweenRectangles" presStyleCnt="0"/>
      <dgm:spPr/>
    </dgm:pt>
    <dgm:pt modelId="{5AC031C2-10B2-4C02-9CC4-297E3923E567}" type="pres">
      <dgm:prSet presAssocID="{380F4155-C5CC-405D-90A6-7C624545EAD7}" presName="parentLin" presStyleCnt="0"/>
      <dgm:spPr/>
    </dgm:pt>
    <dgm:pt modelId="{610D908D-E422-4C33-80A5-C99BFA0600A7}" type="pres">
      <dgm:prSet presAssocID="{380F4155-C5CC-405D-90A6-7C624545EAD7}" presName="parentLeftMargin" presStyleLbl="node1" presStyleIdx="1" presStyleCnt="9"/>
      <dgm:spPr/>
    </dgm:pt>
    <dgm:pt modelId="{47C008CB-4D2A-4D46-AE05-24A91E45E3F3}" type="pres">
      <dgm:prSet presAssocID="{380F4155-C5CC-405D-90A6-7C624545EAD7}" presName="parentText" presStyleLbl="node1" presStyleIdx="2" presStyleCnt="9">
        <dgm:presLayoutVars>
          <dgm:chMax val="0"/>
          <dgm:bulletEnabled val="1"/>
        </dgm:presLayoutVars>
      </dgm:prSet>
      <dgm:spPr/>
    </dgm:pt>
    <dgm:pt modelId="{90767268-2F3B-41C3-87E1-B299127553DC}" type="pres">
      <dgm:prSet presAssocID="{380F4155-C5CC-405D-90A6-7C624545EAD7}" presName="negativeSpace" presStyleCnt="0"/>
      <dgm:spPr/>
    </dgm:pt>
    <dgm:pt modelId="{6EF5D8DD-1AB4-47F3-8D3F-662E0FED5A7C}" type="pres">
      <dgm:prSet presAssocID="{380F4155-C5CC-405D-90A6-7C624545EAD7}" presName="childText" presStyleLbl="conFgAcc1" presStyleIdx="2" presStyleCnt="9">
        <dgm:presLayoutVars>
          <dgm:bulletEnabled val="1"/>
        </dgm:presLayoutVars>
      </dgm:prSet>
      <dgm:spPr/>
    </dgm:pt>
    <dgm:pt modelId="{4388F7C4-EDE7-4DE8-B027-4F1CA59FCD31}" type="pres">
      <dgm:prSet presAssocID="{226C9F7B-B509-4895-BDF3-546006A947F1}" presName="spaceBetweenRectangles" presStyleCnt="0"/>
      <dgm:spPr/>
    </dgm:pt>
    <dgm:pt modelId="{E29EC90A-6494-4472-8EF0-CA726020CE7D}" type="pres">
      <dgm:prSet presAssocID="{4C9A151E-EEE6-46C1-9FEF-D229D93B083D}" presName="parentLin" presStyleCnt="0"/>
      <dgm:spPr/>
    </dgm:pt>
    <dgm:pt modelId="{2D8F0C5D-426D-4477-BA01-DE181E0A404A}" type="pres">
      <dgm:prSet presAssocID="{4C9A151E-EEE6-46C1-9FEF-D229D93B083D}" presName="parentLeftMargin" presStyleLbl="node1" presStyleIdx="2" presStyleCnt="9"/>
      <dgm:spPr/>
    </dgm:pt>
    <dgm:pt modelId="{70BD0B8A-561F-4C29-B1C9-BC37D6A3403B}" type="pres">
      <dgm:prSet presAssocID="{4C9A151E-EEE6-46C1-9FEF-D229D93B083D}" presName="parentText" presStyleLbl="node1" presStyleIdx="3" presStyleCnt="9">
        <dgm:presLayoutVars>
          <dgm:chMax val="0"/>
          <dgm:bulletEnabled val="1"/>
        </dgm:presLayoutVars>
      </dgm:prSet>
      <dgm:spPr/>
    </dgm:pt>
    <dgm:pt modelId="{05A1B3B2-CED6-40B7-80E4-98313689DE6F}" type="pres">
      <dgm:prSet presAssocID="{4C9A151E-EEE6-46C1-9FEF-D229D93B083D}" presName="negativeSpace" presStyleCnt="0"/>
      <dgm:spPr/>
    </dgm:pt>
    <dgm:pt modelId="{5C46A896-6AEF-4015-A905-5369367C3F82}" type="pres">
      <dgm:prSet presAssocID="{4C9A151E-EEE6-46C1-9FEF-D229D93B083D}" presName="childText" presStyleLbl="conFgAcc1" presStyleIdx="3" presStyleCnt="9">
        <dgm:presLayoutVars>
          <dgm:bulletEnabled val="1"/>
        </dgm:presLayoutVars>
      </dgm:prSet>
      <dgm:spPr/>
    </dgm:pt>
    <dgm:pt modelId="{134CA86A-AA1B-49C4-8EF7-74FDE50B5F99}" type="pres">
      <dgm:prSet presAssocID="{77F4533E-8426-4B30-8EA4-DF22CAAD6F1E}" presName="spaceBetweenRectangles" presStyleCnt="0"/>
      <dgm:spPr/>
    </dgm:pt>
    <dgm:pt modelId="{DC5C6A39-DC70-4302-9C85-581FDFDCE567}" type="pres">
      <dgm:prSet presAssocID="{B59D9DBA-59F0-4446-96E5-33E74E522E98}" presName="parentLin" presStyleCnt="0"/>
      <dgm:spPr/>
    </dgm:pt>
    <dgm:pt modelId="{1F18B05B-6BE3-4435-9F31-4A79FE117553}" type="pres">
      <dgm:prSet presAssocID="{B59D9DBA-59F0-4446-96E5-33E74E522E98}" presName="parentLeftMargin" presStyleLbl="node1" presStyleIdx="3" presStyleCnt="9"/>
      <dgm:spPr/>
    </dgm:pt>
    <dgm:pt modelId="{6F7826B8-C272-4D05-B6BB-3771B6F9AFF1}" type="pres">
      <dgm:prSet presAssocID="{B59D9DBA-59F0-4446-96E5-33E74E522E98}" presName="parentText" presStyleLbl="node1" presStyleIdx="4" presStyleCnt="9">
        <dgm:presLayoutVars>
          <dgm:chMax val="0"/>
          <dgm:bulletEnabled val="1"/>
        </dgm:presLayoutVars>
      </dgm:prSet>
      <dgm:spPr/>
    </dgm:pt>
    <dgm:pt modelId="{EE366310-1B87-4E32-970B-17026EA3DB62}" type="pres">
      <dgm:prSet presAssocID="{B59D9DBA-59F0-4446-96E5-33E74E522E98}" presName="negativeSpace" presStyleCnt="0"/>
      <dgm:spPr/>
    </dgm:pt>
    <dgm:pt modelId="{82425E65-99F9-46F0-A4AC-33713F2C8CE6}" type="pres">
      <dgm:prSet presAssocID="{B59D9DBA-59F0-4446-96E5-33E74E522E98}" presName="childText" presStyleLbl="conFgAcc1" presStyleIdx="4" presStyleCnt="9">
        <dgm:presLayoutVars>
          <dgm:bulletEnabled val="1"/>
        </dgm:presLayoutVars>
      </dgm:prSet>
      <dgm:spPr/>
    </dgm:pt>
    <dgm:pt modelId="{412B745F-8331-4B42-88AD-3D3C095BA9D1}" type="pres">
      <dgm:prSet presAssocID="{50C887A4-382C-4C8A-BC6E-49B01F0765C9}" presName="spaceBetweenRectangles" presStyleCnt="0"/>
      <dgm:spPr/>
    </dgm:pt>
    <dgm:pt modelId="{5E203DC0-113C-4AF1-B760-06D83281F101}" type="pres">
      <dgm:prSet presAssocID="{9C213910-094D-4392-9DE7-BA67067D2A4B}" presName="parentLin" presStyleCnt="0"/>
      <dgm:spPr/>
    </dgm:pt>
    <dgm:pt modelId="{02D1C3BC-00C2-4148-94EB-537D32256B5B}" type="pres">
      <dgm:prSet presAssocID="{9C213910-094D-4392-9DE7-BA67067D2A4B}" presName="parentLeftMargin" presStyleLbl="node1" presStyleIdx="4" presStyleCnt="9"/>
      <dgm:spPr/>
    </dgm:pt>
    <dgm:pt modelId="{8F79B3B0-E226-4E3D-9DB4-5B1E1CF71E67}" type="pres">
      <dgm:prSet presAssocID="{9C213910-094D-4392-9DE7-BA67067D2A4B}" presName="parentText" presStyleLbl="node1" presStyleIdx="5" presStyleCnt="9">
        <dgm:presLayoutVars>
          <dgm:chMax val="0"/>
          <dgm:bulletEnabled val="1"/>
        </dgm:presLayoutVars>
      </dgm:prSet>
      <dgm:spPr/>
    </dgm:pt>
    <dgm:pt modelId="{7E4A51C2-0F84-44DB-81A3-484B9B6FA615}" type="pres">
      <dgm:prSet presAssocID="{9C213910-094D-4392-9DE7-BA67067D2A4B}" presName="negativeSpace" presStyleCnt="0"/>
      <dgm:spPr/>
    </dgm:pt>
    <dgm:pt modelId="{74C77E1A-F462-498D-BEF7-09A0BD66B187}" type="pres">
      <dgm:prSet presAssocID="{9C213910-094D-4392-9DE7-BA67067D2A4B}" presName="childText" presStyleLbl="conFgAcc1" presStyleIdx="5" presStyleCnt="9">
        <dgm:presLayoutVars>
          <dgm:bulletEnabled val="1"/>
        </dgm:presLayoutVars>
      </dgm:prSet>
      <dgm:spPr/>
    </dgm:pt>
    <dgm:pt modelId="{2B704877-3799-470F-9745-637E1D9F6F58}" type="pres">
      <dgm:prSet presAssocID="{A4724C19-BD74-43DD-8020-88526721B1B1}" presName="spaceBetweenRectangles" presStyleCnt="0"/>
      <dgm:spPr/>
    </dgm:pt>
    <dgm:pt modelId="{A866B5BD-8D84-42CA-9679-223CB18E2833}" type="pres">
      <dgm:prSet presAssocID="{2BFA4148-BAF0-4CD3-85C0-3465EE871449}" presName="parentLin" presStyleCnt="0"/>
      <dgm:spPr/>
    </dgm:pt>
    <dgm:pt modelId="{A1D992D3-C270-450E-AE3B-F458CFA00687}" type="pres">
      <dgm:prSet presAssocID="{2BFA4148-BAF0-4CD3-85C0-3465EE871449}" presName="parentLeftMargin" presStyleLbl="node1" presStyleIdx="5" presStyleCnt="9"/>
      <dgm:spPr/>
    </dgm:pt>
    <dgm:pt modelId="{014DA707-565A-4925-95C2-EEF7482CF10B}" type="pres">
      <dgm:prSet presAssocID="{2BFA4148-BAF0-4CD3-85C0-3465EE871449}" presName="parentText" presStyleLbl="node1" presStyleIdx="6" presStyleCnt="9">
        <dgm:presLayoutVars>
          <dgm:chMax val="0"/>
          <dgm:bulletEnabled val="1"/>
        </dgm:presLayoutVars>
      </dgm:prSet>
      <dgm:spPr/>
    </dgm:pt>
    <dgm:pt modelId="{CC790FB7-C504-4FC1-85C7-89BDD8AD8BC0}" type="pres">
      <dgm:prSet presAssocID="{2BFA4148-BAF0-4CD3-85C0-3465EE871449}" presName="negativeSpace" presStyleCnt="0"/>
      <dgm:spPr/>
    </dgm:pt>
    <dgm:pt modelId="{E726072F-5E7F-40D2-B1E3-8CDBFA846DE2}" type="pres">
      <dgm:prSet presAssocID="{2BFA4148-BAF0-4CD3-85C0-3465EE871449}" presName="childText" presStyleLbl="conFgAcc1" presStyleIdx="6" presStyleCnt="9">
        <dgm:presLayoutVars>
          <dgm:bulletEnabled val="1"/>
        </dgm:presLayoutVars>
      </dgm:prSet>
      <dgm:spPr/>
    </dgm:pt>
    <dgm:pt modelId="{7791B8C1-5B3D-48DF-BDC3-A7D85A7F8A15}" type="pres">
      <dgm:prSet presAssocID="{9DFADB5A-C1B6-4A9C-8444-26578966F21D}" presName="spaceBetweenRectangles" presStyleCnt="0"/>
      <dgm:spPr/>
    </dgm:pt>
    <dgm:pt modelId="{137B1F37-8642-49A8-B470-20786DFD16E6}" type="pres">
      <dgm:prSet presAssocID="{BAE762A3-D5C3-4C6A-8338-ED15C1E7999B}" presName="parentLin" presStyleCnt="0"/>
      <dgm:spPr/>
    </dgm:pt>
    <dgm:pt modelId="{186241B6-6FC9-4392-AEF2-5CF502C04F84}" type="pres">
      <dgm:prSet presAssocID="{BAE762A3-D5C3-4C6A-8338-ED15C1E7999B}" presName="parentLeftMargin" presStyleLbl="node1" presStyleIdx="6" presStyleCnt="9"/>
      <dgm:spPr/>
    </dgm:pt>
    <dgm:pt modelId="{3CB56F19-79DF-43CA-AC40-64C14E0F38B8}" type="pres">
      <dgm:prSet presAssocID="{BAE762A3-D5C3-4C6A-8338-ED15C1E7999B}" presName="parentText" presStyleLbl="node1" presStyleIdx="7" presStyleCnt="9">
        <dgm:presLayoutVars>
          <dgm:chMax val="0"/>
          <dgm:bulletEnabled val="1"/>
        </dgm:presLayoutVars>
      </dgm:prSet>
      <dgm:spPr/>
    </dgm:pt>
    <dgm:pt modelId="{82E7FA1B-8AFE-4816-AAD3-E24EAEA46A3D}" type="pres">
      <dgm:prSet presAssocID="{BAE762A3-D5C3-4C6A-8338-ED15C1E7999B}" presName="negativeSpace" presStyleCnt="0"/>
      <dgm:spPr/>
    </dgm:pt>
    <dgm:pt modelId="{91CFA1AB-4458-4B8B-A015-CAE8924F60D9}" type="pres">
      <dgm:prSet presAssocID="{BAE762A3-D5C3-4C6A-8338-ED15C1E7999B}" presName="childText" presStyleLbl="conFgAcc1" presStyleIdx="7" presStyleCnt="9">
        <dgm:presLayoutVars>
          <dgm:bulletEnabled val="1"/>
        </dgm:presLayoutVars>
      </dgm:prSet>
      <dgm:spPr/>
    </dgm:pt>
    <dgm:pt modelId="{9E41C62F-34CD-4C0C-BF80-155943843591}" type="pres">
      <dgm:prSet presAssocID="{DE9FE9BB-51FC-4B6D-AC83-7B6FC98681A1}" presName="spaceBetweenRectangles" presStyleCnt="0"/>
      <dgm:spPr/>
    </dgm:pt>
    <dgm:pt modelId="{7F9F6DB7-443E-46FB-AF1A-5B9B2496068C}" type="pres">
      <dgm:prSet presAssocID="{357B43C6-2DCC-4F27-98FF-8757FA62F740}" presName="parentLin" presStyleCnt="0"/>
      <dgm:spPr/>
    </dgm:pt>
    <dgm:pt modelId="{6A3B2531-00FD-46BF-AB3E-46EFFC760848}" type="pres">
      <dgm:prSet presAssocID="{357B43C6-2DCC-4F27-98FF-8757FA62F740}" presName="parentLeftMargin" presStyleLbl="node1" presStyleIdx="7" presStyleCnt="9"/>
      <dgm:spPr/>
    </dgm:pt>
    <dgm:pt modelId="{1D4F1D1B-01D4-4660-811E-3B2920621AE3}" type="pres">
      <dgm:prSet presAssocID="{357B43C6-2DCC-4F27-98FF-8757FA62F740}" presName="parentText" presStyleLbl="node1" presStyleIdx="8" presStyleCnt="9">
        <dgm:presLayoutVars>
          <dgm:chMax val="0"/>
          <dgm:bulletEnabled val="1"/>
        </dgm:presLayoutVars>
      </dgm:prSet>
      <dgm:spPr/>
    </dgm:pt>
    <dgm:pt modelId="{7F8E2B1C-6020-4C5B-917A-7673259D3E4E}" type="pres">
      <dgm:prSet presAssocID="{357B43C6-2DCC-4F27-98FF-8757FA62F740}" presName="negativeSpace" presStyleCnt="0"/>
      <dgm:spPr/>
    </dgm:pt>
    <dgm:pt modelId="{5A931EE0-C031-423F-8A04-F2EF3F6FA444}" type="pres">
      <dgm:prSet presAssocID="{357B43C6-2DCC-4F27-98FF-8757FA62F740}" presName="childText" presStyleLbl="conFgAcc1" presStyleIdx="8" presStyleCnt="9">
        <dgm:presLayoutVars>
          <dgm:bulletEnabled val="1"/>
        </dgm:presLayoutVars>
      </dgm:prSet>
      <dgm:spPr/>
    </dgm:pt>
  </dgm:ptLst>
  <dgm:cxnLst>
    <dgm:cxn modelId="{904B8206-BECE-4344-966B-E1995BDB6D25}" type="presOf" srcId="{357B43C6-2DCC-4F27-98FF-8757FA62F740}" destId="{6A3B2531-00FD-46BF-AB3E-46EFFC760848}" srcOrd="0" destOrd="0" presId="urn:microsoft.com/office/officeart/2005/8/layout/list1"/>
    <dgm:cxn modelId="{493F990A-49F1-4431-AB96-77086AF351A1}" type="presOf" srcId="{380F4155-C5CC-405D-90A6-7C624545EAD7}" destId="{610D908D-E422-4C33-80A5-C99BFA0600A7}" srcOrd="0" destOrd="0" presId="urn:microsoft.com/office/officeart/2005/8/layout/list1"/>
    <dgm:cxn modelId="{DD4B3B11-8328-44F7-B4E0-D55A14813BE7}" type="presOf" srcId="{A4F1C84A-CF26-49DC-A752-9672705F2AB6}" destId="{2F755924-FD4A-4685-8DE6-16DC4EFA30A1}" srcOrd="1" destOrd="0" presId="urn:microsoft.com/office/officeart/2005/8/layout/list1"/>
    <dgm:cxn modelId="{F76A0814-08A0-4EDA-861E-08741E3D2B4D}" type="presOf" srcId="{BAE762A3-D5C3-4C6A-8338-ED15C1E7999B}" destId="{186241B6-6FC9-4392-AEF2-5CF502C04F84}" srcOrd="0" destOrd="0" presId="urn:microsoft.com/office/officeart/2005/8/layout/list1"/>
    <dgm:cxn modelId="{CBF98D16-EE25-46B6-9CCE-793BBBA2C719}" type="presOf" srcId="{2BFA4148-BAF0-4CD3-85C0-3465EE871449}" destId="{A1D992D3-C270-450E-AE3B-F458CFA00687}" srcOrd="0" destOrd="0" presId="urn:microsoft.com/office/officeart/2005/8/layout/list1"/>
    <dgm:cxn modelId="{6C27841B-AE7F-4474-9131-B4688F8FE3F5}" type="presOf" srcId="{C3D644EE-6A86-4B09-9885-BA7369A11425}" destId="{A48A641C-5BD2-4193-BCFD-ED7CC9A19172}" srcOrd="0" destOrd="0" presId="urn:microsoft.com/office/officeart/2005/8/layout/list1"/>
    <dgm:cxn modelId="{C0454622-4773-48B3-8021-82A7B872C054}" srcId="{51E5081F-FB58-4302-ACD0-63F94ECD8E30}" destId="{2BFA4148-BAF0-4CD3-85C0-3465EE871449}" srcOrd="6" destOrd="0" parTransId="{26325ACB-6059-48EF-9F17-04DCD4B169C0}" sibTransId="{9DFADB5A-C1B6-4A9C-8444-26578966F21D}"/>
    <dgm:cxn modelId="{76873824-7D94-4C87-BDC4-D4F797B7FD08}" type="presOf" srcId="{2BFA4148-BAF0-4CD3-85C0-3465EE871449}" destId="{014DA707-565A-4925-95C2-EEF7482CF10B}" srcOrd="1" destOrd="0" presId="urn:microsoft.com/office/officeart/2005/8/layout/list1"/>
    <dgm:cxn modelId="{1DD6C028-AE6C-4F9B-8CBB-4E79ED5D9378}" type="presOf" srcId="{380F4155-C5CC-405D-90A6-7C624545EAD7}" destId="{47C008CB-4D2A-4D46-AE05-24A91E45E3F3}" srcOrd="1" destOrd="0" presId="urn:microsoft.com/office/officeart/2005/8/layout/list1"/>
    <dgm:cxn modelId="{6648F238-FA07-4CC9-89E5-E97B6BC6BA8A}" type="presOf" srcId="{357B43C6-2DCC-4F27-98FF-8757FA62F740}" destId="{1D4F1D1B-01D4-4660-811E-3B2920621AE3}" srcOrd="1" destOrd="0" presId="urn:microsoft.com/office/officeart/2005/8/layout/list1"/>
    <dgm:cxn modelId="{D7689A5B-5D1C-4128-BA4A-F49D9EBB4607}" srcId="{51E5081F-FB58-4302-ACD0-63F94ECD8E30}" destId="{BAE762A3-D5C3-4C6A-8338-ED15C1E7999B}" srcOrd="7" destOrd="0" parTransId="{3807A864-677D-4954-BDE6-53B697172812}" sibTransId="{DE9FE9BB-51FC-4B6D-AC83-7B6FC98681A1}"/>
    <dgm:cxn modelId="{2C65655C-DEE2-4A1D-9DF9-6FC91683DF2B}" srcId="{51E5081F-FB58-4302-ACD0-63F94ECD8E30}" destId="{4C9A151E-EEE6-46C1-9FEF-D229D93B083D}" srcOrd="3" destOrd="0" parTransId="{074E5956-3E22-45A8-8CA7-C0433C2CCB0F}" sibTransId="{77F4533E-8426-4B30-8EA4-DF22CAAD6F1E}"/>
    <dgm:cxn modelId="{E15C6469-2773-4A74-B6A0-EB3CBAAC13FC}" type="presOf" srcId="{9C213910-094D-4392-9DE7-BA67067D2A4B}" destId="{02D1C3BC-00C2-4148-94EB-537D32256B5B}" srcOrd="0" destOrd="0" presId="urn:microsoft.com/office/officeart/2005/8/layout/list1"/>
    <dgm:cxn modelId="{A3FB646E-F0C5-477B-B6F7-59BA9DA78260}" type="presOf" srcId="{B59D9DBA-59F0-4446-96E5-33E74E522E98}" destId="{1F18B05B-6BE3-4435-9F31-4A79FE117553}" srcOrd="0" destOrd="0" presId="urn:microsoft.com/office/officeart/2005/8/layout/list1"/>
    <dgm:cxn modelId="{0FD5534E-AD2D-4284-89C9-8402FB6728D1}" type="presOf" srcId="{9C213910-094D-4392-9DE7-BA67067D2A4B}" destId="{8F79B3B0-E226-4E3D-9DB4-5B1E1CF71E67}" srcOrd="1" destOrd="0" presId="urn:microsoft.com/office/officeart/2005/8/layout/list1"/>
    <dgm:cxn modelId="{DBA70378-0FB4-48CB-A207-E35648FC9EF8}" type="presOf" srcId="{BAE762A3-D5C3-4C6A-8338-ED15C1E7999B}" destId="{3CB56F19-79DF-43CA-AC40-64C14E0F38B8}" srcOrd="1" destOrd="0" presId="urn:microsoft.com/office/officeart/2005/8/layout/list1"/>
    <dgm:cxn modelId="{A8F6115A-5145-428A-A25B-929766961779}" type="presOf" srcId="{4C9A151E-EEE6-46C1-9FEF-D229D93B083D}" destId="{2D8F0C5D-426D-4477-BA01-DE181E0A404A}" srcOrd="0" destOrd="0" presId="urn:microsoft.com/office/officeart/2005/8/layout/list1"/>
    <dgm:cxn modelId="{BD63497E-2CDD-414D-8E13-F1905469BD89}" type="presOf" srcId="{A4F1C84A-CF26-49DC-A752-9672705F2AB6}" destId="{EEFC2398-1987-4E46-8828-AFD7F7898AC3}" srcOrd="0" destOrd="0" presId="urn:microsoft.com/office/officeart/2005/8/layout/list1"/>
    <dgm:cxn modelId="{07F2EE7F-0862-4AF9-8FA5-571C3EB65892}" srcId="{51E5081F-FB58-4302-ACD0-63F94ECD8E30}" destId="{380F4155-C5CC-405D-90A6-7C624545EAD7}" srcOrd="2" destOrd="0" parTransId="{0FEB806D-FEAB-4ECF-A62B-2579729C6797}" sibTransId="{226C9F7B-B509-4895-BDF3-546006A947F1}"/>
    <dgm:cxn modelId="{02698E86-409C-404D-A17F-96DB40DEADA6}" srcId="{51E5081F-FB58-4302-ACD0-63F94ECD8E30}" destId="{B59D9DBA-59F0-4446-96E5-33E74E522E98}" srcOrd="4" destOrd="0" parTransId="{23C370BE-F0F9-4F58-98BB-18775A81A5DB}" sibTransId="{50C887A4-382C-4C8A-BC6E-49B01F0765C9}"/>
    <dgm:cxn modelId="{46E8F98A-38CA-4216-A29E-A0639B2927FC}" type="presOf" srcId="{51E5081F-FB58-4302-ACD0-63F94ECD8E30}" destId="{B3F6FD42-3304-4C6F-96D4-D1131B874589}" srcOrd="0" destOrd="0" presId="urn:microsoft.com/office/officeart/2005/8/layout/list1"/>
    <dgm:cxn modelId="{97CB299D-DC38-4EC6-B008-B0B1EBA9AC92}" type="presOf" srcId="{4C9A151E-EEE6-46C1-9FEF-D229D93B083D}" destId="{70BD0B8A-561F-4C29-B1C9-BC37D6A3403B}" srcOrd="1" destOrd="0" presId="urn:microsoft.com/office/officeart/2005/8/layout/list1"/>
    <dgm:cxn modelId="{6BE005B2-3536-448B-999E-CB3FF1D1F1CE}" srcId="{51E5081F-FB58-4302-ACD0-63F94ECD8E30}" destId="{357B43C6-2DCC-4F27-98FF-8757FA62F740}" srcOrd="8" destOrd="0" parTransId="{E2F97F45-BD01-4423-9BA0-33D30341EC06}" sibTransId="{FAFF1810-06E9-4993-B925-B480F5D186A8}"/>
    <dgm:cxn modelId="{C103F3B7-2FCC-4550-B251-92FB876DF7E6}" type="presOf" srcId="{B59D9DBA-59F0-4446-96E5-33E74E522E98}" destId="{6F7826B8-C272-4D05-B6BB-3771B6F9AFF1}" srcOrd="1" destOrd="0" presId="urn:microsoft.com/office/officeart/2005/8/layout/list1"/>
    <dgm:cxn modelId="{919DD6E4-B18A-453C-B97A-09ECA6211E56}" srcId="{51E5081F-FB58-4302-ACD0-63F94ECD8E30}" destId="{9C213910-094D-4392-9DE7-BA67067D2A4B}" srcOrd="5" destOrd="0" parTransId="{35C58876-7147-4B16-8AB3-2A33C54D86EF}" sibTransId="{A4724C19-BD74-43DD-8020-88526721B1B1}"/>
    <dgm:cxn modelId="{E7ED11E7-BD50-436A-98DA-BD014F120A45}" type="presOf" srcId="{C3D644EE-6A86-4B09-9885-BA7369A11425}" destId="{64254EE0-08D7-4DD0-ACE9-2640353233FA}" srcOrd="1" destOrd="0" presId="urn:microsoft.com/office/officeart/2005/8/layout/list1"/>
    <dgm:cxn modelId="{D002E2F0-35CD-4840-9421-74420F4EA36A}" srcId="{51E5081F-FB58-4302-ACD0-63F94ECD8E30}" destId="{A4F1C84A-CF26-49DC-A752-9672705F2AB6}" srcOrd="0" destOrd="0" parTransId="{B2023B1A-030F-4843-8244-52A6C3AD3943}" sibTransId="{CDE94021-13AE-445F-A147-33EEA77E3AB1}"/>
    <dgm:cxn modelId="{FC889AFA-9D92-4D2B-894D-8B3A9304B1AB}" srcId="{51E5081F-FB58-4302-ACD0-63F94ECD8E30}" destId="{C3D644EE-6A86-4B09-9885-BA7369A11425}" srcOrd="1" destOrd="0" parTransId="{87FC2F93-7F79-43FE-8027-9507BABD3E64}" sibTransId="{EDCAB0A6-3D7D-43C6-99D6-D583B4F815FD}"/>
    <dgm:cxn modelId="{8FA79C0D-39C1-46D1-9977-27313476C8BE}" type="presParOf" srcId="{B3F6FD42-3304-4C6F-96D4-D1131B874589}" destId="{834E1074-E1DB-466F-BE36-A6FC291DBE20}" srcOrd="0" destOrd="0" presId="urn:microsoft.com/office/officeart/2005/8/layout/list1"/>
    <dgm:cxn modelId="{2A19849C-1BD6-4084-B7D0-08FC16CB5E20}" type="presParOf" srcId="{834E1074-E1DB-466F-BE36-A6FC291DBE20}" destId="{EEFC2398-1987-4E46-8828-AFD7F7898AC3}" srcOrd="0" destOrd="0" presId="urn:microsoft.com/office/officeart/2005/8/layout/list1"/>
    <dgm:cxn modelId="{23F2A7A0-DCF7-42CD-8C08-FA8311AD047F}" type="presParOf" srcId="{834E1074-E1DB-466F-BE36-A6FC291DBE20}" destId="{2F755924-FD4A-4685-8DE6-16DC4EFA30A1}" srcOrd="1" destOrd="0" presId="urn:microsoft.com/office/officeart/2005/8/layout/list1"/>
    <dgm:cxn modelId="{35C2DB2D-42EF-415E-AA07-DDF4741C3065}" type="presParOf" srcId="{B3F6FD42-3304-4C6F-96D4-D1131B874589}" destId="{374B6ED3-1081-4C9D-941B-B2514E68E994}" srcOrd="1" destOrd="0" presId="urn:microsoft.com/office/officeart/2005/8/layout/list1"/>
    <dgm:cxn modelId="{F1452BB8-0454-4479-96B3-A8337257E6E8}" type="presParOf" srcId="{B3F6FD42-3304-4C6F-96D4-D1131B874589}" destId="{61781841-EB2E-4888-98C2-AF8631A615F7}" srcOrd="2" destOrd="0" presId="urn:microsoft.com/office/officeart/2005/8/layout/list1"/>
    <dgm:cxn modelId="{36E9F19E-495D-4141-8ED6-4C0212FB5A84}" type="presParOf" srcId="{B3F6FD42-3304-4C6F-96D4-D1131B874589}" destId="{0AC33BE0-577E-43CC-B421-1CE61777610B}" srcOrd="3" destOrd="0" presId="urn:microsoft.com/office/officeart/2005/8/layout/list1"/>
    <dgm:cxn modelId="{C01FFC01-1F28-4BA8-B638-3974E1CD7DA2}" type="presParOf" srcId="{B3F6FD42-3304-4C6F-96D4-D1131B874589}" destId="{C3B4CCFA-AC3C-496E-9FCC-6C583C35AD60}" srcOrd="4" destOrd="0" presId="urn:microsoft.com/office/officeart/2005/8/layout/list1"/>
    <dgm:cxn modelId="{7A049EAE-A58A-4E8A-9944-7AB163F87194}" type="presParOf" srcId="{C3B4CCFA-AC3C-496E-9FCC-6C583C35AD60}" destId="{A48A641C-5BD2-4193-BCFD-ED7CC9A19172}" srcOrd="0" destOrd="0" presId="urn:microsoft.com/office/officeart/2005/8/layout/list1"/>
    <dgm:cxn modelId="{4C04384C-B90E-4161-BF08-8569F7263461}" type="presParOf" srcId="{C3B4CCFA-AC3C-496E-9FCC-6C583C35AD60}" destId="{64254EE0-08D7-4DD0-ACE9-2640353233FA}" srcOrd="1" destOrd="0" presId="urn:microsoft.com/office/officeart/2005/8/layout/list1"/>
    <dgm:cxn modelId="{20F044B7-1585-4621-85BA-20E22F5A1247}" type="presParOf" srcId="{B3F6FD42-3304-4C6F-96D4-D1131B874589}" destId="{3537E15E-B7A5-4652-8DE5-097609778456}" srcOrd="5" destOrd="0" presId="urn:microsoft.com/office/officeart/2005/8/layout/list1"/>
    <dgm:cxn modelId="{19CBEB7F-87BE-493B-A52E-CE21403E3FDC}" type="presParOf" srcId="{B3F6FD42-3304-4C6F-96D4-D1131B874589}" destId="{C86AED5F-6A66-464F-8990-D0E96EE452FB}" srcOrd="6" destOrd="0" presId="urn:microsoft.com/office/officeart/2005/8/layout/list1"/>
    <dgm:cxn modelId="{10CA0AA9-8316-47F9-82CC-93172D2E6F40}" type="presParOf" srcId="{B3F6FD42-3304-4C6F-96D4-D1131B874589}" destId="{CC3D2F55-FDF2-4074-A1F1-81651EBF3AC9}" srcOrd="7" destOrd="0" presId="urn:microsoft.com/office/officeart/2005/8/layout/list1"/>
    <dgm:cxn modelId="{EF68FE4D-C32D-4D27-AE3E-43A542F03B6D}" type="presParOf" srcId="{B3F6FD42-3304-4C6F-96D4-D1131B874589}" destId="{5AC031C2-10B2-4C02-9CC4-297E3923E567}" srcOrd="8" destOrd="0" presId="urn:microsoft.com/office/officeart/2005/8/layout/list1"/>
    <dgm:cxn modelId="{C93A1DE2-735E-4995-A978-35BE2726FF65}" type="presParOf" srcId="{5AC031C2-10B2-4C02-9CC4-297E3923E567}" destId="{610D908D-E422-4C33-80A5-C99BFA0600A7}" srcOrd="0" destOrd="0" presId="urn:microsoft.com/office/officeart/2005/8/layout/list1"/>
    <dgm:cxn modelId="{35C81B42-B8D1-4BF6-A1FB-930FFC5C8B8C}" type="presParOf" srcId="{5AC031C2-10B2-4C02-9CC4-297E3923E567}" destId="{47C008CB-4D2A-4D46-AE05-24A91E45E3F3}" srcOrd="1" destOrd="0" presId="urn:microsoft.com/office/officeart/2005/8/layout/list1"/>
    <dgm:cxn modelId="{16C79D38-BEAE-4D3B-A396-3AA38282D304}" type="presParOf" srcId="{B3F6FD42-3304-4C6F-96D4-D1131B874589}" destId="{90767268-2F3B-41C3-87E1-B299127553DC}" srcOrd="9" destOrd="0" presId="urn:microsoft.com/office/officeart/2005/8/layout/list1"/>
    <dgm:cxn modelId="{92D206F2-411A-49D2-B79F-8FEE7DC0DD33}" type="presParOf" srcId="{B3F6FD42-3304-4C6F-96D4-D1131B874589}" destId="{6EF5D8DD-1AB4-47F3-8D3F-662E0FED5A7C}" srcOrd="10" destOrd="0" presId="urn:microsoft.com/office/officeart/2005/8/layout/list1"/>
    <dgm:cxn modelId="{BB67961D-DD15-405E-966C-57E1EBC6A1DF}" type="presParOf" srcId="{B3F6FD42-3304-4C6F-96D4-D1131B874589}" destId="{4388F7C4-EDE7-4DE8-B027-4F1CA59FCD31}" srcOrd="11" destOrd="0" presId="urn:microsoft.com/office/officeart/2005/8/layout/list1"/>
    <dgm:cxn modelId="{2490362E-9EFE-408E-B653-E291EC169CCD}" type="presParOf" srcId="{B3F6FD42-3304-4C6F-96D4-D1131B874589}" destId="{E29EC90A-6494-4472-8EF0-CA726020CE7D}" srcOrd="12" destOrd="0" presId="urn:microsoft.com/office/officeart/2005/8/layout/list1"/>
    <dgm:cxn modelId="{C9EEE994-EA2E-4B47-9F61-4AA6786EACED}" type="presParOf" srcId="{E29EC90A-6494-4472-8EF0-CA726020CE7D}" destId="{2D8F0C5D-426D-4477-BA01-DE181E0A404A}" srcOrd="0" destOrd="0" presId="urn:microsoft.com/office/officeart/2005/8/layout/list1"/>
    <dgm:cxn modelId="{12E1AA05-3261-44CE-A1DF-2D2C5E98612F}" type="presParOf" srcId="{E29EC90A-6494-4472-8EF0-CA726020CE7D}" destId="{70BD0B8A-561F-4C29-B1C9-BC37D6A3403B}" srcOrd="1" destOrd="0" presId="urn:microsoft.com/office/officeart/2005/8/layout/list1"/>
    <dgm:cxn modelId="{FF1AAA09-C621-4906-80E8-AC6DC0D2D8E0}" type="presParOf" srcId="{B3F6FD42-3304-4C6F-96D4-D1131B874589}" destId="{05A1B3B2-CED6-40B7-80E4-98313689DE6F}" srcOrd="13" destOrd="0" presId="urn:microsoft.com/office/officeart/2005/8/layout/list1"/>
    <dgm:cxn modelId="{46CE70D2-A626-4892-BC55-8BAC6E9E59CF}" type="presParOf" srcId="{B3F6FD42-3304-4C6F-96D4-D1131B874589}" destId="{5C46A896-6AEF-4015-A905-5369367C3F82}" srcOrd="14" destOrd="0" presId="urn:microsoft.com/office/officeart/2005/8/layout/list1"/>
    <dgm:cxn modelId="{619DBC13-DE4C-4908-AB7F-3B27C33B1536}" type="presParOf" srcId="{B3F6FD42-3304-4C6F-96D4-D1131B874589}" destId="{134CA86A-AA1B-49C4-8EF7-74FDE50B5F99}" srcOrd="15" destOrd="0" presId="urn:microsoft.com/office/officeart/2005/8/layout/list1"/>
    <dgm:cxn modelId="{E74C496E-388A-46C4-962C-623D5739A62D}" type="presParOf" srcId="{B3F6FD42-3304-4C6F-96D4-D1131B874589}" destId="{DC5C6A39-DC70-4302-9C85-581FDFDCE567}" srcOrd="16" destOrd="0" presId="urn:microsoft.com/office/officeart/2005/8/layout/list1"/>
    <dgm:cxn modelId="{53861418-FBDE-4935-BB6C-3DAC34FEF1BB}" type="presParOf" srcId="{DC5C6A39-DC70-4302-9C85-581FDFDCE567}" destId="{1F18B05B-6BE3-4435-9F31-4A79FE117553}" srcOrd="0" destOrd="0" presId="urn:microsoft.com/office/officeart/2005/8/layout/list1"/>
    <dgm:cxn modelId="{67D7CD3F-E446-46B6-95BF-DB8D2360EC9B}" type="presParOf" srcId="{DC5C6A39-DC70-4302-9C85-581FDFDCE567}" destId="{6F7826B8-C272-4D05-B6BB-3771B6F9AFF1}" srcOrd="1" destOrd="0" presId="urn:microsoft.com/office/officeart/2005/8/layout/list1"/>
    <dgm:cxn modelId="{37BAD9A7-98EB-461E-A8E6-745F62B02ECA}" type="presParOf" srcId="{B3F6FD42-3304-4C6F-96D4-D1131B874589}" destId="{EE366310-1B87-4E32-970B-17026EA3DB62}" srcOrd="17" destOrd="0" presId="urn:microsoft.com/office/officeart/2005/8/layout/list1"/>
    <dgm:cxn modelId="{5769B1CE-A2C5-4208-BD47-04128E96FFD4}" type="presParOf" srcId="{B3F6FD42-3304-4C6F-96D4-D1131B874589}" destId="{82425E65-99F9-46F0-A4AC-33713F2C8CE6}" srcOrd="18" destOrd="0" presId="urn:microsoft.com/office/officeart/2005/8/layout/list1"/>
    <dgm:cxn modelId="{A31AA44E-9BE2-492D-9455-DE61AF6E9E29}" type="presParOf" srcId="{B3F6FD42-3304-4C6F-96D4-D1131B874589}" destId="{412B745F-8331-4B42-88AD-3D3C095BA9D1}" srcOrd="19" destOrd="0" presId="urn:microsoft.com/office/officeart/2005/8/layout/list1"/>
    <dgm:cxn modelId="{B181B5B0-2C95-496D-AE0B-8AD4DE2E38FE}" type="presParOf" srcId="{B3F6FD42-3304-4C6F-96D4-D1131B874589}" destId="{5E203DC0-113C-4AF1-B760-06D83281F101}" srcOrd="20" destOrd="0" presId="urn:microsoft.com/office/officeart/2005/8/layout/list1"/>
    <dgm:cxn modelId="{0C1BAED5-F9D6-4120-93E0-A860924EA358}" type="presParOf" srcId="{5E203DC0-113C-4AF1-B760-06D83281F101}" destId="{02D1C3BC-00C2-4148-94EB-537D32256B5B}" srcOrd="0" destOrd="0" presId="urn:microsoft.com/office/officeart/2005/8/layout/list1"/>
    <dgm:cxn modelId="{A6088AD0-9C10-4AF1-A6F7-FA3C8D00647B}" type="presParOf" srcId="{5E203DC0-113C-4AF1-B760-06D83281F101}" destId="{8F79B3B0-E226-4E3D-9DB4-5B1E1CF71E67}" srcOrd="1" destOrd="0" presId="urn:microsoft.com/office/officeart/2005/8/layout/list1"/>
    <dgm:cxn modelId="{64907AA4-A8BE-4E48-965F-F803639DE0DD}" type="presParOf" srcId="{B3F6FD42-3304-4C6F-96D4-D1131B874589}" destId="{7E4A51C2-0F84-44DB-81A3-484B9B6FA615}" srcOrd="21" destOrd="0" presId="urn:microsoft.com/office/officeart/2005/8/layout/list1"/>
    <dgm:cxn modelId="{F5ED7A56-AC51-42AD-8F83-81559C780631}" type="presParOf" srcId="{B3F6FD42-3304-4C6F-96D4-D1131B874589}" destId="{74C77E1A-F462-498D-BEF7-09A0BD66B187}" srcOrd="22" destOrd="0" presId="urn:microsoft.com/office/officeart/2005/8/layout/list1"/>
    <dgm:cxn modelId="{66E19FBC-976C-4F89-B499-7A1637857D9D}" type="presParOf" srcId="{B3F6FD42-3304-4C6F-96D4-D1131B874589}" destId="{2B704877-3799-470F-9745-637E1D9F6F58}" srcOrd="23" destOrd="0" presId="urn:microsoft.com/office/officeart/2005/8/layout/list1"/>
    <dgm:cxn modelId="{C1F81434-C8D5-4A34-874A-5D7EBA92BC54}" type="presParOf" srcId="{B3F6FD42-3304-4C6F-96D4-D1131B874589}" destId="{A866B5BD-8D84-42CA-9679-223CB18E2833}" srcOrd="24" destOrd="0" presId="urn:microsoft.com/office/officeart/2005/8/layout/list1"/>
    <dgm:cxn modelId="{4B9CCEC9-23C8-4447-A258-8094EEAF5CD3}" type="presParOf" srcId="{A866B5BD-8D84-42CA-9679-223CB18E2833}" destId="{A1D992D3-C270-450E-AE3B-F458CFA00687}" srcOrd="0" destOrd="0" presId="urn:microsoft.com/office/officeart/2005/8/layout/list1"/>
    <dgm:cxn modelId="{ED606CF0-3B8F-46B7-AE5D-9E649397A9EB}" type="presParOf" srcId="{A866B5BD-8D84-42CA-9679-223CB18E2833}" destId="{014DA707-565A-4925-95C2-EEF7482CF10B}" srcOrd="1" destOrd="0" presId="urn:microsoft.com/office/officeart/2005/8/layout/list1"/>
    <dgm:cxn modelId="{8001A6FB-3020-48FD-BF58-ECE4B0DDA629}" type="presParOf" srcId="{B3F6FD42-3304-4C6F-96D4-D1131B874589}" destId="{CC790FB7-C504-4FC1-85C7-89BDD8AD8BC0}" srcOrd="25" destOrd="0" presId="urn:microsoft.com/office/officeart/2005/8/layout/list1"/>
    <dgm:cxn modelId="{FD1C3B72-90EA-4E2C-AFDB-FACE8E5C463C}" type="presParOf" srcId="{B3F6FD42-3304-4C6F-96D4-D1131B874589}" destId="{E726072F-5E7F-40D2-B1E3-8CDBFA846DE2}" srcOrd="26" destOrd="0" presId="urn:microsoft.com/office/officeart/2005/8/layout/list1"/>
    <dgm:cxn modelId="{25321713-99BB-423A-935C-72AD0B8B39A9}" type="presParOf" srcId="{B3F6FD42-3304-4C6F-96D4-D1131B874589}" destId="{7791B8C1-5B3D-48DF-BDC3-A7D85A7F8A15}" srcOrd="27" destOrd="0" presId="urn:microsoft.com/office/officeart/2005/8/layout/list1"/>
    <dgm:cxn modelId="{4E315551-21EF-4F85-8876-C94B7E8B75A5}" type="presParOf" srcId="{B3F6FD42-3304-4C6F-96D4-D1131B874589}" destId="{137B1F37-8642-49A8-B470-20786DFD16E6}" srcOrd="28" destOrd="0" presId="urn:microsoft.com/office/officeart/2005/8/layout/list1"/>
    <dgm:cxn modelId="{89FE3D9D-DC22-499E-987F-337D305D168E}" type="presParOf" srcId="{137B1F37-8642-49A8-B470-20786DFD16E6}" destId="{186241B6-6FC9-4392-AEF2-5CF502C04F84}" srcOrd="0" destOrd="0" presId="urn:microsoft.com/office/officeart/2005/8/layout/list1"/>
    <dgm:cxn modelId="{5B977B37-9C89-4A86-97FE-753D86294C79}" type="presParOf" srcId="{137B1F37-8642-49A8-B470-20786DFD16E6}" destId="{3CB56F19-79DF-43CA-AC40-64C14E0F38B8}" srcOrd="1" destOrd="0" presId="urn:microsoft.com/office/officeart/2005/8/layout/list1"/>
    <dgm:cxn modelId="{43A5967F-18F5-408F-AA0B-8936A608A683}" type="presParOf" srcId="{B3F6FD42-3304-4C6F-96D4-D1131B874589}" destId="{82E7FA1B-8AFE-4816-AAD3-E24EAEA46A3D}" srcOrd="29" destOrd="0" presId="urn:microsoft.com/office/officeart/2005/8/layout/list1"/>
    <dgm:cxn modelId="{B64343B5-EF38-462A-8926-29C2710643B4}" type="presParOf" srcId="{B3F6FD42-3304-4C6F-96D4-D1131B874589}" destId="{91CFA1AB-4458-4B8B-A015-CAE8924F60D9}" srcOrd="30" destOrd="0" presId="urn:microsoft.com/office/officeart/2005/8/layout/list1"/>
    <dgm:cxn modelId="{45938FFB-002C-48B5-A50B-40DFFB003ABA}" type="presParOf" srcId="{B3F6FD42-3304-4C6F-96D4-D1131B874589}" destId="{9E41C62F-34CD-4C0C-BF80-155943843591}" srcOrd="31" destOrd="0" presId="urn:microsoft.com/office/officeart/2005/8/layout/list1"/>
    <dgm:cxn modelId="{D638DA17-9904-4D91-9086-26F556879CD1}" type="presParOf" srcId="{B3F6FD42-3304-4C6F-96D4-D1131B874589}" destId="{7F9F6DB7-443E-46FB-AF1A-5B9B2496068C}" srcOrd="32" destOrd="0" presId="urn:microsoft.com/office/officeart/2005/8/layout/list1"/>
    <dgm:cxn modelId="{3D121B92-0C07-462D-A028-C89C2A3BAC8D}" type="presParOf" srcId="{7F9F6DB7-443E-46FB-AF1A-5B9B2496068C}" destId="{6A3B2531-00FD-46BF-AB3E-46EFFC760848}" srcOrd="0" destOrd="0" presId="urn:microsoft.com/office/officeart/2005/8/layout/list1"/>
    <dgm:cxn modelId="{B8F1CF23-93F4-45A4-BA3C-8831FF3A3535}" type="presParOf" srcId="{7F9F6DB7-443E-46FB-AF1A-5B9B2496068C}" destId="{1D4F1D1B-01D4-4660-811E-3B2920621AE3}" srcOrd="1" destOrd="0" presId="urn:microsoft.com/office/officeart/2005/8/layout/list1"/>
    <dgm:cxn modelId="{2CDE4E6E-F24D-42FF-AD02-7C789AF72FFE}" type="presParOf" srcId="{B3F6FD42-3304-4C6F-96D4-D1131B874589}" destId="{7F8E2B1C-6020-4C5B-917A-7673259D3E4E}" srcOrd="33" destOrd="0" presId="urn:microsoft.com/office/officeart/2005/8/layout/list1"/>
    <dgm:cxn modelId="{8512371D-D8B2-4DAB-8E4E-8F8D5F691EE1}" type="presParOf" srcId="{B3F6FD42-3304-4C6F-96D4-D1131B874589}" destId="{5A931EE0-C031-423F-8A04-F2EF3F6FA444}" srcOrd="3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0912AEC-3A0F-40D0-A58C-A2E8A1BFD002}" type="doc">
      <dgm:prSet loTypeId="urn:microsoft.com/office/officeart/2005/8/layout/process1" loCatId="process" qsTypeId="urn:microsoft.com/office/officeart/2005/8/quickstyle/simple1" qsCatId="simple" csTypeId="urn:microsoft.com/office/officeart/2005/8/colors/accent1_2" csCatId="accent1" phldr="1"/>
      <dgm:spPr/>
    </dgm:pt>
    <dgm:pt modelId="{DB589E65-9D3A-40B2-BDD9-8706763ECF9D}">
      <dgm:prSet phldrT="[Texte]"/>
      <dgm:spPr/>
      <dgm:t>
        <a:bodyPr/>
        <a:lstStyle/>
        <a:p>
          <a:pPr>
            <a:buNone/>
          </a:pPr>
          <a:r>
            <a:rPr lang="fr-FR" b="0" i="0" dirty="0"/>
            <a:t>Conseiller</a:t>
          </a:r>
          <a:endParaRPr lang="fr-FR" dirty="0"/>
        </a:p>
      </dgm:t>
    </dgm:pt>
    <dgm:pt modelId="{5B1F6154-6709-4738-9604-7078F945FF32}" type="parTrans" cxnId="{E11BE712-20A5-4F6B-B190-B2ABD25E7F94}">
      <dgm:prSet/>
      <dgm:spPr/>
      <dgm:t>
        <a:bodyPr/>
        <a:lstStyle/>
        <a:p>
          <a:endParaRPr lang="fr-FR"/>
        </a:p>
      </dgm:t>
    </dgm:pt>
    <dgm:pt modelId="{C958F0DA-F3BB-4CA9-88D4-FA90E32BE7CA}" type="sibTrans" cxnId="{E11BE712-20A5-4F6B-B190-B2ABD25E7F94}">
      <dgm:prSet/>
      <dgm:spPr/>
      <dgm:t>
        <a:bodyPr/>
        <a:lstStyle/>
        <a:p>
          <a:endParaRPr lang="fr-FR"/>
        </a:p>
      </dgm:t>
    </dgm:pt>
    <dgm:pt modelId="{42F83923-FD38-4C63-9CF9-07C6E6286DC2}">
      <dgm:prSet phldrT="[Texte]"/>
      <dgm:spPr/>
      <dgm:t>
        <a:bodyPr/>
        <a:lstStyle/>
        <a:p>
          <a:pPr>
            <a:buNone/>
          </a:pPr>
          <a:r>
            <a:rPr lang="fr-FR" b="0" i="0" dirty="0" err="1"/>
            <a:t>Streamlit</a:t>
          </a:r>
          <a:endParaRPr lang="fr-FR" dirty="0"/>
        </a:p>
      </dgm:t>
    </dgm:pt>
    <dgm:pt modelId="{F6D37B7F-2C33-4047-97C3-F71678ED50D4}" type="parTrans" cxnId="{A32F917D-E36B-401F-B66A-0DBDF6E066B2}">
      <dgm:prSet/>
      <dgm:spPr/>
      <dgm:t>
        <a:bodyPr/>
        <a:lstStyle/>
        <a:p>
          <a:endParaRPr lang="fr-FR"/>
        </a:p>
      </dgm:t>
    </dgm:pt>
    <dgm:pt modelId="{4FDD124F-BF67-4AD2-8778-DB4F509BAE47}" type="sibTrans" cxnId="{A32F917D-E36B-401F-B66A-0DBDF6E066B2}">
      <dgm:prSet/>
      <dgm:spPr/>
      <dgm:t>
        <a:bodyPr/>
        <a:lstStyle/>
        <a:p>
          <a:endParaRPr lang="fr-FR"/>
        </a:p>
      </dgm:t>
    </dgm:pt>
    <dgm:pt modelId="{FDCF51BF-21AA-47D7-A584-35E696A92E54}">
      <dgm:prSet phldrT="[Texte]"/>
      <dgm:spPr/>
      <dgm:t>
        <a:bodyPr/>
        <a:lstStyle/>
        <a:p>
          <a:pPr>
            <a:buNone/>
          </a:pPr>
          <a:r>
            <a:rPr lang="fr-FR" b="0" i="0" dirty="0" err="1"/>
            <a:t>FastAPI</a:t>
          </a:r>
          <a:endParaRPr lang="fr-FR" dirty="0"/>
        </a:p>
      </dgm:t>
    </dgm:pt>
    <dgm:pt modelId="{3B4832FA-5D3F-4C79-A53D-5AA5A2D55700}" type="parTrans" cxnId="{E7D9831B-CB53-445F-A10A-EEE05A934711}">
      <dgm:prSet/>
      <dgm:spPr/>
      <dgm:t>
        <a:bodyPr/>
        <a:lstStyle/>
        <a:p>
          <a:endParaRPr lang="fr-FR"/>
        </a:p>
      </dgm:t>
    </dgm:pt>
    <dgm:pt modelId="{AF642450-0A58-4ECA-B519-9D873FE32991}" type="sibTrans" cxnId="{E7D9831B-CB53-445F-A10A-EEE05A934711}">
      <dgm:prSet/>
      <dgm:spPr/>
      <dgm:t>
        <a:bodyPr/>
        <a:lstStyle/>
        <a:p>
          <a:endParaRPr lang="fr-FR"/>
        </a:p>
      </dgm:t>
    </dgm:pt>
    <dgm:pt modelId="{D15CD423-3F28-4824-979B-407880952AEB}">
      <dgm:prSet phldrT="[Texte]"/>
      <dgm:spPr/>
      <dgm:t>
        <a:bodyPr/>
        <a:lstStyle/>
        <a:p>
          <a:pPr>
            <a:buNone/>
          </a:pPr>
          <a:r>
            <a:rPr lang="fr-FR" b="0" i="0" dirty="0"/>
            <a:t>Pipeline </a:t>
          </a:r>
          <a:r>
            <a:rPr lang="fr-FR" b="0" i="0" dirty="0" err="1"/>
            <a:t>XGBoost</a:t>
          </a:r>
          <a:endParaRPr lang="fr-FR" dirty="0"/>
        </a:p>
      </dgm:t>
    </dgm:pt>
    <dgm:pt modelId="{AA4069BD-FE8F-4723-80E0-3AC6D182DEF6}" type="parTrans" cxnId="{D45A1ABC-1470-4113-843D-323A9A22DA98}">
      <dgm:prSet/>
      <dgm:spPr/>
      <dgm:t>
        <a:bodyPr/>
        <a:lstStyle/>
        <a:p>
          <a:endParaRPr lang="fr-FR"/>
        </a:p>
      </dgm:t>
    </dgm:pt>
    <dgm:pt modelId="{390C2734-8696-4FC7-A9FA-E58E6E36610D}" type="sibTrans" cxnId="{D45A1ABC-1470-4113-843D-323A9A22DA98}">
      <dgm:prSet/>
      <dgm:spPr/>
      <dgm:t>
        <a:bodyPr/>
        <a:lstStyle/>
        <a:p>
          <a:endParaRPr lang="fr-FR"/>
        </a:p>
      </dgm:t>
    </dgm:pt>
    <dgm:pt modelId="{E3AEE5BA-E876-4659-A2E0-0869B3D79B7E}" type="pres">
      <dgm:prSet presAssocID="{70912AEC-3A0F-40D0-A58C-A2E8A1BFD002}" presName="Name0" presStyleCnt="0">
        <dgm:presLayoutVars>
          <dgm:dir/>
          <dgm:resizeHandles val="exact"/>
        </dgm:presLayoutVars>
      </dgm:prSet>
      <dgm:spPr/>
    </dgm:pt>
    <dgm:pt modelId="{FBCB71FB-B693-47A1-B02D-20A95764F859}" type="pres">
      <dgm:prSet presAssocID="{DB589E65-9D3A-40B2-BDD9-8706763ECF9D}" presName="node" presStyleLbl="node1" presStyleIdx="0" presStyleCnt="4">
        <dgm:presLayoutVars>
          <dgm:bulletEnabled val="1"/>
        </dgm:presLayoutVars>
      </dgm:prSet>
      <dgm:spPr/>
    </dgm:pt>
    <dgm:pt modelId="{A08364AC-B8B5-484B-8771-6ECB806EE9C9}" type="pres">
      <dgm:prSet presAssocID="{C958F0DA-F3BB-4CA9-88D4-FA90E32BE7CA}" presName="sibTrans" presStyleLbl="sibTrans2D1" presStyleIdx="0" presStyleCnt="3"/>
      <dgm:spPr/>
    </dgm:pt>
    <dgm:pt modelId="{47F7D7D1-2672-4579-8524-7E5394B717CC}" type="pres">
      <dgm:prSet presAssocID="{C958F0DA-F3BB-4CA9-88D4-FA90E32BE7CA}" presName="connectorText" presStyleLbl="sibTrans2D1" presStyleIdx="0" presStyleCnt="3"/>
      <dgm:spPr/>
    </dgm:pt>
    <dgm:pt modelId="{B7850878-CACD-47DE-B7D8-FEE9BA61FC12}" type="pres">
      <dgm:prSet presAssocID="{42F83923-FD38-4C63-9CF9-07C6E6286DC2}" presName="node" presStyleLbl="node1" presStyleIdx="1" presStyleCnt="4">
        <dgm:presLayoutVars>
          <dgm:bulletEnabled val="1"/>
        </dgm:presLayoutVars>
      </dgm:prSet>
      <dgm:spPr/>
    </dgm:pt>
    <dgm:pt modelId="{AA210D88-2E99-40D9-A1D1-A96427E614F5}" type="pres">
      <dgm:prSet presAssocID="{4FDD124F-BF67-4AD2-8778-DB4F509BAE47}" presName="sibTrans" presStyleLbl="sibTrans2D1" presStyleIdx="1" presStyleCnt="3"/>
      <dgm:spPr/>
    </dgm:pt>
    <dgm:pt modelId="{CCCF4C71-B80C-41A3-92A3-6F1C931E932E}" type="pres">
      <dgm:prSet presAssocID="{4FDD124F-BF67-4AD2-8778-DB4F509BAE47}" presName="connectorText" presStyleLbl="sibTrans2D1" presStyleIdx="1" presStyleCnt="3"/>
      <dgm:spPr/>
    </dgm:pt>
    <dgm:pt modelId="{3DA6E23B-ACD1-4797-A812-D8E7DB7EF0AC}" type="pres">
      <dgm:prSet presAssocID="{FDCF51BF-21AA-47D7-A584-35E696A92E54}" presName="node" presStyleLbl="node1" presStyleIdx="2" presStyleCnt="4">
        <dgm:presLayoutVars>
          <dgm:bulletEnabled val="1"/>
        </dgm:presLayoutVars>
      </dgm:prSet>
      <dgm:spPr/>
    </dgm:pt>
    <dgm:pt modelId="{77CCE47F-7A23-49D4-8D9B-97A9D3FF7F6C}" type="pres">
      <dgm:prSet presAssocID="{AF642450-0A58-4ECA-B519-9D873FE32991}" presName="sibTrans" presStyleLbl="sibTrans2D1" presStyleIdx="2" presStyleCnt="3"/>
      <dgm:spPr/>
    </dgm:pt>
    <dgm:pt modelId="{9EB662FB-BF85-4286-A9D8-8B120174409F}" type="pres">
      <dgm:prSet presAssocID="{AF642450-0A58-4ECA-B519-9D873FE32991}" presName="connectorText" presStyleLbl="sibTrans2D1" presStyleIdx="2" presStyleCnt="3"/>
      <dgm:spPr/>
    </dgm:pt>
    <dgm:pt modelId="{216EDAF6-F162-4619-B4B4-7E64DDC473A7}" type="pres">
      <dgm:prSet presAssocID="{D15CD423-3F28-4824-979B-407880952AEB}" presName="node" presStyleLbl="node1" presStyleIdx="3" presStyleCnt="4">
        <dgm:presLayoutVars>
          <dgm:bulletEnabled val="1"/>
        </dgm:presLayoutVars>
      </dgm:prSet>
      <dgm:spPr/>
    </dgm:pt>
  </dgm:ptLst>
  <dgm:cxnLst>
    <dgm:cxn modelId="{927CA80B-0B6E-4783-AA21-CC9F4CD3C1EE}" type="presOf" srcId="{C958F0DA-F3BB-4CA9-88D4-FA90E32BE7CA}" destId="{47F7D7D1-2672-4579-8524-7E5394B717CC}" srcOrd="1" destOrd="0" presId="urn:microsoft.com/office/officeart/2005/8/layout/process1"/>
    <dgm:cxn modelId="{E11BE712-20A5-4F6B-B190-B2ABD25E7F94}" srcId="{70912AEC-3A0F-40D0-A58C-A2E8A1BFD002}" destId="{DB589E65-9D3A-40B2-BDD9-8706763ECF9D}" srcOrd="0" destOrd="0" parTransId="{5B1F6154-6709-4738-9604-7078F945FF32}" sibTransId="{C958F0DA-F3BB-4CA9-88D4-FA90E32BE7CA}"/>
    <dgm:cxn modelId="{E7D9831B-CB53-445F-A10A-EEE05A934711}" srcId="{70912AEC-3A0F-40D0-A58C-A2E8A1BFD002}" destId="{FDCF51BF-21AA-47D7-A584-35E696A92E54}" srcOrd="2" destOrd="0" parTransId="{3B4832FA-5D3F-4C79-A53D-5AA5A2D55700}" sibTransId="{AF642450-0A58-4ECA-B519-9D873FE32991}"/>
    <dgm:cxn modelId="{D0C3F537-E148-427B-9F2D-9A4CF817A388}" type="presOf" srcId="{D15CD423-3F28-4824-979B-407880952AEB}" destId="{216EDAF6-F162-4619-B4B4-7E64DDC473A7}" srcOrd="0" destOrd="0" presId="urn:microsoft.com/office/officeart/2005/8/layout/process1"/>
    <dgm:cxn modelId="{6EBE443A-B961-494D-8299-B1FE43E7560B}" type="presOf" srcId="{70912AEC-3A0F-40D0-A58C-A2E8A1BFD002}" destId="{E3AEE5BA-E876-4659-A2E0-0869B3D79B7E}" srcOrd="0" destOrd="0" presId="urn:microsoft.com/office/officeart/2005/8/layout/process1"/>
    <dgm:cxn modelId="{D1CB543A-68FA-48E1-A014-591A0CBE6BD2}" type="presOf" srcId="{42F83923-FD38-4C63-9CF9-07C6E6286DC2}" destId="{B7850878-CACD-47DE-B7D8-FEE9BA61FC12}" srcOrd="0" destOrd="0" presId="urn:microsoft.com/office/officeart/2005/8/layout/process1"/>
    <dgm:cxn modelId="{1847BA78-9AFD-43BC-98A6-8941AF2BC309}" type="presOf" srcId="{DB589E65-9D3A-40B2-BDD9-8706763ECF9D}" destId="{FBCB71FB-B693-47A1-B02D-20A95764F859}" srcOrd="0" destOrd="0" presId="urn:microsoft.com/office/officeart/2005/8/layout/process1"/>
    <dgm:cxn modelId="{A32F917D-E36B-401F-B66A-0DBDF6E066B2}" srcId="{70912AEC-3A0F-40D0-A58C-A2E8A1BFD002}" destId="{42F83923-FD38-4C63-9CF9-07C6E6286DC2}" srcOrd="1" destOrd="0" parTransId="{F6D37B7F-2C33-4047-97C3-F71678ED50D4}" sibTransId="{4FDD124F-BF67-4AD2-8778-DB4F509BAE47}"/>
    <dgm:cxn modelId="{20E95E8A-B307-4393-963A-8DD14FD4C5D0}" type="presOf" srcId="{FDCF51BF-21AA-47D7-A584-35E696A92E54}" destId="{3DA6E23B-ACD1-4797-A812-D8E7DB7EF0AC}" srcOrd="0" destOrd="0" presId="urn:microsoft.com/office/officeart/2005/8/layout/process1"/>
    <dgm:cxn modelId="{4576E1BB-093E-409F-808B-E24E8F06D34F}" type="presOf" srcId="{AF642450-0A58-4ECA-B519-9D873FE32991}" destId="{9EB662FB-BF85-4286-A9D8-8B120174409F}" srcOrd="1" destOrd="0" presId="urn:microsoft.com/office/officeart/2005/8/layout/process1"/>
    <dgm:cxn modelId="{D45A1ABC-1470-4113-843D-323A9A22DA98}" srcId="{70912AEC-3A0F-40D0-A58C-A2E8A1BFD002}" destId="{D15CD423-3F28-4824-979B-407880952AEB}" srcOrd="3" destOrd="0" parTransId="{AA4069BD-FE8F-4723-80E0-3AC6D182DEF6}" sibTransId="{390C2734-8696-4FC7-A9FA-E58E6E36610D}"/>
    <dgm:cxn modelId="{9A7E41BE-4F40-470A-B1FA-FC8A69EE97B3}" type="presOf" srcId="{C958F0DA-F3BB-4CA9-88D4-FA90E32BE7CA}" destId="{A08364AC-B8B5-484B-8771-6ECB806EE9C9}" srcOrd="0" destOrd="0" presId="urn:microsoft.com/office/officeart/2005/8/layout/process1"/>
    <dgm:cxn modelId="{9BB3FCCB-7E66-4973-8828-6BFC537356B6}" type="presOf" srcId="{4FDD124F-BF67-4AD2-8778-DB4F509BAE47}" destId="{CCCF4C71-B80C-41A3-92A3-6F1C931E932E}" srcOrd="1" destOrd="0" presId="urn:microsoft.com/office/officeart/2005/8/layout/process1"/>
    <dgm:cxn modelId="{A60A3CD6-77E7-471A-A113-D1F375B3C1E2}" type="presOf" srcId="{4FDD124F-BF67-4AD2-8778-DB4F509BAE47}" destId="{AA210D88-2E99-40D9-A1D1-A96427E614F5}" srcOrd="0" destOrd="0" presId="urn:microsoft.com/office/officeart/2005/8/layout/process1"/>
    <dgm:cxn modelId="{0D6A73FE-EF19-4C15-81C9-743A1CE686D9}" type="presOf" srcId="{AF642450-0A58-4ECA-B519-9D873FE32991}" destId="{77CCE47F-7A23-49D4-8D9B-97A9D3FF7F6C}" srcOrd="0" destOrd="0" presId="urn:microsoft.com/office/officeart/2005/8/layout/process1"/>
    <dgm:cxn modelId="{48B051EF-497A-4DEE-AD06-FD89ADC0C907}" type="presParOf" srcId="{E3AEE5BA-E876-4659-A2E0-0869B3D79B7E}" destId="{FBCB71FB-B693-47A1-B02D-20A95764F859}" srcOrd="0" destOrd="0" presId="urn:microsoft.com/office/officeart/2005/8/layout/process1"/>
    <dgm:cxn modelId="{44770F3A-1DE5-48CA-B7EF-D672A2B4D809}" type="presParOf" srcId="{E3AEE5BA-E876-4659-A2E0-0869B3D79B7E}" destId="{A08364AC-B8B5-484B-8771-6ECB806EE9C9}" srcOrd="1" destOrd="0" presId="urn:microsoft.com/office/officeart/2005/8/layout/process1"/>
    <dgm:cxn modelId="{540D35CA-2FFE-4C7C-B70B-790CD5650E74}" type="presParOf" srcId="{A08364AC-B8B5-484B-8771-6ECB806EE9C9}" destId="{47F7D7D1-2672-4579-8524-7E5394B717CC}" srcOrd="0" destOrd="0" presId="urn:microsoft.com/office/officeart/2005/8/layout/process1"/>
    <dgm:cxn modelId="{93A80F44-CCD7-4C4E-BAEC-E1F19D947243}" type="presParOf" srcId="{E3AEE5BA-E876-4659-A2E0-0869B3D79B7E}" destId="{B7850878-CACD-47DE-B7D8-FEE9BA61FC12}" srcOrd="2" destOrd="0" presId="urn:microsoft.com/office/officeart/2005/8/layout/process1"/>
    <dgm:cxn modelId="{9262A46D-AAEB-41E4-93D6-E52D7EF85B71}" type="presParOf" srcId="{E3AEE5BA-E876-4659-A2E0-0869B3D79B7E}" destId="{AA210D88-2E99-40D9-A1D1-A96427E614F5}" srcOrd="3" destOrd="0" presId="urn:microsoft.com/office/officeart/2005/8/layout/process1"/>
    <dgm:cxn modelId="{F5462166-7D8E-4CE2-BC65-5DE9D0C651C4}" type="presParOf" srcId="{AA210D88-2E99-40D9-A1D1-A96427E614F5}" destId="{CCCF4C71-B80C-41A3-92A3-6F1C931E932E}" srcOrd="0" destOrd="0" presId="urn:microsoft.com/office/officeart/2005/8/layout/process1"/>
    <dgm:cxn modelId="{D8157583-0808-4B96-8518-69257C97D4E0}" type="presParOf" srcId="{E3AEE5BA-E876-4659-A2E0-0869B3D79B7E}" destId="{3DA6E23B-ACD1-4797-A812-D8E7DB7EF0AC}" srcOrd="4" destOrd="0" presId="urn:microsoft.com/office/officeart/2005/8/layout/process1"/>
    <dgm:cxn modelId="{B551302C-3FCA-4069-ABFA-EAFBD57574A3}" type="presParOf" srcId="{E3AEE5BA-E876-4659-A2E0-0869B3D79B7E}" destId="{77CCE47F-7A23-49D4-8D9B-97A9D3FF7F6C}" srcOrd="5" destOrd="0" presId="urn:microsoft.com/office/officeart/2005/8/layout/process1"/>
    <dgm:cxn modelId="{08396518-C42F-4E0D-BC86-A8DDA64D4773}" type="presParOf" srcId="{77CCE47F-7A23-49D4-8D9B-97A9D3FF7F6C}" destId="{9EB662FB-BF85-4286-A9D8-8B120174409F}" srcOrd="0" destOrd="0" presId="urn:microsoft.com/office/officeart/2005/8/layout/process1"/>
    <dgm:cxn modelId="{1146E956-026C-4671-B354-658519D73716}" type="presParOf" srcId="{E3AEE5BA-E876-4659-A2E0-0869B3D79B7E}" destId="{216EDAF6-F162-4619-B4B4-7E64DDC473A7}" srcOrd="6"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E5C9E75-3810-4FBF-9018-481AB03F2559}"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fr-FR"/>
        </a:p>
      </dgm:t>
    </dgm:pt>
    <dgm:pt modelId="{D292F624-3248-4A81-BA2A-5BFF839E0DE0}">
      <dgm:prSet phldrT="[Texte]" custT="1"/>
      <dgm:spPr/>
      <dgm:t>
        <a:bodyPr/>
        <a:lstStyle/>
        <a:p>
          <a:pPr>
            <a:buNone/>
          </a:pPr>
          <a:r>
            <a:rPr lang="fr-FR" sz="1800" b="1" dirty="0"/>
            <a:t>Garde-fou de promotion incomplet</a:t>
          </a:r>
          <a:endParaRPr lang="fr-FR" sz="1800" dirty="0"/>
        </a:p>
      </dgm:t>
    </dgm:pt>
    <dgm:pt modelId="{F08382BC-92C0-467F-B893-6EEB1A54812B}" type="parTrans" cxnId="{DB40D9C9-10AC-4AF2-BAC3-3B8D102DAECE}">
      <dgm:prSet/>
      <dgm:spPr/>
      <dgm:t>
        <a:bodyPr/>
        <a:lstStyle/>
        <a:p>
          <a:endParaRPr lang="fr-FR"/>
        </a:p>
      </dgm:t>
    </dgm:pt>
    <dgm:pt modelId="{83A460E1-CC15-4AFE-B3F5-334E8361A086}" type="sibTrans" cxnId="{DB40D9C9-10AC-4AF2-BAC3-3B8D102DAECE}">
      <dgm:prSet/>
      <dgm:spPr/>
      <dgm:t>
        <a:bodyPr/>
        <a:lstStyle/>
        <a:p>
          <a:endParaRPr lang="fr-FR"/>
        </a:p>
      </dgm:t>
    </dgm:pt>
    <dgm:pt modelId="{D390D20B-B4E8-4F32-8191-7E7AAF4DA365}">
      <dgm:prSet phldrT="[Texte]" custT="1"/>
      <dgm:spPr/>
      <dgm:t>
        <a:bodyPr/>
        <a:lstStyle/>
        <a:p>
          <a:pPr>
            <a:buNone/>
          </a:pPr>
          <a:r>
            <a:rPr lang="fr-FR" sz="1800" b="1" dirty="0"/>
            <a:t>Procédure de rollback non validée</a:t>
          </a:r>
          <a:endParaRPr lang="fr-FR" sz="1800" dirty="0"/>
        </a:p>
      </dgm:t>
    </dgm:pt>
    <dgm:pt modelId="{E44406B5-84ED-46C0-8ABC-09E51CF05332}" type="parTrans" cxnId="{ADAF74B4-22BC-4938-B729-FECAB2819714}">
      <dgm:prSet/>
      <dgm:spPr/>
      <dgm:t>
        <a:bodyPr/>
        <a:lstStyle/>
        <a:p>
          <a:endParaRPr lang="fr-FR"/>
        </a:p>
      </dgm:t>
    </dgm:pt>
    <dgm:pt modelId="{62E9AE76-21AA-4683-8B97-F3D2B07F5408}" type="sibTrans" cxnId="{ADAF74B4-22BC-4938-B729-FECAB2819714}">
      <dgm:prSet/>
      <dgm:spPr/>
      <dgm:t>
        <a:bodyPr/>
        <a:lstStyle/>
        <a:p>
          <a:endParaRPr lang="fr-FR"/>
        </a:p>
      </dgm:t>
    </dgm:pt>
    <dgm:pt modelId="{F787E062-88AF-41FA-914D-EDD9F2A71F98}">
      <dgm:prSet phldrT="[Texte]" custT="1"/>
      <dgm:spPr/>
      <dgm:t>
        <a:bodyPr/>
        <a:lstStyle/>
        <a:p>
          <a:pPr>
            <a:buNone/>
          </a:pPr>
          <a:r>
            <a:rPr lang="fr-FR" sz="1800" b="1" dirty="0"/>
            <a:t>Surveillance des dérives non implémentée</a:t>
          </a:r>
          <a:endParaRPr lang="fr-FR" sz="1800" dirty="0"/>
        </a:p>
      </dgm:t>
    </dgm:pt>
    <dgm:pt modelId="{D2CDB589-F6A3-42F7-9A51-F9654553D616}" type="parTrans" cxnId="{97F1D0F5-D0A7-4485-9866-A9AB71232307}">
      <dgm:prSet/>
      <dgm:spPr/>
      <dgm:t>
        <a:bodyPr/>
        <a:lstStyle/>
        <a:p>
          <a:endParaRPr lang="fr-FR"/>
        </a:p>
      </dgm:t>
    </dgm:pt>
    <dgm:pt modelId="{EEC1B1E7-A6BA-45DB-BAE8-B749A1E1FA56}" type="sibTrans" cxnId="{97F1D0F5-D0A7-4485-9866-A9AB71232307}">
      <dgm:prSet/>
      <dgm:spPr/>
      <dgm:t>
        <a:bodyPr/>
        <a:lstStyle/>
        <a:p>
          <a:endParaRPr lang="fr-FR"/>
        </a:p>
      </dgm:t>
    </dgm:pt>
    <dgm:pt modelId="{A1AB5D74-9B73-416B-8956-7296ACD71217}">
      <dgm:prSet phldrT="[Texte]" custT="1"/>
      <dgm:spPr/>
      <dgm:t>
        <a:bodyPr/>
        <a:lstStyle/>
        <a:p>
          <a:pPr>
            <a:buNone/>
          </a:pPr>
          <a:r>
            <a:rPr lang="fr-FR" sz="1800" b="1" dirty="0"/>
            <a:t>Persistance </a:t>
          </a:r>
          <a:r>
            <a:rPr lang="fr-FR" sz="1800" b="1" dirty="0" err="1"/>
            <a:t>MLflow</a:t>
          </a:r>
          <a:r>
            <a:rPr lang="fr-FR" sz="1800" b="1" dirty="0"/>
            <a:t> non adaptée à la production</a:t>
          </a:r>
          <a:endParaRPr lang="fr-FR" sz="1800" dirty="0"/>
        </a:p>
      </dgm:t>
    </dgm:pt>
    <dgm:pt modelId="{71A994B6-6237-4B29-8368-67245D98E51D}" type="parTrans" cxnId="{99B534A7-C67F-4D4A-9281-BE6A3F333C97}">
      <dgm:prSet/>
      <dgm:spPr/>
      <dgm:t>
        <a:bodyPr/>
        <a:lstStyle/>
        <a:p>
          <a:endParaRPr lang="fr-FR"/>
        </a:p>
      </dgm:t>
    </dgm:pt>
    <dgm:pt modelId="{AE5E9851-4AFE-4515-8083-4969632E585F}" type="sibTrans" cxnId="{99B534A7-C67F-4D4A-9281-BE6A3F333C97}">
      <dgm:prSet/>
      <dgm:spPr/>
      <dgm:t>
        <a:bodyPr/>
        <a:lstStyle/>
        <a:p>
          <a:endParaRPr lang="fr-FR"/>
        </a:p>
      </dgm:t>
    </dgm:pt>
    <dgm:pt modelId="{FF86F761-84E2-44AD-867B-105D15E3CC97}">
      <dgm:prSet phldrT="[Texte]" custT="1"/>
      <dgm:spPr/>
      <dgm:t>
        <a:bodyPr/>
        <a:lstStyle/>
        <a:p>
          <a:pPr>
            <a:buNone/>
          </a:pPr>
          <a:r>
            <a:rPr lang="fr-FR" sz="1800" b="1" dirty="0"/>
            <a:t>Qualité des feedbacks à contrôler</a:t>
          </a:r>
          <a:endParaRPr lang="fr-FR" sz="1800" dirty="0"/>
        </a:p>
      </dgm:t>
    </dgm:pt>
    <dgm:pt modelId="{2C9D6648-5389-4AF3-9261-9C1875B8F2BE}" type="parTrans" cxnId="{E410743B-975C-4CFD-BA36-DDC0BAA97362}">
      <dgm:prSet/>
      <dgm:spPr/>
      <dgm:t>
        <a:bodyPr/>
        <a:lstStyle/>
        <a:p>
          <a:endParaRPr lang="fr-FR"/>
        </a:p>
      </dgm:t>
    </dgm:pt>
    <dgm:pt modelId="{1F4F2D26-0F19-46A4-9F38-240E7495CA3B}" type="sibTrans" cxnId="{E410743B-975C-4CFD-BA36-DDC0BAA97362}">
      <dgm:prSet/>
      <dgm:spPr/>
      <dgm:t>
        <a:bodyPr/>
        <a:lstStyle/>
        <a:p>
          <a:endParaRPr lang="fr-FR"/>
        </a:p>
      </dgm:t>
    </dgm:pt>
    <dgm:pt modelId="{8E0C03F4-7C50-43B6-BD30-9E7854096B25}">
      <dgm:prSet phldrT="[Texte]" custT="1"/>
      <dgm:spPr/>
      <dgm:t>
        <a:bodyPr/>
        <a:lstStyle/>
        <a:p>
          <a:pPr>
            <a:buNone/>
          </a:pPr>
          <a:r>
            <a:rPr lang="fr-FR" sz="1800" b="1" dirty="0"/>
            <a:t>Monitoring opérationnel incomplet</a:t>
          </a:r>
          <a:endParaRPr lang="fr-FR" sz="1800" dirty="0"/>
        </a:p>
      </dgm:t>
    </dgm:pt>
    <dgm:pt modelId="{91CE5F06-AF65-47F0-8EA5-60413780ACB0}" type="parTrans" cxnId="{BDC2C1A9-512E-4644-8AD7-66FDB0B47123}">
      <dgm:prSet/>
      <dgm:spPr/>
      <dgm:t>
        <a:bodyPr/>
        <a:lstStyle/>
        <a:p>
          <a:endParaRPr lang="fr-FR"/>
        </a:p>
      </dgm:t>
    </dgm:pt>
    <dgm:pt modelId="{EC3727A6-D38A-48CC-A85D-0EE2CB5C4781}" type="sibTrans" cxnId="{BDC2C1A9-512E-4644-8AD7-66FDB0B47123}">
      <dgm:prSet/>
      <dgm:spPr/>
      <dgm:t>
        <a:bodyPr/>
        <a:lstStyle/>
        <a:p>
          <a:endParaRPr lang="fr-FR"/>
        </a:p>
      </dgm:t>
    </dgm:pt>
    <dgm:pt modelId="{FBC9C298-7723-4DB9-A7E6-25B4257327C6}">
      <dgm:prSet phldrT="[Texte]" custT="1"/>
      <dgm:spPr/>
      <dgm:t>
        <a:bodyPr/>
        <a:lstStyle/>
        <a:p>
          <a:pPr>
            <a:buNone/>
          </a:pPr>
          <a:r>
            <a:rPr lang="fr-FR" sz="1800" b="1" dirty="0"/>
            <a:t>Validation humaine de la promotion absente</a:t>
          </a:r>
          <a:endParaRPr lang="fr-FR" sz="1800" dirty="0"/>
        </a:p>
      </dgm:t>
    </dgm:pt>
    <dgm:pt modelId="{370FF463-A764-42F7-9A93-431D6F53577E}" type="parTrans" cxnId="{9CE3B4BA-74DE-499F-9C68-B38CA13C6E46}">
      <dgm:prSet/>
      <dgm:spPr/>
      <dgm:t>
        <a:bodyPr/>
        <a:lstStyle/>
        <a:p>
          <a:endParaRPr lang="fr-FR"/>
        </a:p>
      </dgm:t>
    </dgm:pt>
    <dgm:pt modelId="{9A3ACCBD-8D32-43A0-B7DD-2FE5BBDE731C}" type="sibTrans" cxnId="{9CE3B4BA-74DE-499F-9C68-B38CA13C6E46}">
      <dgm:prSet/>
      <dgm:spPr/>
      <dgm:t>
        <a:bodyPr/>
        <a:lstStyle/>
        <a:p>
          <a:endParaRPr lang="fr-FR"/>
        </a:p>
      </dgm:t>
    </dgm:pt>
    <dgm:pt modelId="{0E120230-2DC4-4BAB-84B3-78DF819156D2}" type="pres">
      <dgm:prSet presAssocID="{CE5C9E75-3810-4FBF-9018-481AB03F2559}" presName="Name0" presStyleCnt="0">
        <dgm:presLayoutVars>
          <dgm:dir/>
          <dgm:resizeHandles val="exact"/>
        </dgm:presLayoutVars>
      </dgm:prSet>
      <dgm:spPr/>
    </dgm:pt>
    <dgm:pt modelId="{66CD5ED2-186F-4C5A-81B2-F1A441E6F817}" type="pres">
      <dgm:prSet presAssocID="{D292F624-3248-4A81-BA2A-5BFF839E0DE0}" presName="composite" presStyleCnt="0"/>
      <dgm:spPr/>
    </dgm:pt>
    <dgm:pt modelId="{47942C33-396D-4E75-9C9E-88EDD081CB0C}" type="pres">
      <dgm:prSet presAssocID="{D292F624-3248-4A81-BA2A-5BFF839E0DE0}" presName="rect1" presStyleLbl="trAlignAcc1" presStyleIdx="0" presStyleCnt="7">
        <dgm:presLayoutVars>
          <dgm:bulletEnabled val="1"/>
        </dgm:presLayoutVars>
      </dgm:prSet>
      <dgm:spPr/>
    </dgm:pt>
    <dgm:pt modelId="{1E36CACF-456E-4484-8923-338E64D15189}" type="pres">
      <dgm:prSet presAssocID="{D292F624-3248-4A81-BA2A-5BFF839E0DE0}" presName="rect2" presStyleLbl="fgImgPlace1" presStyleIdx="0" presStyleCnt="7"/>
      <dgm:spPr>
        <a:blipFill>
          <a:blip xmlns:r="http://schemas.openxmlformats.org/officeDocument/2006/relationships" r:embed="rId1"/>
          <a:srcRect/>
          <a:stretch>
            <a:fillRect l="-7000" r="-7000"/>
          </a:stretch>
        </a:blipFill>
      </dgm:spPr>
    </dgm:pt>
    <dgm:pt modelId="{6D45DF21-91F3-48A2-BA99-B5AC548E63A1}" type="pres">
      <dgm:prSet presAssocID="{83A460E1-CC15-4AFE-B3F5-334E8361A086}" presName="sibTrans" presStyleCnt="0"/>
      <dgm:spPr/>
    </dgm:pt>
    <dgm:pt modelId="{6F58D343-6EC8-4408-B955-9814BFA26064}" type="pres">
      <dgm:prSet presAssocID="{8E0C03F4-7C50-43B6-BD30-9E7854096B25}" presName="composite" presStyleCnt="0"/>
      <dgm:spPr/>
    </dgm:pt>
    <dgm:pt modelId="{6A3A0206-CD38-4355-9E2E-6E1946386658}" type="pres">
      <dgm:prSet presAssocID="{8E0C03F4-7C50-43B6-BD30-9E7854096B25}" presName="rect1" presStyleLbl="trAlignAcc1" presStyleIdx="1" presStyleCnt="7">
        <dgm:presLayoutVars>
          <dgm:bulletEnabled val="1"/>
        </dgm:presLayoutVars>
      </dgm:prSet>
      <dgm:spPr/>
    </dgm:pt>
    <dgm:pt modelId="{4BBC4925-965E-4804-A7F2-83FD75165287}" type="pres">
      <dgm:prSet presAssocID="{8E0C03F4-7C50-43B6-BD30-9E7854096B25}" presName="rect2" presStyleLbl="fgImgPlace1" presStyleIdx="1" presStyleCnt="7"/>
      <dgm:spPr>
        <a:blipFill>
          <a:blip xmlns:r="http://schemas.openxmlformats.org/officeDocument/2006/relationships" r:embed="rId2"/>
          <a:srcRect/>
          <a:stretch>
            <a:fillRect l="-1000" r="-1000"/>
          </a:stretch>
        </a:blipFill>
      </dgm:spPr>
    </dgm:pt>
    <dgm:pt modelId="{E70A8C0E-6E8F-4BB8-B47D-E10065AC9EAD}" type="pres">
      <dgm:prSet presAssocID="{EC3727A6-D38A-48CC-A85D-0EE2CB5C4781}" presName="sibTrans" presStyleCnt="0"/>
      <dgm:spPr/>
    </dgm:pt>
    <dgm:pt modelId="{824801ED-E01E-40F9-B2BD-6E6383BEA941}" type="pres">
      <dgm:prSet presAssocID="{FBC9C298-7723-4DB9-A7E6-25B4257327C6}" presName="composite" presStyleCnt="0"/>
      <dgm:spPr/>
    </dgm:pt>
    <dgm:pt modelId="{4025D754-C8A5-4907-851B-6805999D4E6F}" type="pres">
      <dgm:prSet presAssocID="{FBC9C298-7723-4DB9-A7E6-25B4257327C6}" presName="rect1" presStyleLbl="trAlignAcc1" presStyleIdx="2" presStyleCnt="7">
        <dgm:presLayoutVars>
          <dgm:bulletEnabled val="1"/>
        </dgm:presLayoutVars>
      </dgm:prSet>
      <dgm:spPr/>
    </dgm:pt>
    <dgm:pt modelId="{CC2AE3BE-B86A-4C7A-826B-30C35F70A0D2}" type="pres">
      <dgm:prSet presAssocID="{FBC9C298-7723-4DB9-A7E6-25B4257327C6}" presName="rect2" presStyleLbl="fgImgPlace1" presStyleIdx="2" presStyleCnt="7"/>
      <dgm:spPr>
        <a:blipFill>
          <a:blip xmlns:r="http://schemas.openxmlformats.org/officeDocument/2006/relationships" r:embed="rId3"/>
          <a:srcRect/>
          <a:stretch>
            <a:fillRect t="-4000" b="-4000"/>
          </a:stretch>
        </a:blipFill>
      </dgm:spPr>
    </dgm:pt>
    <dgm:pt modelId="{AD03DA87-22F0-48B6-A5AB-2C62CA99BA8E}" type="pres">
      <dgm:prSet presAssocID="{9A3ACCBD-8D32-43A0-B7DD-2FE5BBDE731C}" presName="sibTrans" presStyleCnt="0"/>
      <dgm:spPr/>
    </dgm:pt>
    <dgm:pt modelId="{355E50DB-1930-483F-B632-45AD3247DA63}" type="pres">
      <dgm:prSet presAssocID="{FF86F761-84E2-44AD-867B-105D15E3CC97}" presName="composite" presStyleCnt="0"/>
      <dgm:spPr/>
    </dgm:pt>
    <dgm:pt modelId="{A413582D-157A-4A28-81A4-1AAB434F5A4C}" type="pres">
      <dgm:prSet presAssocID="{FF86F761-84E2-44AD-867B-105D15E3CC97}" presName="rect1" presStyleLbl="trAlignAcc1" presStyleIdx="3" presStyleCnt="7">
        <dgm:presLayoutVars>
          <dgm:bulletEnabled val="1"/>
        </dgm:presLayoutVars>
      </dgm:prSet>
      <dgm:spPr/>
    </dgm:pt>
    <dgm:pt modelId="{4FE825E9-62F1-46C2-A423-DC6425A126CA}" type="pres">
      <dgm:prSet presAssocID="{FF86F761-84E2-44AD-867B-105D15E3CC97}" presName="rect2" presStyleLbl="fgImgPlace1" presStyleIdx="3" presStyleCnt="7"/>
      <dgm:spPr>
        <a:blipFill>
          <a:blip xmlns:r="http://schemas.openxmlformats.org/officeDocument/2006/relationships" r:embed="rId4"/>
          <a:srcRect/>
          <a:stretch>
            <a:fillRect l="-2000" r="-2000"/>
          </a:stretch>
        </a:blipFill>
      </dgm:spPr>
    </dgm:pt>
    <dgm:pt modelId="{134BC75A-D433-4E34-844B-433FC934CFF2}" type="pres">
      <dgm:prSet presAssocID="{1F4F2D26-0F19-46A4-9F38-240E7495CA3B}" presName="sibTrans" presStyleCnt="0"/>
      <dgm:spPr/>
    </dgm:pt>
    <dgm:pt modelId="{5E4EFC62-5F5F-4EFD-8FA4-CF3EF2C42A07}" type="pres">
      <dgm:prSet presAssocID="{A1AB5D74-9B73-416B-8956-7296ACD71217}" presName="composite" presStyleCnt="0"/>
      <dgm:spPr/>
    </dgm:pt>
    <dgm:pt modelId="{67363C72-C714-4A81-BABD-BF1F54FD8CD9}" type="pres">
      <dgm:prSet presAssocID="{A1AB5D74-9B73-416B-8956-7296ACD71217}" presName="rect1" presStyleLbl="trAlignAcc1" presStyleIdx="4" presStyleCnt="7">
        <dgm:presLayoutVars>
          <dgm:bulletEnabled val="1"/>
        </dgm:presLayoutVars>
      </dgm:prSet>
      <dgm:spPr/>
    </dgm:pt>
    <dgm:pt modelId="{DE3E722B-3525-47C2-9BBE-27D5B580C47A}" type="pres">
      <dgm:prSet presAssocID="{A1AB5D74-9B73-416B-8956-7296ACD71217}" presName="rect2" presStyleLbl="fgImgPlace1" presStyleIdx="4" presStyleCnt="7"/>
      <dgm:spPr>
        <a:blipFill>
          <a:blip xmlns:r="http://schemas.openxmlformats.org/officeDocument/2006/relationships" r:embed="rId5"/>
          <a:srcRect/>
          <a:stretch>
            <a:fillRect/>
          </a:stretch>
        </a:blipFill>
      </dgm:spPr>
    </dgm:pt>
    <dgm:pt modelId="{19E212C6-B51B-412F-835C-161F4C6912FC}" type="pres">
      <dgm:prSet presAssocID="{AE5E9851-4AFE-4515-8083-4969632E585F}" presName="sibTrans" presStyleCnt="0"/>
      <dgm:spPr/>
    </dgm:pt>
    <dgm:pt modelId="{049CAB44-13DE-4504-9880-F19F829EF225}" type="pres">
      <dgm:prSet presAssocID="{D390D20B-B4E8-4F32-8191-7E7AAF4DA365}" presName="composite" presStyleCnt="0"/>
      <dgm:spPr/>
    </dgm:pt>
    <dgm:pt modelId="{2B1A101A-7A78-40C7-9332-728D6ACC9AFF}" type="pres">
      <dgm:prSet presAssocID="{D390D20B-B4E8-4F32-8191-7E7AAF4DA365}" presName="rect1" presStyleLbl="trAlignAcc1" presStyleIdx="5" presStyleCnt="7">
        <dgm:presLayoutVars>
          <dgm:bulletEnabled val="1"/>
        </dgm:presLayoutVars>
      </dgm:prSet>
      <dgm:spPr/>
    </dgm:pt>
    <dgm:pt modelId="{8362B0E0-A977-4993-8EDB-AA285CC1C824}" type="pres">
      <dgm:prSet presAssocID="{D390D20B-B4E8-4F32-8191-7E7AAF4DA365}" presName="rect2" presStyleLbl="fgImgPlace1" presStyleIdx="5" presStyleCnt="7"/>
      <dgm:spPr>
        <a:blipFill>
          <a:blip xmlns:r="http://schemas.openxmlformats.org/officeDocument/2006/relationships" r:embed="rId6"/>
          <a:srcRect/>
          <a:stretch>
            <a:fillRect l="-21000" r="-21000"/>
          </a:stretch>
        </a:blipFill>
      </dgm:spPr>
    </dgm:pt>
    <dgm:pt modelId="{38C3288F-47B6-4770-9E90-4F7DE4CB3403}" type="pres">
      <dgm:prSet presAssocID="{62E9AE76-21AA-4683-8B97-F3D2B07F5408}" presName="sibTrans" presStyleCnt="0"/>
      <dgm:spPr/>
    </dgm:pt>
    <dgm:pt modelId="{085C531E-8F0B-4740-96B9-AD4293270CEE}" type="pres">
      <dgm:prSet presAssocID="{F787E062-88AF-41FA-914D-EDD9F2A71F98}" presName="composite" presStyleCnt="0"/>
      <dgm:spPr/>
    </dgm:pt>
    <dgm:pt modelId="{BB133957-55F1-4184-9002-155ED87BFF0D}" type="pres">
      <dgm:prSet presAssocID="{F787E062-88AF-41FA-914D-EDD9F2A71F98}" presName="rect1" presStyleLbl="trAlignAcc1" presStyleIdx="6" presStyleCnt="7">
        <dgm:presLayoutVars>
          <dgm:bulletEnabled val="1"/>
        </dgm:presLayoutVars>
      </dgm:prSet>
      <dgm:spPr/>
    </dgm:pt>
    <dgm:pt modelId="{7ACC051E-CB19-4D89-87A9-363FCCD7DF6B}" type="pres">
      <dgm:prSet presAssocID="{F787E062-88AF-41FA-914D-EDD9F2A71F98}" presName="rect2" presStyleLbl="fgImgPlace1" presStyleIdx="6" presStyleCnt="7"/>
      <dgm:spPr>
        <a:blipFill>
          <a:blip xmlns:r="http://schemas.openxmlformats.org/officeDocument/2006/relationships" r:embed="rId7"/>
          <a:srcRect/>
          <a:stretch>
            <a:fillRect l="-4000" r="-4000"/>
          </a:stretch>
        </a:blipFill>
      </dgm:spPr>
    </dgm:pt>
  </dgm:ptLst>
  <dgm:cxnLst>
    <dgm:cxn modelId="{E410743B-975C-4CFD-BA36-DDC0BAA97362}" srcId="{CE5C9E75-3810-4FBF-9018-481AB03F2559}" destId="{FF86F761-84E2-44AD-867B-105D15E3CC97}" srcOrd="3" destOrd="0" parTransId="{2C9D6648-5389-4AF3-9261-9C1875B8F2BE}" sibTransId="{1F4F2D26-0F19-46A4-9F38-240E7495CA3B}"/>
    <dgm:cxn modelId="{7633BE3B-C94C-41B3-8832-7AFA6C57ADC4}" type="presOf" srcId="{8E0C03F4-7C50-43B6-BD30-9E7854096B25}" destId="{6A3A0206-CD38-4355-9E2E-6E1946386658}" srcOrd="0" destOrd="0" presId="urn:microsoft.com/office/officeart/2008/layout/PictureStrips"/>
    <dgm:cxn modelId="{855C3E7D-A504-4AD6-B142-EC4BB1A2D194}" type="presOf" srcId="{D390D20B-B4E8-4F32-8191-7E7AAF4DA365}" destId="{2B1A101A-7A78-40C7-9332-728D6ACC9AFF}" srcOrd="0" destOrd="0" presId="urn:microsoft.com/office/officeart/2008/layout/PictureStrips"/>
    <dgm:cxn modelId="{C807C784-3EC2-463A-8314-BB5DC1254FDB}" type="presOf" srcId="{CE5C9E75-3810-4FBF-9018-481AB03F2559}" destId="{0E120230-2DC4-4BAB-84B3-78DF819156D2}" srcOrd="0" destOrd="0" presId="urn:microsoft.com/office/officeart/2008/layout/PictureStrips"/>
    <dgm:cxn modelId="{D8A41196-7792-4875-8BC8-96DF29DF87C3}" type="presOf" srcId="{FF86F761-84E2-44AD-867B-105D15E3CC97}" destId="{A413582D-157A-4A28-81A4-1AAB434F5A4C}" srcOrd="0" destOrd="0" presId="urn:microsoft.com/office/officeart/2008/layout/PictureStrips"/>
    <dgm:cxn modelId="{2DC4E896-D4F7-440F-BD6C-4AEFE5B26E1F}" type="presOf" srcId="{F787E062-88AF-41FA-914D-EDD9F2A71F98}" destId="{BB133957-55F1-4184-9002-155ED87BFF0D}" srcOrd="0" destOrd="0" presId="urn:microsoft.com/office/officeart/2008/layout/PictureStrips"/>
    <dgm:cxn modelId="{99B534A7-C67F-4D4A-9281-BE6A3F333C97}" srcId="{CE5C9E75-3810-4FBF-9018-481AB03F2559}" destId="{A1AB5D74-9B73-416B-8956-7296ACD71217}" srcOrd="4" destOrd="0" parTransId="{71A994B6-6237-4B29-8368-67245D98E51D}" sibTransId="{AE5E9851-4AFE-4515-8083-4969632E585F}"/>
    <dgm:cxn modelId="{BDC2C1A9-512E-4644-8AD7-66FDB0B47123}" srcId="{CE5C9E75-3810-4FBF-9018-481AB03F2559}" destId="{8E0C03F4-7C50-43B6-BD30-9E7854096B25}" srcOrd="1" destOrd="0" parTransId="{91CE5F06-AF65-47F0-8EA5-60413780ACB0}" sibTransId="{EC3727A6-D38A-48CC-A85D-0EE2CB5C4781}"/>
    <dgm:cxn modelId="{ADAF74B4-22BC-4938-B729-FECAB2819714}" srcId="{CE5C9E75-3810-4FBF-9018-481AB03F2559}" destId="{D390D20B-B4E8-4F32-8191-7E7AAF4DA365}" srcOrd="5" destOrd="0" parTransId="{E44406B5-84ED-46C0-8ABC-09E51CF05332}" sibTransId="{62E9AE76-21AA-4683-8B97-F3D2B07F5408}"/>
    <dgm:cxn modelId="{9CE3B4BA-74DE-499F-9C68-B38CA13C6E46}" srcId="{CE5C9E75-3810-4FBF-9018-481AB03F2559}" destId="{FBC9C298-7723-4DB9-A7E6-25B4257327C6}" srcOrd="2" destOrd="0" parTransId="{370FF463-A764-42F7-9A93-431D6F53577E}" sibTransId="{9A3ACCBD-8D32-43A0-B7DD-2FE5BBDE731C}"/>
    <dgm:cxn modelId="{DB40D9C9-10AC-4AF2-BAC3-3B8D102DAECE}" srcId="{CE5C9E75-3810-4FBF-9018-481AB03F2559}" destId="{D292F624-3248-4A81-BA2A-5BFF839E0DE0}" srcOrd="0" destOrd="0" parTransId="{F08382BC-92C0-467F-B893-6EEB1A54812B}" sibTransId="{83A460E1-CC15-4AFE-B3F5-334E8361A086}"/>
    <dgm:cxn modelId="{3BFB23CB-63EA-44DE-BAC5-8DFE1A416D38}" type="presOf" srcId="{FBC9C298-7723-4DB9-A7E6-25B4257327C6}" destId="{4025D754-C8A5-4907-851B-6805999D4E6F}" srcOrd="0" destOrd="0" presId="urn:microsoft.com/office/officeart/2008/layout/PictureStrips"/>
    <dgm:cxn modelId="{98DDA8E3-EE9F-461B-B057-DFEFA43DD2E1}" type="presOf" srcId="{D292F624-3248-4A81-BA2A-5BFF839E0DE0}" destId="{47942C33-396D-4E75-9C9E-88EDD081CB0C}" srcOrd="0" destOrd="0" presId="urn:microsoft.com/office/officeart/2008/layout/PictureStrips"/>
    <dgm:cxn modelId="{3DACF4F3-442F-41A2-9C18-5A25467CE4C9}" type="presOf" srcId="{A1AB5D74-9B73-416B-8956-7296ACD71217}" destId="{67363C72-C714-4A81-BABD-BF1F54FD8CD9}" srcOrd="0" destOrd="0" presId="urn:microsoft.com/office/officeart/2008/layout/PictureStrips"/>
    <dgm:cxn modelId="{97F1D0F5-D0A7-4485-9866-A9AB71232307}" srcId="{CE5C9E75-3810-4FBF-9018-481AB03F2559}" destId="{F787E062-88AF-41FA-914D-EDD9F2A71F98}" srcOrd="6" destOrd="0" parTransId="{D2CDB589-F6A3-42F7-9A51-F9654553D616}" sibTransId="{EEC1B1E7-A6BA-45DB-BAE8-B749A1E1FA56}"/>
    <dgm:cxn modelId="{0C0036FA-6A8D-421A-9236-32677827B705}" type="presParOf" srcId="{0E120230-2DC4-4BAB-84B3-78DF819156D2}" destId="{66CD5ED2-186F-4C5A-81B2-F1A441E6F817}" srcOrd="0" destOrd="0" presId="urn:microsoft.com/office/officeart/2008/layout/PictureStrips"/>
    <dgm:cxn modelId="{DDDBD2F1-F49C-4854-A505-180D97CBF2CA}" type="presParOf" srcId="{66CD5ED2-186F-4C5A-81B2-F1A441E6F817}" destId="{47942C33-396D-4E75-9C9E-88EDD081CB0C}" srcOrd="0" destOrd="0" presId="urn:microsoft.com/office/officeart/2008/layout/PictureStrips"/>
    <dgm:cxn modelId="{21604F68-3019-423A-81BF-89B2F3C2EACB}" type="presParOf" srcId="{66CD5ED2-186F-4C5A-81B2-F1A441E6F817}" destId="{1E36CACF-456E-4484-8923-338E64D15189}" srcOrd="1" destOrd="0" presId="urn:microsoft.com/office/officeart/2008/layout/PictureStrips"/>
    <dgm:cxn modelId="{AEE97A54-EF1C-4764-A551-909ADFBE04D2}" type="presParOf" srcId="{0E120230-2DC4-4BAB-84B3-78DF819156D2}" destId="{6D45DF21-91F3-48A2-BA99-B5AC548E63A1}" srcOrd="1" destOrd="0" presId="urn:microsoft.com/office/officeart/2008/layout/PictureStrips"/>
    <dgm:cxn modelId="{36E4361E-EE5C-4E5E-B30D-4D473FE1D1E7}" type="presParOf" srcId="{0E120230-2DC4-4BAB-84B3-78DF819156D2}" destId="{6F58D343-6EC8-4408-B955-9814BFA26064}" srcOrd="2" destOrd="0" presId="urn:microsoft.com/office/officeart/2008/layout/PictureStrips"/>
    <dgm:cxn modelId="{5EA93077-B9F0-4231-86CE-74AFEAE070C8}" type="presParOf" srcId="{6F58D343-6EC8-4408-B955-9814BFA26064}" destId="{6A3A0206-CD38-4355-9E2E-6E1946386658}" srcOrd="0" destOrd="0" presId="urn:microsoft.com/office/officeart/2008/layout/PictureStrips"/>
    <dgm:cxn modelId="{68DB0ECE-EC63-44A9-BF38-1D90DC12C74A}" type="presParOf" srcId="{6F58D343-6EC8-4408-B955-9814BFA26064}" destId="{4BBC4925-965E-4804-A7F2-83FD75165287}" srcOrd="1" destOrd="0" presId="urn:microsoft.com/office/officeart/2008/layout/PictureStrips"/>
    <dgm:cxn modelId="{E25B8616-BB7D-4060-B1AF-CB0732152AD9}" type="presParOf" srcId="{0E120230-2DC4-4BAB-84B3-78DF819156D2}" destId="{E70A8C0E-6E8F-4BB8-B47D-E10065AC9EAD}" srcOrd="3" destOrd="0" presId="urn:microsoft.com/office/officeart/2008/layout/PictureStrips"/>
    <dgm:cxn modelId="{76042A41-8541-4AB3-B4DA-C8163C0D6024}" type="presParOf" srcId="{0E120230-2DC4-4BAB-84B3-78DF819156D2}" destId="{824801ED-E01E-40F9-B2BD-6E6383BEA941}" srcOrd="4" destOrd="0" presId="urn:microsoft.com/office/officeart/2008/layout/PictureStrips"/>
    <dgm:cxn modelId="{EDAD49B1-0E2D-4924-80E8-A51EE1DFA7A4}" type="presParOf" srcId="{824801ED-E01E-40F9-B2BD-6E6383BEA941}" destId="{4025D754-C8A5-4907-851B-6805999D4E6F}" srcOrd="0" destOrd="0" presId="urn:microsoft.com/office/officeart/2008/layout/PictureStrips"/>
    <dgm:cxn modelId="{FAFED001-B464-4875-A879-B04D10ED370E}" type="presParOf" srcId="{824801ED-E01E-40F9-B2BD-6E6383BEA941}" destId="{CC2AE3BE-B86A-4C7A-826B-30C35F70A0D2}" srcOrd="1" destOrd="0" presId="urn:microsoft.com/office/officeart/2008/layout/PictureStrips"/>
    <dgm:cxn modelId="{BFBF3E6F-B56C-4C2D-BE0F-81622215D0A7}" type="presParOf" srcId="{0E120230-2DC4-4BAB-84B3-78DF819156D2}" destId="{AD03DA87-22F0-48B6-A5AB-2C62CA99BA8E}" srcOrd="5" destOrd="0" presId="urn:microsoft.com/office/officeart/2008/layout/PictureStrips"/>
    <dgm:cxn modelId="{A30B0CE6-D3B4-4975-9AC9-8FF38AFB0926}" type="presParOf" srcId="{0E120230-2DC4-4BAB-84B3-78DF819156D2}" destId="{355E50DB-1930-483F-B632-45AD3247DA63}" srcOrd="6" destOrd="0" presId="urn:microsoft.com/office/officeart/2008/layout/PictureStrips"/>
    <dgm:cxn modelId="{C4DEAFE1-CA99-44D5-A224-7F49A0025BC7}" type="presParOf" srcId="{355E50DB-1930-483F-B632-45AD3247DA63}" destId="{A413582D-157A-4A28-81A4-1AAB434F5A4C}" srcOrd="0" destOrd="0" presId="urn:microsoft.com/office/officeart/2008/layout/PictureStrips"/>
    <dgm:cxn modelId="{1E12AA75-963C-417C-9FC7-BC05E4E9EC71}" type="presParOf" srcId="{355E50DB-1930-483F-B632-45AD3247DA63}" destId="{4FE825E9-62F1-46C2-A423-DC6425A126CA}" srcOrd="1" destOrd="0" presId="urn:microsoft.com/office/officeart/2008/layout/PictureStrips"/>
    <dgm:cxn modelId="{81A54178-84AE-4474-B0BB-606F91AC3638}" type="presParOf" srcId="{0E120230-2DC4-4BAB-84B3-78DF819156D2}" destId="{134BC75A-D433-4E34-844B-433FC934CFF2}" srcOrd="7" destOrd="0" presId="urn:microsoft.com/office/officeart/2008/layout/PictureStrips"/>
    <dgm:cxn modelId="{92ED8178-B544-409A-8AAD-390E223FA527}" type="presParOf" srcId="{0E120230-2DC4-4BAB-84B3-78DF819156D2}" destId="{5E4EFC62-5F5F-4EFD-8FA4-CF3EF2C42A07}" srcOrd="8" destOrd="0" presId="urn:microsoft.com/office/officeart/2008/layout/PictureStrips"/>
    <dgm:cxn modelId="{AC8705E5-6D38-44D3-8C05-8E52EBF079D8}" type="presParOf" srcId="{5E4EFC62-5F5F-4EFD-8FA4-CF3EF2C42A07}" destId="{67363C72-C714-4A81-BABD-BF1F54FD8CD9}" srcOrd="0" destOrd="0" presId="urn:microsoft.com/office/officeart/2008/layout/PictureStrips"/>
    <dgm:cxn modelId="{7A4851A2-CEF4-4EC7-9E11-8DB6DBBEE6B2}" type="presParOf" srcId="{5E4EFC62-5F5F-4EFD-8FA4-CF3EF2C42A07}" destId="{DE3E722B-3525-47C2-9BBE-27D5B580C47A}" srcOrd="1" destOrd="0" presId="urn:microsoft.com/office/officeart/2008/layout/PictureStrips"/>
    <dgm:cxn modelId="{E4A2CF62-214A-4CE2-A17F-9644D8398DC1}" type="presParOf" srcId="{0E120230-2DC4-4BAB-84B3-78DF819156D2}" destId="{19E212C6-B51B-412F-835C-161F4C6912FC}" srcOrd="9" destOrd="0" presId="urn:microsoft.com/office/officeart/2008/layout/PictureStrips"/>
    <dgm:cxn modelId="{9C29359A-7996-471F-BA07-2C4E4632A5DA}" type="presParOf" srcId="{0E120230-2DC4-4BAB-84B3-78DF819156D2}" destId="{049CAB44-13DE-4504-9880-F19F829EF225}" srcOrd="10" destOrd="0" presId="urn:microsoft.com/office/officeart/2008/layout/PictureStrips"/>
    <dgm:cxn modelId="{22B1DC56-CB40-4D0D-9B6E-280FCCB107DE}" type="presParOf" srcId="{049CAB44-13DE-4504-9880-F19F829EF225}" destId="{2B1A101A-7A78-40C7-9332-728D6ACC9AFF}" srcOrd="0" destOrd="0" presId="urn:microsoft.com/office/officeart/2008/layout/PictureStrips"/>
    <dgm:cxn modelId="{7EF73CEB-2986-4830-831D-6358777D63A7}" type="presParOf" srcId="{049CAB44-13DE-4504-9880-F19F829EF225}" destId="{8362B0E0-A977-4993-8EDB-AA285CC1C824}" srcOrd="1" destOrd="0" presId="urn:microsoft.com/office/officeart/2008/layout/PictureStrips"/>
    <dgm:cxn modelId="{27CDECE8-1E08-4C29-992D-5912A0745C5E}" type="presParOf" srcId="{0E120230-2DC4-4BAB-84B3-78DF819156D2}" destId="{38C3288F-47B6-4770-9E90-4F7DE4CB3403}" srcOrd="11" destOrd="0" presId="urn:microsoft.com/office/officeart/2008/layout/PictureStrips"/>
    <dgm:cxn modelId="{CC82FAB9-1973-4DD5-BFD8-206A346E1CBE}" type="presParOf" srcId="{0E120230-2DC4-4BAB-84B3-78DF819156D2}" destId="{085C531E-8F0B-4740-96B9-AD4293270CEE}" srcOrd="12" destOrd="0" presId="urn:microsoft.com/office/officeart/2008/layout/PictureStrips"/>
    <dgm:cxn modelId="{BF2A62B0-DE0A-456A-BA94-5BBFFE34F747}" type="presParOf" srcId="{085C531E-8F0B-4740-96B9-AD4293270CEE}" destId="{BB133957-55F1-4184-9002-155ED87BFF0D}" srcOrd="0" destOrd="0" presId="urn:microsoft.com/office/officeart/2008/layout/PictureStrips"/>
    <dgm:cxn modelId="{9AA13769-7E56-402F-9EEF-C46C8BC39C33}" type="presParOf" srcId="{085C531E-8F0B-4740-96B9-AD4293270CEE}" destId="{7ACC051E-CB19-4D89-87A9-363FCCD7DF6B}"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04F787C-EB89-4698-BECF-8F2F06371369}"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fr-FR"/>
        </a:p>
      </dgm:t>
    </dgm:pt>
    <dgm:pt modelId="{31A85FCE-AAB3-49B1-A10D-F5F81EBE35AF}">
      <dgm:prSet phldrT="[Texte]"/>
      <dgm:spPr/>
      <dgm:t>
        <a:bodyPr/>
        <a:lstStyle/>
        <a:p>
          <a:pPr>
            <a:buNone/>
          </a:pPr>
          <a:r>
            <a:rPr lang="fr-FR" b="1" dirty="0"/>
            <a:t>Collecte depuis l’UI</a:t>
          </a:r>
          <a:endParaRPr lang="fr-FR" dirty="0"/>
        </a:p>
      </dgm:t>
    </dgm:pt>
    <dgm:pt modelId="{81353281-8528-46D6-BB6B-56C7939EC8FA}" type="parTrans" cxnId="{189CEFA3-74D7-4753-BC5C-05733B4B199E}">
      <dgm:prSet/>
      <dgm:spPr/>
      <dgm:t>
        <a:bodyPr/>
        <a:lstStyle/>
        <a:p>
          <a:endParaRPr lang="fr-FR"/>
        </a:p>
      </dgm:t>
    </dgm:pt>
    <dgm:pt modelId="{81C83BD1-0146-4B42-A6F0-B91B05F3B0FA}" type="sibTrans" cxnId="{189CEFA3-74D7-4753-BC5C-05733B4B199E}">
      <dgm:prSet/>
      <dgm:spPr/>
      <dgm:t>
        <a:bodyPr/>
        <a:lstStyle/>
        <a:p>
          <a:endParaRPr lang="fr-FR"/>
        </a:p>
      </dgm:t>
    </dgm:pt>
    <dgm:pt modelId="{201B8104-C948-4041-8B33-4257167CEF91}">
      <dgm:prSet phldrT="[Texte]"/>
      <dgm:spPr/>
      <dgm:t>
        <a:bodyPr/>
        <a:lstStyle/>
        <a:p>
          <a:pPr>
            <a:buNone/>
          </a:pPr>
          <a:r>
            <a:rPr lang="fr-FR" b="1" dirty="0"/>
            <a:t>Validation et stockage</a:t>
          </a:r>
          <a:endParaRPr lang="fr-FR" dirty="0"/>
        </a:p>
      </dgm:t>
    </dgm:pt>
    <dgm:pt modelId="{7551FF00-4B8B-4B42-B4EF-AC732437E5F3}" type="parTrans" cxnId="{2A09FE60-838C-47A8-9A6C-106FFD8772AE}">
      <dgm:prSet/>
      <dgm:spPr/>
      <dgm:t>
        <a:bodyPr/>
        <a:lstStyle/>
        <a:p>
          <a:endParaRPr lang="fr-FR"/>
        </a:p>
      </dgm:t>
    </dgm:pt>
    <dgm:pt modelId="{2E9604C6-4EA5-4CFD-BAA1-E139ECF5664B}" type="sibTrans" cxnId="{2A09FE60-838C-47A8-9A6C-106FFD8772AE}">
      <dgm:prSet/>
      <dgm:spPr/>
      <dgm:t>
        <a:bodyPr/>
        <a:lstStyle/>
        <a:p>
          <a:endParaRPr lang="fr-FR"/>
        </a:p>
      </dgm:t>
    </dgm:pt>
    <dgm:pt modelId="{B3B7B5E0-EF2C-4C4D-BB6C-8EBE55980ABA}">
      <dgm:prSet phldrT="[Texte]"/>
      <dgm:spPr/>
      <dgm:t>
        <a:bodyPr/>
        <a:lstStyle/>
        <a:p>
          <a:pPr>
            <a:buNone/>
          </a:pPr>
          <a:r>
            <a:rPr lang="fr-FR" b="1" dirty="0"/>
            <a:t>Intégration</a:t>
          </a:r>
          <a:endParaRPr lang="fr-FR" dirty="0"/>
        </a:p>
      </dgm:t>
    </dgm:pt>
    <dgm:pt modelId="{9F06BFF0-89AD-48E4-85FA-7F317D6EB54F}" type="parTrans" cxnId="{4891ECD7-DB07-4CC7-B697-6D5E2C68912D}">
      <dgm:prSet/>
      <dgm:spPr/>
      <dgm:t>
        <a:bodyPr/>
        <a:lstStyle/>
        <a:p>
          <a:endParaRPr lang="fr-FR"/>
        </a:p>
      </dgm:t>
    </dgm:pt>
    <dgm:pt modelId="{931B04E7-3075-4FD6-B70F-C0AB24577104}" type="sibTrans" cxnId="{4891ECD7-DB07-4CC7-B697-6D5E2C68912D}">
      <dgm:prSet/>
      <dgm:spPr/>
      <dgm:t>
        <a:bodyPr/>
        <a:lstStyle/>
        <a:p>
          <a:endParaRPr lang="fr-FR"/>
        </a:p>
      </dgm:t>
    </dgm:pt>
    <dgm:pt modelId="{E5474B49-EA4D-428E-9F7B-CD53F74B0731}">
      <dgm:prSet phldrT="[Texte]"/>
      <dgm:spPr/>
      <dgm:t>
        <a:bodyPr/>
        <a:lstStyle/>
        <a:p>
          <a:pPr>
            <a:buNone/>
          </a:pPr>
          <a:r>
            <a:rPr lang="fr-FR" b="1" dirty="0"/>
            <a:t>Garde-fou avant promotion</a:t>
          </a:r>
          <a:endParaRPr lang="fr-FR" dirty="0"/>
        </a:p>
      </dgm:t>
    </dgm:pt>
    <dgm:pt modelId="{A360A681-21D0-4801-B3C5-84E48E76EC91}" type="parTrans" cxnId="{7E127E2A-C640-4E6F-A37C-7F5A9BF1EAFC}">
      <dgm:prSet/>
      <dgm:spPr/>
      <dgm:t>
        <a:bodyPr/>
        <a:lstStyle/>
        <a:p>
          <a:endParaRPr lang="fr-FR"/>
        </a:p>
      </dgm:t>
    </dgm:pt>
    <dgm:pt modelId="{A1415FA1-49A2-4F05-8C44-B79E4640AFC9}" type="sibTrans" cxnId="{7E127E2A-C640-4E6F-A37C-7F5A9BF1EAFC}">
      <dgm:prSet/>
      <dgm:spPr/>
      <dgm:t>
        <a:bodyPr/>
        <a:lstStyle/>
        <a:p>
          <a:endParaRPr lang="fr-FR"/>
        </a:p>
      </dgm:t>
    </dgm:pt>
    <dgm:pt modelId="{61291C1D-BFDE-49FE-8E94-296AE4C8D8DD}">
      <dgm:prSet phldrT="[Texte]"/>
      <dgm:spPr/>
      <dgm:t>
        <a:bodyPr/>
        <a:lstStyle/>
        <a:p>
          <a:pPr>
            <a:buNone/>
          </a:pPr>
          <a:r>
            <a:rPr lang="fr-FR" b="1" dirty="0"/>
            <a:t>Traçabilité</a:t>
          </a:r>
          <a:endParaRPr lang="fr-FR" dirty="0"/>
        </a:p>
      </dgm:t>
    </dgm:pt>
    <dgm:pt modelId="{829E428E-C383-4D2A-AA83-52871C1F9A51}" type="parTrans" cxnId="{91CBC4B0-C9B1-4DA0-8B28-90CDE5BB3DA5}">
      <dgm:prSet/>
      <dgm:spPr/>
      <dgm:t>
        <a:bodyPr/>
        <a:lstStyle/>
        <a:p>
          <a:endParaRPr lang="fr-FR"/>
        </a:p>
      </dgm:t>
    </dgm:pt>
    <dgm:pt modelId="{525BB34D-4950-45EA-A80D-2E9D24070B66}" type="sibTrans" cxnId="{91CBC4B0-C9B1-4DA0-8B28-90CDE5BB3DA5}">
      <dgm:prSet/>
      <dgm:spPr/>
      <dgm:t>
        <a:bodyPr/>
        <a:lstStyle/>
        <a:p>
          <a:endParaRPr lang="fr-FR"/>
        </a:p>
      </dgm:t>
    </dgm:pt>
    <dgm:pt modelId="{8D8B73C1-9E6E-4830-A009-E781B3EE1234}" type="pres">
      <dgm:prSet presAssocID="{404F787C-EB89-4698-BECF-8F2F06371369}" presName="Name0" presStyleCnt="0">
        <dgm:presLayoutVars>
          <dgm:dir/>
          <dgm:resizeHandles val="exact"/>
        </dgm:presLayoutVars>
      </dgm:prSet>
      <dgm:spPr/>
    </dgm:pt>
    <dgm:pt modelId="{5C5FC224-0227-488A-A524-4A2CFB113D16}" type="pres">
      <dgm:prSet presAssocID="{404F787C-EB89-4698-BECF-8F2F06371369}" presName="cycle" presStyleCnt="0"/>
      <dgm:spPr/>
    </dgm:pt>
    <dgm:pt modelId="{128F42B5-E8EC-45E4-9084-B5DDF13F7A22}" type="pres">
      <dgm:prSet presAssocID="{31A85FCE-AAB3-49B1-A10D-F5F81EBE35AF}" presName="nodeFirstNode" presStyleLbl="node1" presStyleIdx="0" presStyleCnt="5">
        <dgm:presLayoutVars>
          <dgm:bulletEnabled val="1"/>
        </dgm:presLayoutVars>
      </dgm:prSet>
      <dgm:spPr/>
    </dgm:pt>
    <dgm:pt modelId="{B0461E65-D5E1-4C2A-A10B-3F52354B414B}" type="pres">
      <dgm:prSet presAssocID="{81C83BD1-0146-4B42-A6F0-B91B05F3B0FA}" presName="sibTransFirstNode" presStyleLbl="bgShp" presStyleIdx="0" presStyleCnt="1"/>
      <dgm:spPr/>
    </dgm:pt>
    <dgm:pt modelId="{137EBA31-82E0-4205-BC1B-1FD2BAE0E078}" type="pres">
      <dgm:prSet presAssocID="{201B8104-C948-4041-8B33-4257167CEF91}" presName="nodeFollowingNodes" presStyleLbl="node1" presStyleIdx="1" presStyleCnt="5">
        <dgm:presLayoutVars>
          <dgm:bulletEnabled val="1"/>
        </dgm:presLayoutVars>
      </dgm:prSet>
      <dgm:spPr/>
    </dgm:pt>
    <dgm:pt modelId="{5A8E3E20-4219-4991-A256-26C473FCAE52}" type="pres">
      <dgm:prSet presAssocID="{B3B7B5E0-EF2C-4C4D-BB6C-8EBE55980ABA}" presName="nodeFollowingNodes" presStyleLbl="node1" presStyleIdx="2" presStyleCnt="5">
        <dgm:presLayoutVars>
          <dgm:bulletEnabled val="1"/>
        </dgm:presLayoutVars>
      </dgm:prSet>
      <dgm:spPr/>
    </dgm:pt>
    <dgm:pt modelId="{01BBA2BD-A3C2-4BCD-94B0-B97157ACC91C}" type="pres">
      <dgm:prSet presAssocID="{E5474B49-EA4D-428E-9F7B-CD53F74B0731}" presName="nodeFollowingNodes" presStyleLbl="node1" presStyleIdx="3" presStyleCnt="5">
        <dgm:presLayoutVars>
          <dgm:bulletEnabled val="1"/>
        </dgm:presLayoutVars>
      </dgm:prSet>
      <dgm:spPr/>
    </dgm:pt>
    <dgm:pt modelId="{9859E611-61AF-4AE3-9D7A-5A4BCF327E5D}" type="pres">
      <dgm:prSet presAssocID="{61291C1D-BFDE-49FE-8E94-296AE4C8D8DD}" presName="nodeFollowingNodes" presStyleLbl="node1" presStyleIdx="4" presStyleCnt="5">
        <dgm:presLayoutVars>
          <dgm:bulletEnabled val="1"/>
        </dgm:presLayoutVars>
      </dgm:prSet>
      <dgm:spPr/>
    </dgm:pt>
  </dgm:ptLst>
  <dgm:cxnLst>
    <dgm:cxn modelId="{E660C909-AA27-477A-896F-F2074AB39BC4}" type="presOf" srcId="{B3B7B5E0-EF2C-4C4D-BB6C-8EBE55980ABA}" destId="{5A8E3E20-4219-4991-A256-26C473FCAE52}" srcOrd="0" destOrd="0" presId="urn:microsoft.com/office/officeart/2005/8/layout/cycle3"/>
    <dgm:cxn modelId="{7E127E2A-C640-4E6F-A37C-7F5A9BF1EAFC}" srcId="{404F787C-EB89-4698-BECF-8F2F06371369}" destId="{E5474B49-EA4D-428E-9F7B-CD53F74B0731}" srcOrd="3" destOrd="0" parTransId="{A360A681-21D0-4801-B3C5-84E48E76EC91}" sibTransId="{A1415FA1-49A2-4F05-8C44-B79E4640AFC9}"/>
    <dgm:cxn modelId="{3F8B5031-C9A5-40D8-8354-2329DAFF6046}" type="presOf" srcId="{81C83BD1-0146-4B42-A6F0-B91B05F3B0FA}" destId="{B0461E65-D5E1-4C2A-A10B-3F52354B414B}" srcOrd="0" destOrd="0" presId="urn:microsoft.com/office/officeart/2005/8/layout/cycle3"/>
    <dgm:cxn modelId="{2A09FE60-838C-47A8-9A6C-106FFD8772AE}" srcId="{404F787C-EB89-4698-BECF-8F2F06371369}" destId="{201B8104-C948-4041-8B33-4257167CEF91}" srcOrd="1" destOrd="0" parTransId="{7551FF00-4B8B-4B42-B4EF-AC732437E5F3}" sibTransId="{2E9604C6-4EA5-4CFD-BAA1-E139ECF5664B}"/>
    <dgm:cxn modelId="{1CD3574B-1DAB-4C7D-B147-EFC014F5C07C}" type="presOf" srcId="{404F787C-EB89-4698-BECF-8F2F06371369}" destId="{8D8B73C1-9E6E-4830-A009-E781B3EE1234}" srcOrd="0" destOrd="0" presId="urn:microsoft.com/office/officeart/2005/8/layout/cycle3"/>
    <dgm:cxn modelId="{C0EE3078-06B2-4732-96C3-11C6829AEACE}" type="presOf" srcId="{E5474B49-EA4D-428E-9F7B-CD53F74B0731}" destId="{01BBA2BD-A3C2-4BCD-94B0-B97157ACC91C}" srcOrd="0" destOrd="0" presId="urn:microsoft.com/office/officeart/2005/8/layout/cycle3"/>
    <dgm:cxn modelId="{189CEFA3-74D7-4753-BC5C-05733B4B199E}" srcId="{404F787C-EB89-4698-BECF-8F2F06371369}" destId="{31A85FCE-AAB3-49B1-A10D-F5F81EBE35AF}" srcOrd="0" destOrd="0" parTransId="{81353281-8528-46D6-BB6B-56C7939EC8FA}" sibTransId="{81C83BD1-0146-4B42-A6F0-B91B05F3B0FA}"/>
    <dgm:cxn modelId="{91CBC4B0-C9B1-4DA0-8B28-90CDE5BB3DA5}" srcId="{404F787C-EB89-4698-BECF-8F2F06371369}" destId="{61291C1D-BFDE-49FE-8E94-296AE4C8D8DD}" srcOrd="4" destOrd="0" parTransId="{829E428E-C383-4D2A-AA83-52871C1F9A51}" sibTransId="{525BB34D-4950-45EA-A80D-2E9D24070B66}"/>
    <dgm:cxn modelId="{6A999DC9-E6F5-4BDF-9EAB-9B03AF1AD27D}" type="presOf" srcId="{201B8104-C948-4041-8B33-4257167CEF91}" destId="{137EBA31-82E0-4205-BC1B-1FD2BAE0E078}" srcOrd="0" destOrd="0" presId="urn:microsoft.com/office/officeart/2005/8/layout/cycle3"/>
    <dgm:cxn modelId="{4891ECD7-DB07-4CC7-B697-6D5E2C68912D}" srcId="{404F787C-EB89-4698-BECF-8F2F06371369}" destId="{B3B7B5E0-EF2C-4C4D-BB6C-8EBE55980ABA}" srcOrd="2" destOrd="0" parTransId="{9F06BFF0-89AD-48E4-85FA-7F317D6EB54F}" sibTransId="{931B04E7-3075-4FD6-B70F-C0AB24577104}"/>
    <dgm:cxn modelId="{723299DF-DCED-4787-8432-784AE8257919}" type="presOf" srcId="{61291C1D-BFDE-49FE-8E94-296AE4C8D8DD}" destId="{9859E611-61AF-4AE3-9D7A-5A4BCF327E5D}" srcOrd="0" destOrd="0" presId="urn:microsoft.com/office/officeart/2005/8/layout/cycle3"/>
    <dgm:cxn modelId="{293630EA-DEE8-4184-B32B-E9FA5E5F4D13}" type="presOf" srcId="{31A85FCE-AAB3-49B1-A10D-F5F81EBE35AF}" destId="{128F42B5-E8EC-45E4-9084-B5DDF13F7A22}" srcOrd="0" destOrd="0" presId="urn:microsoft.com/office/officeart/2005/8/layout/cycle3"/>
    <dgm:cxn modelId="{F9F9B823-2C4E-4055-958D-B8A80F71A853}" type="presParOf" srcId="{8D8B73C1-9E6E-4830-A009-E781B3EE1234}" destId="{5C5FC224-0227-488A-A524-4A2CFB113D16}" srcOrd="0" destOrd="0" presId="urn:microsoft.com/office/officeart/2005/8/layout/cycle3"/>
    <dgm:cxn modelId="{4EAC77A7-85AE-498B-BA65-F08A0B108DBE}" type="presParOf" srcId="{5C5FC224-0227-488A-A524-4A2CFB113D16}" destId="{128F42B5-E8EC-45E4-9084-B5DDF13F7A22}" srcOrd="0" destOrd="0" presId="urn:microsoft.com/office/officeart/2005/8/layout/cycle3"/>
    <dgm:cxn modelId="{2E406DEE-C172-4F76-9863-10C10E0CCF48}" type="presParOf" srcId="{5C5FC224-0227-488A-A524-4A2CFB113D16}" destId="{B0461E65-D5E1-4C2A-A10B-3F52354B414B}" srcOrd="1" destOrd="0" presId="urn:microsoft.com/office/officeart/2005/8/layout/cycle3"/>
    <dgm:cxn modelId="{56A47CA0-797C-495C-9EDD-9A3B0C558D10}" type="presParOf" srcId="{5C5FC224-0227-488A-A524-4A2CFB113D16}" destId="{137EBA31-82E0-4205-BC1B-1FD2BAE0E078}" srcOrd="2" destOrd="0" presId="urn:microsoft.com/office/officeart/2005/8/layout/cycle3"/>
    <dgm:cxn modelId="{33D92F13-6895-4020-B29D-C9E97B7BC4C5}" type="presParOf" srcId="{5C5FC224-0227-488A-A524-4A2CFB113D16}" destId="{5A8E3E20-4219-4991-A256-26C473FCAE52}" srcOrd="3" destOrd="0" presId="urn:microsoft.com/office/officeart/2005/8/layout/cycle3"/>
    <dgm:cxn modelId="{E080ED8A-3E27-4D06-84A2-E2F64270C4F7}" type="presParOf" srcId="{5C5FC224-0227-488A-A524-4A2CFB113D16}" destId="{01BBA2BD-A3C2-4BCD-94B0-B97157ACC91C}" srcOrd="4" destOrd="0" presId="urn:microsoft.com/office/officeart/2005/8/layout/cycle3"/>
    <dgm:cxn modelId="{12347192-CA7D-4BB7-9CDB-F2C015D79934}" type="presParOf" srcId="{5C5FC224-0227-488A-A524-4A2CFB113D16}" destId="{9859E611-61AF-4AE3-9D7A-5A4BCF327E5D}" srcOrd="5"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0757CE0-CC89-4045-A15C-34A956F2D57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fr-FR"/>
        </a:p>
      </dgm:t>
    </dgm:pt>
    <dgm:pt modelId="{685F7345-4373-4071-9286-4BCC2F3C8367}">
      <dgm:prSet phldrT="[Texte]"/>
      <dgm:spPr/>
      <dgm:t>
        <a:bodyPr/>
        <a:lstStyle/>
        <a:p>
          <a:pPr>
            <a:buNone/>
          </a:pPr>
          <a:r>
            <a:rPr lang="fr-FR" b="1" dirty="0"/>
            <a:t>Calendaire</a:t>
          </a:r>
          <a:endParaRPr lang="fr-FR" dirty="0"/>
        </a:p>
      </dgm:t>
    </dgm:pt>
    <dgm:pt modelId="{16C652C8-A47A-4735-BD6E-B04D9551BC24}" type="parTrans" cxnId="{1A109373-8F00-4732-85BD-AFE0146C0D10}">
      <dgm:prSet/>
      <dgm:spPr/>
      <dgm:t>
        <a:bodyPr/>
        <a:lstStyle/>
        <a:p>
          <a:endParaRPr lang="fr-FR"/>
        </a:p>
      </dgm:t>
    </dgm:pt>
    <dgm:pt modelId="{71E6C8F1-FEA3-4AC9-AB6A-3564DA692DCD}" type="sibTrans" cxnId="{1A109373-8F00-4732-85BD-AFE0146C0D10}">
      <dgm:prSet/>
      <dgm:spPr/>
      <dgm:t>
        <a:bodyPr/>
        <a:lstStyle/>
        <a:p>
          <a:endParaRPr lang="fr-FR"/>
        </a:p>
      </dgm:t>
    </dgm:pt>
    <dgm:pt modelId="{1A72F18C-5A23-4E23-A064-44F88AF0D210}">
      <dgm:prSet phldrT="[Texte]"/>
      <dgm:spPr/>
      <dgm:t>
        <a:bodyPr/>
        <a:lstStyle/>
        <a:p>
          <a:pPr>
            <a:buNone/>
          </a:pPr>
          <a:r>
            <a:rPr lang="fr-FR" b="1" dirty="0"/>
            <a:t>Volume de nouvelles données</a:t>
          </a:r>
          <a:endParaRPr lang="fr-FR" dirty="0"/>
        </a:p>
      </dgm:t>
    </dgm:pt>
    <dgm:pt modelId="{1FF8ECC5-1B84-4492-8BF7-5A30AE01D829}" type="parTrans" cxnId="{77014C82-6A1E-4A84-902D-3C4BCBE22639}">
      <dgm:prSet/>
      <dgm:spPr/>
      <dgm:t>
        <a:bodyPr/>
        <a:lstStyle/>
        <a:p>
          <a:endParaRPr lang="fr-FR"/>
        </a:p>
      </dgm:t>
    </dgm:pt>
    <dgm:pt modelId="{C7F7B9B6-F185-4132-A000-32B2B60CBB13}" type="sibTrans" cxnId="{77014C82-6A1E-4A84-902D-3C4BCBE22639}">
      <dgm:prSet/>
      <dgm:spPr/>
      <dgm:t>
        <a:bodyPr/>
        <a:lstStyle/>
        <a:p>
          <a:endParaRPr lang="fr-FR"/>
        </a:p>
      </dgm:t>
    </dgm:pt>
    <dgm:pt modelId="{9DECC8E2-5B76-4C68-801A-8343BB58DED2}">
      <dgm:prSet phldrT="[Texte]"/>
      <dgm:spPr/>
      <dgm:t>
        <a:bodyPr/>
        <a:lstStyle/>
        <a:p>
          <a:pPr>
            <a:buNone/>
          </a:pPr>
          <a:r>
            <a:rPr lang="fr-FR" b="1" dirty="0"/>
            <a:t>Performance</a:t>
          </a:r>
          <a:endParaRPr lang="fr-FR" dirty="0"/>
        </a:p>
      </dgm:t>
    </dgm:pt>
    <dgm:pt modelId="{7E6A038B-BCE2-4826-8AEE-4A26AC1391DE}" type="parTrans" cxnId="{9EB018F7-420E-41F5-8B39-DB44C9B10D10}">
      <dgm:prSet/>
      <dgm:spPr/>
      <dgm:t>
        <a:bodyPr/>
        <a:lstStyle/>
        <a:p>
          <a:endParaRPr lang="fr-FR"/>
        </a:p>
      </dgm:t>
    </dgm:pt>
    <dgm:pt modelId="{34D4AF86-6F57-4B10-AE37-63CAEF9EE1BE}" type="sibTrans" cxnId="{9EB018F7-420E-41F5-8B39-DB44C9B10D10}">
      <dgm:prSet/>
      <dgm:spPr/>
      <dgm:t>
        <a:bodyPr/>
        <a:lstStyle/>
        <a:p>
          <a:endParaRPr lang="fr-FR"/>
        </a:p>
      </dgm:t>
    </dgm:pt>
    <dgm:pt modelId="{D18CCFAE-7E31-4F34-8DA1-849D01D8C2B4}" type="pres">
      <dgm:prSet presAssocID="{10757CE0-CC89-4045-A15C-34A956F2D57F}" presName="linear" presStyleCnt="0">
        <dgm:presLayoutVars>
          <dgm:dir/>
          <dgm:animLvl val="lvl"/>
          <dgm:resizeHandles val="exact"/>
        </dgm:presLayoutVars>
      </dgm:prSet>
      <dgm:spPr/>
    </dgm:pt>
    <dgm:pt modelId="{5F35D905-961C-472E-A073-AF73016BAA20}" type="pres">
      <dgm:prSet presAssocID="{685F7345-4373-4071-9286-4BCC2F3C8367}" presName="parentLin" presStyleCnt="0"/>
      <dgm:spPr/>
    </dgm:pt>
    <dgm:pt modelId="{3E1DA14B-36B4-4C7D-BE53-56BCCAD8970F}" type="pres">
      <dgm:prSet presAssocID="{685F7345-4373-4071-9286-4BCC2F3C8367}" presName="parentLeftMargin" presStyleLbl="node1" presStyleIdx="0" presStyleCnt="3"/>
      <dgm:spPr/>
    </dgm:pt>
    <dgm:pt modelId="{D30D06CD-E25D-44A6-BCD7-E011B5E0DC68}" type="pres">
      <dgm:prSet presAssocID="{685F7345-4373-4071-9286-4BCC2F3C8367}" presName="parentText" presStyleLbl="node1" presStyleIdx="0" presStyleCnt="3">
        <dgm:presLayoutVars>
          <dgm:chMax val="0"/>
          <dgm:bulletEnabled val="1"/>
        </dgm:presLayoutVars>
      </dgm:prSet>
      <dgm:spPr/>
    </dgm:pt>
    <dgm:pt modelId="{36B453A3-F27A-4097-AEE6-39D6E82AFBCB}" type="pres">
      <dgm:prSet presAssocID="{685F7345-4373-4071-9286-4BCC2F3C8367}" presName="negativeSpace" presStyleCnt="0"/>
      <dgm:spPr/>
    </dgm:pt>
    <dgm:pt modelId="{F41EF8D8-9C6E-441A-80D0-EBE226A694D9}" type="pres">
      <dgm:prSet presAssocID="{685F7345-4373-4071-9286-4BCC2F3C8367}" presName="childText" presStyleLbl="conFgAcc1" presStyleIdx="0" presStyleCnt="3">
        <dgm:presLayoutVars>
          <dgm:bulletEnabled val="1"/>
        </dgm:presLayoutVars>
      </dgm:prSet>
      <dgm:spPr/>
    </dgm:pt>
    <dgm:pt modelId="{8A64A230-02DA-47F4-8635-0A332ADAB4EC}" type="pres">
      <dgm:prSet presAssocID="{71E6C8F1-FEA3-4AC9-AB6A-3564DA692DCD}" presName="spaceBetweenRectangles" presStyleCnt="0"/>
      <dgm:spPr/>
    </dgm:pt>
    <dgm:pt modelId="{1C80A034-29AF-4481-A8C3-5A31F5800118}" type="pres">
      <dgm:prSet presAssocID="{1A72F18C-5A23-4E23-A064-44F88AF0D210}" presName="parentLin" presStyleCnt="0"/>
      <dgm:spPr/>
    </dgm:pt>
    <dgm:pt modelId="{B74F8DB5-DEB2-48A4-A255-D7E26E58C1ED}" type="pres">
      <dgm:prSet presAssocID="{1A72F18C-5A23-4E23-A064-44F88AF0D210}" presName="parentLeftMargin" presStyleLbl="node1" presStyleIdx="0" presStyleCnt="3"/>
      <dgm:spPr/>
    </dgm:pt>
    <dgm:pt modelId="{41452833-3D0F-47EB-8D5D-A17CC584BCAF}" type="pres">
      <dgm:prSet presAssocID="{1A72F18C-5A23-4E23-A064-44F88AF0D210}" presName="parentText" presStyleLbl="node1" presStyleIdx="1" presStyleCnt="3">
        <dgm:presLayoutVars>
          <dgm:chMax val="0"/>
          <dgm:bulletEnabled val="1"/>
        </dgm:presLayoutVars>
      </dgm:prSet>
      <dgm:spPr/>
    </dgm:pt>
    <dgm:pt modelId="{7472C0AE-AA8F-4BEB-8713-6A1F2D1F6A56}" type="pres">
      <dgm:prSet presAssocID="{1A72F18C-5A23-4E23-A064-44F88AF0D210}" presName="negativeSpace" presStyleCnt="0"/>
      <dgm:spPr/>
    </dgm:pt>
    <dgm:pt modelId="{975FE91E-C3B4-486C-B292-013654729D20}" type="pres">
      <dgm:prSet presAssocID="{1A72F18C-5A23-4E23-A064-44F88AF0D210}" presName="childText" presStyleLbl="conFgAcc1" presStyleIdx="1" presStyleCnt="3">
        <dgm:presLayoutVars>
          <dgm:bulletEnabled val="1"/>
        </dgm:presLayoutVars>
      </dgm:prSet>
      <dgm:spPr/>
    </dgm:pt>
    <dgm:pt modelId="{3BD32B3C-F6C7-4AF9-8A44-62F8F6D64CD0}" type="pres">
      <dgm:prSet presAssocID="{C7F7B9B6-F185-4132-A000-32B2B60CBB13}" presName="spaceBetweenRectangles" presStyleCnt="0"/>
      <dgm:spPr/>
    </dgm:pt>
    <dgm:pt modelId="{F44D8291-63FD-4357-A99E-309E53BDD52D}" type="pres">
      <dgm:prSet presAssocID="{9DECC8E2-5B76-4C68-801A-8343BB58DED2}" presName="parentLin" presStyleCnt="0"/>
      <dgm:spPr/>
    </dgm:pt>
    <dgm:pt modelId="{4698C163-A272-415D-8775-374F27749260}" type="pres">
      <dgm:prSet presAssocID="{9DECC8E2-5B76-4C68-801A-8343BB58DED2}" presName="parentLeftMargin" presStyleLbl="node1" presStyleIdx="1" presStyleCnt="3"/>
      <dgm:spPr/>
    </dgm:pt>
    <dgm:pt modelId="{E279B4AA-D625-447F-8B15-CF70B9A4F212}" type="pres">
      <dgm:prSet presAssocID="{9DECC8E2-5B76-4C68-801A-8343BB58DED2}" presName="parentText" presStyleLbl="node1" presStyleIdx="2" presStyleCnt="3">
        <dgm:presLayoutVars>
          <dgm:chMax val="0"/>
          <dgm:bulletEnabled val="1"/>
        </dgm:presLayoutVars>
      </dgm:prSet>
      <dgm:spPr/>
    </dgm:pt>
    <dgm:pt modelId="{250058C1-0D18-4557-AFAA-A1C453DDAE06}" type="pres">
      <dgm:prSet presAssocID="{9DECC8E2-5B76-4C68-801A-8343BB58DED2}" presName="negativeSpace" presStyleCnt="0"/>
      <dgm:spPr/>
    </dgm:pt>
    <dgm:pt modelId="{EF263078-95B7-44DB-8E03-56B0E657C707}" type="pres">
      <dgm:prSet presAssocID="{9DECC8E2-5B76-4C68-801A-8343BB58DED2}" presName="childText" presStyleLbl="conFgAcc1" presStyleIdx="2" presStyleCnt="3">
        <dgm:presLayoutVars>
          <dgm:bulletEnabled val="1"/>
        </dgm:presLayoutVars>
      </dgm:prSet>
      <dgm:spPr/>
    </dgm:pt>
  </dgm:ptLst>
  <dgm:cxnLst>
    <dgm:cxn modelId="{EEA4AC03-FB4E-499E-9A4E-94200CCBEAFA}" type="presOf" srcId="{685F7345-4373-4071-9286-4BCC2F3C8367}" destId="{3E1DA14B-36B4-4C7D-BE53-56BCCAD8970F}" srcOrd="0" destOrd="0" presId="urn:microsoft.com/office/officeart/2005/8/layout/list1"/>
    <dgm:cxn modelId="{F424D228-8FE5-41D7-AE8A-86F0223A84E7}" type="presOf" srcId="{9DECC8E2-5B76-4C68-801A-8343BB58DED2}" destId="{E279B4AA-D625-447F-8B15-CF70B9A4F212}" srcOrd="1" destOrd="0" presId="urn:microsoft.com/office/officeart/2005/8/layout/list1"/>
    <dgm:cxn modelId="{D30D5F30-5916-4BF0-937D-5780073CB044}" type="presOf" srcId="{1A72F18C-5A23-4E23-A064-44F88AF0D210}" destId="{B74F8DB5-DEB2-48A4-A255-D7E26E58C1ED}" srcOrd="0" destOrd="0" presId="urn:microsoft.com/office/officeart/2005/8/layout/list1"/>
    <dgm:cxn modelId="{8F71BD5C-BBB1-4B7A-90C3-5CE2DB6DB177}" type="presOf" srcId="{10757CE0-CC89-4045-A15C-34A956F2D57F}" destId="{D18CCFAE-7E31-4F34-8DA1-849D01D8C2B4}" srcOrd="0" destOrd="0" presId="urn:microsoft.com/office/officeart/2005/8/layout/list1"/>
    <dgm:cxn modelId="{1A109373-8F00-4732-85BD-AFE0146C0D10}" srcId="{10757CE0-CC89-4045-A15C-34A956F2D57F}" destId="{685F7345-4373-4071-9286-4BCC2F3C8367}" srcOrd="0" destOrd="0" parTransId="{16C652C8-A47A-4735-BD6E-B04D9551BC24}" sibTransId="{71E6C8F1-FEA3-4AC9-AB6A-3564DA692DCD}"/>
    <dgm:cxn modelId="{77014C82-6A1E-4A84-902D-3C4BCBE22639}" srcId="{10757CE0-CC89-4045-A15C-34A956F2D57F}" destId="{1A72F18C-5A23-4E23-A064-44F88AF0D210}" srcOrd="1" destOrd="0" parTransId="{1FF8ECC5-1B84-4492-8BF7-5A30AE01D829}" sibTransId="{C7F7B9B6-F185-4132-A000-32B2B60CBB13}"/>
    <dgm:cxn modelId="{A63E6885-D3F4-4D29-BA74-2640F653810A}" type="presOf" srcId="{685F7345-4373-4071-9286-4BCC2F3C8367}" destId="{D30D06CD-E25D-44A6-BCD7-E011B5E0DC68}" srcOrd="1" destOrd="0" presId="urn:microsoft.com/office/officeart/2005/8/layout/list1"/>
    <dgm:cxn modelId="{FAD0D28F-D605-4EEC-AF6A-6DCCFE68B7DF}" type="presOf" srcId="{1A72F18C-5A23-4E23-A064-44F88AF0D210}" destId="{41452833-3D0F-47EB-8D5D-A17CC584BCAF}" srcOrd="1" destOrd="0" presId="urn:microsoft.com/office/officeart/2005/8/layout/list1"/>
    <dgm:cxn modelId="{D1336B9F-FDF7-4EE1-95D6-F2EB5FA2CE87}" type="presOf" srcId="{9DECC8E2-5B76-4C68-801A-8343BB58DED2}" destId="{4698C163-A272-415D-8775-374F27749260}" srcOrd="0" destOrd="0" presId="urn:microsoft.com/office/officeart/2005/8/layout/list1"/>
    <dgm:cxn modelId="{9EB018F7-420E-41F5-8B39-DB44C9B10D10}" srcId="{10757CE0-CC89-4045-A15C-34A956F2D57F}" destId="{9DECC8E2-5B76-4C68-801A-8343BB58DED2}" srcOrd="2" destOrd="0" parTransId="{7E6A038B-BCE2-4826-8AEE-4A26AC1391DE}" sibTransId="{34D4AF86-6F57-4B10-AE37-63CAEF9EE1BE}"/>
    <dgm:cxn modelId="{0B059FF7-5F70-42E8-904D-6E145AD12966}" type="presParOf" srcId="{D18CCFAE-7E31-4F34-8DA1-849D01D8C2B4}" destId="{5F35D905-961C-472E-A073-AF73016BAA20}" srcOrd="0" destOrd="0" presId="urn:microsoft.com/office/officeart/2005/8/layout/list1"/>
    <dgm:cxn modelId="{4F133633-E095-4E29-A469-5DF248CCF6DB}" type="presParOf" srcId="{5F35D905-961C-472E-A073-AF73016BAA20}" destId="{3E1DA14B-36B4-4C7D-BE53-56BCCAD8970F}" srcOrd="0" destOrd="0" presId="urn:microsoft.com/office/officeart/2005/8/layout/list1"/>
    <dgm:cxn modelId="{32176500-5B2E-4567-B0C7-B7E698A756BF}" type="presParOf" srcId="{5F35D905-961C-472E-A073-AF73016BAA20}" destId="{D30D06CD-E25D-44A6-BCD7-E011B5E0DC68}" srcOrd="1" destOrd="0" presId="urn:microsoft.com/office/officeart/2005/8/layout/list1"/>
    <dgm:cxn modelId="{80A3EAFC-DA4A-4683-AD9B-D53A4C7DC88C}" type="presParOf" srcId="{D18CCFAE-7E31-4F34-8DA1-849D01D8C2B4}" destId="{36B453A3-F27A-4097-AEE6-39D6E82AFBCB}" srcOrd="1" destOrd="0" presId="urn:microsoft.com/office/officeart/2005/8/layout/list1"/>
    <dgm:cxn modelId="{9DBC8641-1202-491C-8EF1-9FC754105BAF}" type="presParOf" srcId="{D18CCFAE-7E31-4F34-8DA1-849D01D8C2B4}" destId="{F41EF8D8-9C6E-441A-80D0-EBE226A694D9}" srcOrd="2" destOrd="0" presId="urn:microsoft.com/office/officeart/2005/8/layout/list1"/>
    <dgm:cxn modelId="{95BB6577-0C54-49B6-BDF2-0FDF10DE4E4A}" type="presParOf" srcId="{D18CCFAE-7E31-4F34-8DA1-849D01D8C2B4}" destId="{8A64A230-02DA-47F4-8635-0A332ADAB4EC}" srcOrd="3" destOrd="0" presId="urn:microsoft.com/office/officeart/2005/8/layout/list1"/>
    <dgm:cxn modelId="{4FC656E8-3E55-44D7-9329-A2DE62374CC6}" type="presParOf" srcId="{D18CCFAE-7E31-4F34-8DA1-849D01D8C2B4}" destId="{1C80A034-29AF-4481-A8C3-5A31F5800118}" srcOrd="4" destOrd="0" presId="urn:microsoft.com/office/officeart/2005/8/layout/list1"/>
    <dgm:cxn modelId="{FA7BE24A-B657-4C22-A7AF-A10519734EA4}" type="presParOf" srcId="{1C80A034-29AF-4481-A8C3-5A31F5800118}" destId="{B74F8DB5-DEB2-48A4-A255-D7E26E58C1ED}" srcOrd="0" destOrd="0" presId="urn:microsoft.com/office/officeart/2005/8/layout/list1"/>
    <dgm:cxn modelId="{78485E16-CFA9-4232-9116-557FD9313642}" type="presParOf" srcId="{1C80A034-29AF-4481-A8C3-5A31F5800118}" destId="{41452833-3D0F-47EB-8D5D-A17CC584BCAF}" srcOrd="1" destOrd="0" presId="urn:microsoft.com/office/officeart/2005/8/layout/list1"/>
    <dgm:cxn modelId="{82600B46-BEB7-4E18-BC75-6383B0A00564}" type="presParOf" srcId="{D18CCFAE-7E31-4F34-8DA1-849D01D8C2B4}" destId="{7472C0AE-AA8F-4BEB-8713-6A1F2D1F6A56}" srcOrd="5" destOrd="0" presId="urn:microsoft.com/office/officeart/2005/8/layout/list1"/>
    <dgm:cxn modelId="{2D38CF03-04A7-471F-8601-343499C0423C}" type="presParOf" srcId="{D18CCFAE-7E31-4F34-8DA1-849D01D8C2B4}" destId="{975FE91E-C3B4-486C-B292-013654729D20}" srcOrd="6" destOrd="0" presId="urn:microsoft.com/office/officeart/2005/8/layout/list1"/>
    <dgm:cxn modelId="{C3A93232-3D31-48B3-AEAF-688F07FCEFBB}" type="presParOf" srcId="{D18CCFAE-7E31-4F34-8DA1-849D01D8C2B4}" destId="{3BD32B3C-F6C7-4AF9-8A44-62F8F6D64CD0}" srcOrd="7" destOrd="0" presId="urn:microsoft.com/office/officeart/2005/8/layout/list1"/>
    <dgm:cxn modelId="{1D87FF25-FB1C-49E1-889A-5056B2CAB526}" type="presParOf" srcId="{D18CCFAE-7E31-4F34-8DA1-849D01D8C2B4}" destId="{F44D8291-63FD-4357-A99E-309E53BDD52D}" srcOrd="8" destOrd="0" presId="urn:microsoft.com/office/officeart/2005/8/layout/list1"/>
    <dgm:cxn modelId="{68C454D3-BE5D-4CDB-A091-8FD8D999D07E}" type="presParOf" srcId="{F44D8291-63FD-4357-A99E-309E53BDD52D}" destId="{4698C163-A272-415D-8775-374F27749260}" srcOrd="0" destOrd="0" presId="urn:microsoft.com/office/officeart/2005/8/layout/list1"/>
    <dgm:cxn modelId="{364006D3-0325-4366-8DE6-DD7B7EADA9CC}" type="presParOf" srcId="{F44D8291-63FD-4357-A99E-309E53BDD52D}" destId="{E279B4AA-D625-447F-8B15-CF70B9A4F212}" srcOrd="1" destOrd="0" presId="urn:microsoft.com/office/officeart/2005/8/layout/list1"/>
    <dgm:cxn modelId="{96F10211-9E8C-40AC-80D0-612A70550A04}" type="presParOf" srcId="{D18CCFAE-7E31-4F34-8DA1-849D01D8C2B4}" destId="{250058C1-0D18-4557-AFAA-A1C453DDAE06}" srcOrd="9" destOrd="0" presId="urn:microsoft.com/office/officeart/2005/8/layout/list1"/>
    <dgm:cxn modelId="{EE96DC18-0010-410C-A71D-8B5F31AC70BF}" type="presParOf" srcId="{D18CCFAE-7E31-4F34-8DA1-849D01D8C2B4}" destId="{EF263078-95B7-44DB-8E03-56B0E657C707}"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6766D-9973-47F2-A2C1-3A5DA9C829F3}">
      <dsp:nvSpPr>
        <dsp:cNvPr id="0" name=""/>
        <dsp:cNvSpPr/>
      </dsp:nvSpPr>
      <dsp:spPr>
        <a:xfrm rot="16200000">
          <a:off x="296265" y="-296265"/>
          <a:ext cx="1818012" cy="2410542"/>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fr-FR" sz="1700" kern="1200" dirty="0"/>
            <a:t>Artefact </a:t>
          </a:r>
          <a:r>
            <a:rPr lang="fr-FR" sz="1700" kern="1200" dirty="0" err="1"/>
            <a:t>joblib</a:t>
          </a:r>
          <a:r>
            <a:rPr lang="fr-FR" sz="1700" kern="1200" dirty="0"/>
            <a:t> versionné</a:t>
          </a:r>
        </a:p>
      </dsp:txBody>
      <dsp:txXfrm rot="5400000">
        <a:off x="0" y="0"/>
        <a:ext cx="2410542" cy="1363509"/>
      </dsp:txXfrm>
    </dsp:sp>
    <dsp:sp modelId="{BE6D73EC-38A9-4D4A-B678-D4397F7141A4}">
      <dsp:nvSpPr>
        <dsp:cNvPr id="0" name=""/>
        <dsp:cNvSpPr/>
      </dsp:nvSpPr>
      <dsp:spPr>
        <a:xfrm>
          <a:off x="2410542" y="0"/>
          <a:ext cx="2410542" cy="1818012"/>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fr-FR" sz="1700" kern="1200" dirty="0"/>
            <a:t>Métadonnées : </a:t>
          </a:r>
          <a:r>
            <a:rPr lang="fr-FR" sz="1700" kern="1200" dirty="0" err="1"/>
            <a:t>dataset</a:t>
          </a:r>
          <a:r>
            <a:rPr lang="fr-FR" sz="1700" kern="1200" dirty="0"/>
            <a:t>, versions, hyperparamètres, métrique</a:t>
          </a:r>
        </a:p>
      </dsp:txBody>
      <dsp:txXfrm>
        <a:off x="2410542" y="0"/>
        <a:ext cx="2410542" cy="1363509"/>
      </dsp:txXfrm>
    </dsp:sp>
    <dsp:sp modelId="{88B2C80C-AE0A-4ED4-90B3-568C2C7B375B}">
      <dsp:nvSpPr>
        <dsp:cNvPr id="0" name=""/>
        <dsp:cNvSpPr/>
      </dsp:nvSpPr>
      <dsp:spPr>
        <a:xfrm rot="10800000">
          <a:off x="0" y="1818012"/>
          <a:ext cx="2410542" cy="1818012"/>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fr-FR" sz="1700" kern="1200" dirty="0" err="1"/>
            <a:t>Model_manifest.json</a:t>
          </a:r>
          <a:r>
            <a:rPr lang="fr-FR" sz="1700" kern="1200" dirty="0"/>
            <a:t> : modèle actif + SHA-256</a:t>
          </a:r>
        </a:p>
      </dsp:txBody>
      <dsp:txXfrm rot="10800000">
        <a:off x="0" y="2272514"/>
        <a:ext cx="2410542" cy="1363509"/>
      </dsp:txXfrm>
    </dsp:sp>
    <dsp:sp modelId="{500E2E5D-E2B2-458C-9E02-5391EE2801B9}">
      <dsp:nvSpPr>
        <dsp:cNvPr id="0" name=""/>
        <dsp:cNvSpPr/>
      </dsp:nvSpPr>
      <dsp:spPr>
        <a:xfrm rot="5400000">
          <a:off x="2706807" y="1521746"/>
          <a:ext cx="1818012" cy="2410542"/>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fr-FR" sz="1700" kern="1200" dirty="0"/>
            <a:t>Baseline f1_macro pour la promotion</a:t>
          </a:r>
        </a:p>
      </dsp:txBody>
      <dsp:txXfrm rot="-5400000">
        <a:off x="2410542" y="2272514"/>
        <a:ext cx="2410542" cy="1363509"/>
      </dsp:txXfrm>
    </dsp:sp>
    <dsp:sp modelId="{A45B9BEE-F8F0-40B5-8A9E-45076427E5EC}">
      <dsp:nvSpPr>
        <dsp:cNvPr id="0" name=""/>
        <dsp:cNvSpPr/>
      </dsp:nvSpPr>
      <dsp:spPr>
        <a:xfrm>
          <a:off x="1687379" y="1363508"/>
          <a:ext cx="1446325" cy="909006"/>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dirty="0"/>
            <a:t>Traçabilité locale</a:t>
          </a:r>
        </a:p>
      </dsp:txBody>
      <dsp:txXfrm>
        <a:off x="1731753" y="1407882"/>
        <a:ext cx="1357577" cy="8202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A2C6F6-B4EC-430E-B0A6-27A9C435661E}">
      <dsp:nvSpPr>
        <dsp:cNvPr id="0" name=""/>
        <dsp:cNvSpPr/>
      </dsp:nvSpPr>
      <dsp:spPr>
        <a:xfrm rot="16200000">
          <a:off x="433197" y="-433197"/>
          <a:ext cx="1913227" cy="2779622"/>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fr-FR" sz="2100" kern="1200" dirty="0"/>
            <a:t>Chaque entrainement est un run</a:t>
          </a:r>
        </a:p>
      </dsp:txBody>
      <dsp:txXfrm rot="5400000">
        <a:off x="-1" y="1"/>
        <a:ext cx="2779622" cy="1434920"/>
      </dsp:txXfrm>
    </dsp:sp>
    <dsp:sp modelId="{46E630F8-205E-4CAA-AA6E-F88E7325360E}">
      <dsp:nvSpPr>
        <dsp:cNvPr id="0" name=""/>
        <dsp:cNvSpPr/>
      </dsp:nvSpPr>
      <dsp:spPr>
        <a:xfrm>
          <a:off x="2779622" y="0"/>
          <a:ext cx="2779622" cy="191322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fr-FR" sz="2100" kern="1200" dirty="0"/>
            <a:t>Modèle accepté : nouvelle version + alias champion</a:t>
          </a:r>
        </a:p>
      </dsp:txBody>
      <dsp:txXfrm>
        <a:off x="2779622" y="0"/>
        <a:ext cx="2779622" cy="1434920"/>
      </dsp:txXfrm>
    </dsp:sp>
    <dsp:sp modelId="{DD52888D-4124-4D3D-A98E-37521E0D0AD5}">
      <dsp:nvSpPr>
        <dsp:cNvPr id="0" name=""/>
        <dsp:cNvSpPr/>
      </dsp:nvSpPr>
      <dsp:spPr>
        <a:xfrm rot="10800000">
          <a:off x="0" y="1913227"/>
          <a:ext cx="2779622" cy="191322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fr-FR" sz="2100" kern="1200" dirty="0"/>
            <a:t>Promotion versionnée et </a:t>
          </a:r>
          <a:r>
            <a:rPr lang="fr-FR" sz="2100" kern="1200" dirty="0" err="1"/>
            <a:t>reversible</a:t>
          </a:r>
          <a:endParaRPr lang="fr-FR" sz="2100" kern="1200" dirty="0"/>
        </a:p>
      </dsp:txBody>
      <dsp:txXfrm rot="10800000">
        <a:off x="0" y="2391534"/>
        <a:ext cx="2779622" cy="1434920"/>
      </dsp:txXfrm>
    </dsp:sp>
    <dsp:sp modelId="{3872804C-6416-4C87-8F61-B0AE7E5F7BB3}">
      <dsp:nvSpPr>
        <dsp:cNvPr id="0" name=""/>
        <dsp:cNvSpPr/>
      </dsp:nvSpPr>
      <dsp:spPr>
        <a:xfrm rot="5400000">
          <a:off x="3212819" y="1480030"/>
          <a:ext cx="1913227" cy="2779622"/>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fr-FR" sz="2100" kern="1200" dirty="0"/>
            <a:t>Modèle rejeté : tracé mais modèle actif inchangé</a:t>
          </a:r>
        </a:p>
      </dsp:txBody>
      <dsp:txXfrm rot="-5400000">
        <a:off x="2779622" y="2391534"/>
        <a:ext cx="2779622" cy="1434920"/>
      </dsp:txXfrm>
    </dsp:sp>
    <dsp:sp modelId="{D3A82691-AE7E-4D75-9D3F-400B2F154E14}">
      <dsp:nvSpPr>
        <dsp:cNvPr id="0" name=""/>
        <dsp:cNvSpPr/>
      </dsp:nvSpPr>
      <dsp:spPr>
        <a:xfrm>
          <a:off x="1945735" y="1434920"/>
          <a:ext cx="1667773" cy="956613"/>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kern="1200" dirty="0" err="1"/>
            <a:t>MLflow</a:t>
          </a:r>
          <a:endParaRPr lang="fr-FR" sz="2100" kern="1200" dirty="0"/>
        </a:p>
      </dsp:txBody>
      <dsp:txXfrm>
        <a:off x="1992433" y="1481618"/>
        <a:ext cx="1574377" cy="8632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D82A8-29D0-44A1-A390-1AFC6DF265DE}">
      <dsp:nvSpPr>
        <dsp:cNvPr id="0" name=""/>
        <dsp:cNvSpPr/>
      </dsp:nvSpPr>
      <dsp:spPr>
        <a:xfrm rot="16200000">
          <a:off x="201564" y="-201564"/>
          <a:ext cx="1672687" cy="2075815"/>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fr-FR" sz="2000" kern="1200" dirty="0"/>
            <a:t>Confidentialité</a:t>
          </a:r>
        </a:p>
      </dsp:txBody>
      <dsp:txXfrm rot="5400000">
        <a:off x="-1" y="1"/>
        <a:ext cx="2075815" cy="1254515"/>
      </dsp:txXfrm>
    </dsp:sp>
    <dsp:sp modelId="{11EE91BF-4622-4F65-B5A1-808F506EBF38}">
      <dsp:nvSpPr>
        <dsp:cNvPr id="0" name=""/>
        <dsp:cNvSpPr/>
      </dsp:nvSpPr>
      <dsp:spPr>
        <a:xfrm>
          <a:off x="2075815" y="0"/>
          <a:ext cx="2075815" cy="167268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fr-FR" sz="2000" kern="1200" dirty="0"/>
            <a:t>Charge de calcul</a:t>
          </a:r>
        </a:p>
      </dsp:txBody>
      <dsp:txXfrm>
        <a:off x="2075815" y="0"/>
        <a:ext cx="2075815" cy="1254515"/>
      </dsp:txXfrm>
    </dsp:sp>
    <dsp:sp modelId="{EFD025F5-D7FF-46DD-83CA-3777AE20B81C}">
      <dsp:nvSpPr>
        <dsp:cNvPr id="0" name=""/>
        <dsp:cNvSpPr/>
      </dsp:nvSpPr>
      <dsp:spPr>
        <a:xfrm rot="10800000">
          <a:off x="0" y="1672687"/>
          <a:ext cx="2075815" cy="167268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fr-FR" sz="2000" kern="1200" dirty="0"/>
            <a:t>Exploitation</a:t>
          </a:r>
        </a:p>
      </dsp:txBody>
      <dsp:txXfrm rot="10800000">
        <a:off x="0" y="2090858"/>
        <a:ext cx="2075815" cy="1254515"/>
      </dsp:txXfrm>
    </dsp:sp>
    <dsp:sp modelId="{16491E1D-4DCB-43F6-B049-F673F37BB321}">
      <dsp:nvSpPr>
        <dsp:cNvPr id="0" name=""/>
        <dsp:cNvSpPr/>
      </dsp:nvSpPr>
      <dsp:spPr>
        <a:xfrm rot="5400000">
          <a:off x="2277379" y="1471123"/>
          <a:ext cx="1672687" cy="2075815"/>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fr-FR" sz="2000" kern="1200" dirty="0"/>
            <a:t>Conformité réglementaire</a:t>
          </a:r>
        </a:p>
      </dsp:txBody>
      <dsp:txXfrm rot="-5400000">
        <a:off x="2075814" y="2090858"/>
        <a:ext cx="2075815" cy="1254515"/>
      </dsp:txXfrm>
    </dsp:sp>
    <dsp:sp modelId="{081D323A-7AF5-441F-A90B-B939C0B4ABEA}">
      <dsp:nvSpPr>
        <dsp:cNvPr id="0" name=""/>
        <dsp:cNvSpPr/>
      </dsp:nvSpPr>
      <dsp:spPr>
        <a:xfrm>
          <a:off x="1453070" y="1254515"/>
          <a:ext cx="1245489" cy="836343"/>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a:t>Coût</a:t>
          </a:r>
        </a:p>
      </dsp:txBody>
      <dsp:txXfrm>
        <a:off x="1493897" y="1295342"/>
        <a:ext cx="1163835" cy="7546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328F37-E411-40E5-9FD2-ABB1E1ECD067}">
      <dsp:nvSpPr>
        <dsp:cNvPr id="0" name=""/>
        <dsp:cNvSpPr/>
      </dsp:nvSpPr>
      <dsp:spPr>
        <a:xfrm>
          <a:off x="3280665" y="2619587"/>
          <a:ext cx="1903052" cy="12327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fr-FR" sz="1500" kern="1200" dirty="0"/>
            <a:t>2 instances</a:t>
          </a:r>
        </a:p>
      </dsp:txBody>
      <dsp:txXfrm>
        <a:off x="3878660" y="2954852"/>
        <a:ext cx="1277979" cy="870402"/>
      </dsp:txXfrm>
    </dsp:sp>
    <dsp:sp modelId="{39E0BFD6-C49E-493A-80CF-BA43BFBDEF87}">
      <dsp:nvSpPr>
        <dsp:cNvPr id="0" name=""/>
        <dsp:cNvSpPr/>
      </dsp:nvSpPr>
      <dsp:spPr>
        <a:xfrm>
          <a:off x="175683" y="2619587"/>
          <a:ext cx="1903052" cy="12327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fr-FR" sz="1500" kern="1200" dirty="0"/>
            <a:t>Horizontal</a:t>
          </a:r>
        </a:p>
      </dsp:txBody>
      <dsp:txXfrm>
        <a:off x="202762" y="2954852"/>
        <a:ext cx="1277979" cy="870402"/>
      </dsp:txXfrm>
    </dsp:sp>
    <dsp:sp modelId="{819DC995-D663-47EE-B717-E7E9843F6055}">
      <dsp:nvSpPr>
        <dsp:cNvPr id="0" name=""/>
        <dsp:cNvSpPr/>
      </dsp:nvSpPr>
      <dsp:spPr>
        <a:xfrm>
          <a:off x="3280665" y="0"/>
          <a:ext cx="1903052" cy="12327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fr-FR" sz="1500" kern="1200" dirty="0"/>
            <a:t>512 Mo à 1 Go</a:t>
          </a:r>
        </a:p>
      </dsp:txBody>
      <dsp:txXfrm>
        <a:off x="3878660" y="27079"/>
        <a:ext cx="1277979" cy="870402"/>
      </dsp:txXfrm>
    </dsp:sp>
    <dsp:sp modelId="{E56E79E5-5F1F-44CF-BD81-3219B61DF0AB}">
      <dsp:nvSpPr>
        <dsp:cNvPr id="0" name=""/>
        <dsp:cNvSpPr/>
      </dsp:nvSpPr>
      <dsp:spPr>
        <a:xfrm>
          <a:off x="175683" y="0"/>
          <a:ext cx="1903052" cy="12327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fr-FR" sz="1500" kern="1200" dirty="0"/>
            <a:t>1 à 2 </a:t>
          </a:r>
          <a:r>
            <a:rPr lang="fr-FR" sz="1500" kern="1200" dirty="0" err="1"/>
            <a:t>vCPU</a:t>
          </a:r>
          <a:endParaRPr lang="fr-FR" sz="1500" kern="1200" dirty="0"/>
        </a:p>
      </dsp:txBody>
      <dsp:txXfrm>
        <a:off x="202762" y="27079"/>
        <a:ext cx="1277979" cy="870402"/>
      </dsp:txXfrm>
    </dsp:sp>
    <dsp:sp modelId="{B40060FF-6800-4A76-88B0-D315DEE429D3}">
      <dsp:nvSpPr>
        <dsp:cNvPr id="0" name=""/>
        <dsp:cNvSpPr/>
      </dsp:nvSpPr>
      <dsp:spPr>
        <a:xfrm>
          <a:off x="973117" y="219583"/>
          <a:ext cx="1668060" cy="1668060"/>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fr-FR" sz="1800" kern="1200" dirty="0"/>
            <a:t>CPU</a:t>
          </a:r>
        </a:p>
      </dsp:txBody>
      <dsp:txXfrm>
        <a:off x="1461680" y="708146"/>
        <a:ext cx="1179497" cy="1179497"/>
      </dsp:txXfrm>
    </dsp:sp>
    <dsp:sp modelId="{AEE9EF5D-1C74-4CC7-BA7A-C8DE5B805C1E}">
      <dsp:nvSpPr>
        <dsp:cNvPr id="0" name=""/>
        <dsp:cNvSpPr/>
      </dsp:nvSpPr>
      <dsp:spPr>
        <a:xfrm rot="5400000">
          <a:off x="2718224" y="219583"/>
          <a:ext cx="1668060" cy="1668060"/>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fr-FR" sz="1800" kern="1200" dirty="0"/>
            <a:t>RAM</a:t>
          </a:r>
        </a:p>
      </dsp:txBody>
      <dsp:txXfrm rot="-5400000">
        <a:off x="2718224" y="708146"/>
        <a:ext cx="1179497" cy="1179497"/>
      </dsp:txXfrm>
    </dsp:sp>
    <dsp:sp modelId="{CB94FD0A-96EF-400F-B3EC-D2BAF7EB3A09}">
      <dsp:nvSpPr>
        <dsp:cNvPr id="0" name=""/>
        <dsp:cNvSpPr/>
      </dsp:nvSpPr>
      <dsp:spPr>
        <a:xfrm rot="10800000">
          <a:off x="2718224" y="1964690"/>
          <a:ext cx="1668060" cy="1668060"/>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fr-FR" sz="1800" kern="1200" dirty="0"/>
            <a:t>Réplicas</a:t>
          </a:r>
        </a:p>
      </dsp:txBody>
      <dsp:txXfrm rot="10800000">
        <a:off x="2718224" y="1964690"/>
        <a:ext cx="1179497" cy="1179497"/>
      </dsp:txXfrm>
    </dsp:sp>
    <dsp:sp modelId="{2DCDA644-998B-4BE9-95CD-C36CD886F442}">
      <dsp:nvSpPr>
        <dsp:cNvPr id="0" name=""/>
        <dsp:cNvSpPr/>
      </dsp:nvSpPr>
      <dsp:spPr>
        <a:xfrm rot="16200000">
          <a:off x="973117" y="1964690"/>
          <a:ext cx="1668060" cy="1668060"/>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fr-FR" sz="1800" kern="1200" dirty="0" err="1"/>
            <a:t>Scaling</a:t>
          </a:r>
          <a:endParaRPr lang="fr-FR" sz="1800" kern="1200" dirty="0"/>
        </a:p>
      </dsp:txBody>
      <dsp:txXfrm rot="5400000">
        <a:off x="1461680" y="1964690"/>
        <a:ext cx="1179497" cy="1179497"/>
      </dsp:txXfrm>
    </dsp:sp>
    <dsp:sp modelId="{19BF2D4B-B9A9-435B-9F73-94DD0357C942}">
      <dsp:nvSpPr>
        <dsp:cNvPr id="0" name=""/>
        <dsp:cNvSpPr/>
      </dsp:nvSpPr>
      <dsp:spPr>
        <a:xfrm>
          <a:off x="2391739" y="1579456"/>
          <a:ext cx="575923" cy="500803"/>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FDF1AE-EEB7-4873-BE42-7E4379C6B443}">
      <dsp:nvSpPr>
        <dsp:cNvPr id="0" name=""/>
        <dsp:cNvSpPr/>
      </dsp:nvSpPr>
      <dsp:spPr>
        <a:xfrm rot="10800000">
          <a:off x="2391739" y="1772073"/>
          <a:ext cx="575923" cy="500803"/>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781841-EB2E-4888-98C2-AF8631A615F7}">
      <dsp:nvSpPr>
        <dsp:cNvPr id="0" name=""/>
        <dsp:cNvSpPr/>
      </dsp:nvSpPr>
      <dsp:spPr>
        <a:xfrm>
          <a:off x="0" y="343471"/>
          <a:ext cx="2089150" cy="30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F755924-FD4A-4685-8DE6-16DC4EFA30A1}">
      <dsp:nvSpPr>
        <dsp:cNvPr id="0" name=""/>
        <dsp:cNvSpPr/>
      </dsp:nvSpPr>
      <dsp:spPr>
        <a:xfrm>
          <a:off x="104457" y="166351"/>
          <a:ext cx="1462405"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75" tIns="0" rIns="55275" bIns="0" numCol="1" spcCol="1270" anchor="ctr" anchorCtr="0">
          <a:noAutofit/>
        </a:bodyPr>
        <a:lstStyle/>
        <a:p>
          <a:pPr marL="0" lvl="0" indent="0" algn="l" defTabSz="533400">
            <a:lnSpc>
              <a:spcPct val="90000"/>
            </a:lnSpc>
            <a:spcBef>
              <a:spcPct val="0"/>
            </a:spcBef>
            <a:spcAft>
              <a:spcPct val="35000"/>
            </a:spcAft>
            <a:buNone/>
          </a:pPr>
          <a:r>
            <a:rPr lang="fr-FR" sz="1200" kern="1200" dirty="0" err="1"/>
            <a:t>FastAPI</a:t>
          </a:r>
          <a:endParaRPr lang="fr-FR" sz="1200" kern="1200" dirty="0"/>
        </a:p>
      </dsp:txBody>
      <dsp:txXfrm>
        <a:off x="121750" y="183644"/>
        <a:ext cx="1427819" cy="319654"/>
      </dsp:txXfrm>
    </dsp:sp>
    <dsp:sp modelId="{C86AED5F-6A66-464F-8990-D0E96EE452FB}">
      <dsp:nvSpPr>
        <dsp:cNvPr id="0" name=""/>
        <dsp:cNvSpPr/>
      </dsp:nvSpPr>
      <dsp:spPr>
        <a:xfrm>
          <a:off x="0" y="887791"/>
          <a:ext cx="2089150" cy="30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4254EE0-08D7-4DD0-ACE9-2640353233FA}">
      <dsp:nvSpPr>
        <dsp:cNvPr id="0" name=""/>
        <dsp:cNvSpPr/>
      </dsp:nvSpPr>
      <dsp:spPr>
        <a:xfrm>
          <a:off x="104457" y="710671"/>
          <a:ext cx="1462405"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75" tIns="0" rIns="55275" bIns="0" numCol="1" spcCol="1270" anchor="ctr" anchorCtr="0">
          <a:noAutofit/>
        </a:bodyPr>
        <a:lstStyle/>
        <a:p>
          <a:pPr marL="0" lvl="0" indent="0" algn="l" defTabSz="533400">
            <a:lnSpc>
              <a:spcPct val="90000"/>
            </a:lnSpc>
            <a:spcBef>
              <a:spcPct val="0"/>
            </a:spcBef>
            <a:spcAft>
              <a:spcPct val="35000"/>
            </a:spcAft>
            <a:buNone/>
          </a:pPr>
          <a:r>
            <a:rPr lang="fr-FR" sz="1200" kern="1200" dirty="0" err="1"/>
            <a:t>MLflow</a:t>
          </a:r>
          <a:endParaRPr lang="fr-FR" sz="1200" kern="1200" dirty="0"/>
        </a:p>
      </dsp:txBody>
      <dsp:txXfrm>
        <a:off x="121750" y="727964"/>
        <a:ext cx="1427819" cy="319654"/>
      </dsp:txXfrm>
    </dsp:sp>
    <dsp:sp modelId="{6EF5D8DD-1AB4-47F3-8D3F-662E0FED5A7C}">
      <dsp:nvSpPr>
        <dsp:cNvPr id="0" name=""/>
        <dsp:cNvSpPr/>
      </dsp:nvSpPr>
      <dsp:spPr>
        <a:xfrm>
          <a:off x="0" y="1432111"/>
          <a:ext cx="2089150" cy="30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C008CB-4D2A-4D46-AE05-24A91E45E3F3}">
      <dsp:nvSpPr>
        <dsp:cNvPr id="0" name=""/>
        <dsp:cNvSpPr/>
      </dsp:nvSpPr>
      <dsp:spPr>
        <a:xfrm>
          <a:off x="104457" y="1254991"/>
          <a:ext cx="1462405"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75" tIns="0" rIns="55275" bIns="0" numCol="1" spcCol="1270" anchor="ctr" anchorCtr="0">
          <a:noAutofit/>
        </a:bodyPr>
        <a:lstStyle/>
        <a:p>
          <a:pPr marL="0" lvl="0" indent="0" algn="l" defTabSz="533400">
            <a:lnSpc>
              <a:spcPct val="90000"/>
            </a:lnSpc>
            <a:spcBef>
              <a:spcPct val="0"/>
            </a:spcBef>
            <a:spcAft>
              <a:spcPct val="35000"/>
            </a:spcAft>
            <a:buNone/>
          </a:pPr>
          <a:r>
            <a:rPr lang="fr-FR" sz="1200" kern="1200" dirty="0" err="1"/>
            <a:t>BGBoost</a:t>
          </a:r>
          <a:endParaRPr lang="fr-FR" sz="1200" kern="1200" dirty="0"/>
        </a:p>
      </dsp:txBody>
      <dsp:txXfrm>
        <a:off x="121750" y="1272284"/>
        <a:ext cx="1427819" cy="319654"/>
      </dsp:txXfrm>
    </dsp:sp>
    <dsp:sp modelId="{5C46A896-6AEF-4015-A905-5369367C3F82}">
      <dsp:nvSpPr>
        <dsp:cNvPr id="0" name=""/>
        <dsp:cNvSpPr/>
      </dsp:nvSpPr>
      <dsp:spPr>
        <a:xfrm>
          <a:off x="0" y="1976431"/>
          <a:ext cx="2089150" cy="30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BD0B8A-561F-4C29-B1C9-BC37D6A3403B}">
      <dsp:nvSpPr>
        <dsp:cNvPr id="0" name=""/>
        <dsp:cNvSpPr/>
      </dsp:nvSpPr>
      <dsp:spPr>
        <a:xfrm>
          <a:off x="104457" y="1799311"/>
          <a:ext cx="1462405"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75" tIns="0" rIns="55275" bIns="0" numCol="1" spcCol="1270" anchor="ctr" anchorCtr="0">
          <a:noAutofit/>
        </a:bodyPr>
        <a:lstStyle/>
        <a:p>
          <a:pPr marL="0" lvl="0" indent="0" algn="l" defTabSz="533400">
            <a:lnSpc>
              <a:spcPct val="90000"/>
            </a:lnSpc>
            <a:spcBef>
              <a:spcPct val="0"/>
            </a:spcBef>
            <a:spcAft>
              <a:spcPct val="35000"/>
            </a:spcAft>
            <a:buNone/>
          </a:pPr>
          <a:r>
            <a:rPr lang="fr-FR" sz="1200" kern="1200" dirty="0" err="1"/>
            <a:t>Joblib</a:t>
          </a:r>
          <a:endParaRPr lang="fr-FR" sz="1200" kern="1200" dirty="0"/>
        </a:p>
      </dsp:txBody>
      <dsp:txXfrm>
        <a:off x="121750" y="1816604"/>
        <a:ext cx="1427819" cy="319654"/>
      </dsp:txXfrm>
    </dsp:sp>
    <dsp:sp modelId="{82425E65-99F9-46F0-A4AC-33713F2C8CE6}">
      <dsp:nvSpPr>
        <dsp:cNvPr id="0" name=""/>
        <dsp:cNvSpPr/>
      </dsp:nvSpPr>
      <dsp:spPr>
        <a:xfrm>
          <a:off x="0" y="2520751"/>
          <a:ext cx="2089150" cy="30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7826B8-C272-4D05-B6BB-3771B6F9AFF1}">
      <dsp:nvSpPr>
        <dsp:cNvPr id="0" name=""/>
        <dsp:cNvSpPr/>
      </dsp:nvSpPr>
      <dsp:spPr>
        <a:xfrm>
          <a:off x="104457" y="2343631"/>
          <a:ext cx="1462405"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75" tIns="0" rIns="55275" bIns="0" numCol="1" spcCol="1270" anchor="ctr" anchorCtr="0">
          <a:noAutofit/>
        </a:bodyPr>
        <a:lstStyle/>
        <a:p>
          <a:pPr marL="0" lvl="0" indent="0" algn="l" defTabSz="533400">
            <a:lnSpc>
              <a:spcPct val="90000"/>
            </a:lnSpc>
            <a:spcBef>
              <a:spcPct val="0"/>
            </a:spcBef>
            <a:spcAft>
              <a:spcPct val="35000"/>
            </a:spcAft>
            <a:buNone/>
          </a:pPr>
          <a:r>
            <a:rPr lang="fr-FR" sz="1200" kern="1200" dirty="0" err="1"/>
            <a:t>Streamlit</a:t>
          </a:r>
          <a:endParaRPr lang="fr-FR" sz="1200" kern="1200" dirty="0"/>
        </a:p>
      </dsp:txBody>
      <dsp:txXfrm>
        <a:off x="121750" y="2360924"/>
        <a:ext cx="1427819" cy="319654"/>
      </dsp:txXfrm>
    </dsp:sp>
    <dsp:sp modelId="{74C77E1A-F462-498D-BEF7-09A0BD66B187}">
      <dsp:nvSpPr>
        <dsp:cNvPr id="0" name=""/>
        <dsp:cNvSpPr/>
      </dsp:nvSpPr>
      <dsp:spPr>
        <a:xfrm>
          <a:off x="0" y="3065071"/>
          <a:ext cx="2089150" cy="30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F79B3B0-E226-4E3D-9DB4-5B1E1CF71E67}">
      <dsp:nvSpPr>
        <dsp:cNvPr id="0" name=""/>
        <dsp:cNvSpPr/>
      </dsp:nvSpPr>
      <dsp:spPr>
        <a:xfrm>
          <a:off x="104457" y="2887951"/>
          <a:ext cx="1462405"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75" tIns="0" rIns="55275" bIns="0" numCol="1" spcCol="1270" anchor="ctr" anchorCtr="0">
          <a:noAutofit/>
        </a:bodyPr>
        <a:lstStyle/>
        <a:p>
          <a:pPr marL="0" lvl="0" indent="0" algn="l" defTabSz="533400">
            <a:lnSpc>
              <a:spcPct val="90000"/>
            </a:lnSpc>
            <a:spcBef>
              <a:spcPct val="0"/>
            </a:spcBef>
            <a:spcAft>
              <a:spcPct val="35000"/>
            </a:spcAft>
            <a:buNone/>
          </a:pPr>
          <a:r>
            <a:rPr lang="fr-FR" sz="1200" kern="1200" dirty="0"/>
            <a:t>Docker</a:t>
          </a:r>
        </a:p>
      </dsp:txBody>
      <dsp:txXfrm>
        <a:off x="121750" y="2905244"/>
        <a:ext cx="1427819" cy="319654"/>
      </dsp:txXfrm>
    </dsp:sp>
    <dsp:sp modelId="{E726072F-5E7F-40D2-B1E3-8CDBFA846DE2}">
      <dsp:nvSpPr>
        <dsp:cNvPr id="0" name=""/>
        <dsp:cNvSpPr/>
      </dsp:nvSpPr>
      <dsp:spPr>
        <a:xfrm>
          <a:off x="0" y="3609391"/>
          <a:ext cx="2089150" cy="30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4DA707-565A-4925-95C2-EEF7482CF10B}">
      <dsp:nvSpPr>
        <dsp:cNvPr id="0" name=""/>
        <dsp:cNvSpPr/>
      </dsp:nvSpPr>
      <dsp:spPr>
        <a:xfrm>
          <a:off x="104457" y="3432271"/>
          <a:ext cx="1462405"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75" tIns="0" rIns="55275" bIns="0" numCol="1" spcCol="1270" anchor="ctr" anchorCtr="0">
          <a:noAutofit/>
        </a:bodyPr>
        <a:lstStyle/>
        <a:p>
          <a:pPr marL="0" lvl="0" indent="0" algn="l" defTabSz="533400">
            <a:lnSpc>
              <a:spcPct val="90000"/>
            </a:lnSpc>
            <a:spcBef>
              <a:spcPct val="0"/>
            </a:spcBef>
            <a:spcAft>
              <a:spcPct val="35000"/>
            </a:spcAft>
            <a:buNone/>
          </a:pPr>
          <a:r>
            <a:rPr lang="fr-FR" sz="1200" kern="1200" dirty="0" err="1"/>
            <a:t>Pydantic</a:t>
          </a:r>
          <a:endParaRPr lang="fr-FR" sz="1200" kern="1200" dirty="0"/>
        </a:p>
      </dsp:txBody>
      <dsp:txXfrm>
        <a:off x="121750" y="3449564"/>
        <a:ext cx="1427819" cy="319654"/>
      </dsp:txXfrm>
    </dsp:sp>
    <dsp:sp modelId="{91CFA1AB-4458-4B8B-A015-CAE8924F60D9}">
      <dsp:nvSpPr>
        <dsp:cNvPr id="0" name=""/>
        <dsp:cNvSpPr/>
      </dsp:nvSpPr>
      <dsp:spPr>
        <a:xfrm>
          <a:off x="0" y="4153711"/>
          <a:ext cx="2089150" cy="30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B56F19-79DF-43CA-AC40-64C14E0F38B8}">
      <dsp:nvSpPr>
        <dsp:cNvPr id="0" name=""/>
        <dsp:cNvSpPr/>
      </dsp:nvSpPr>
      <dsp:spPr>
        <a:xfrm>
          <a:off x="104457" y="3976591"/>
          <a:ext cx="1462405"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75" tIns="0" rIns="55275" bIns="0" numCol="1" spcCol="1270" anchor="ctr" anchorCtr="0">
          <a:noAutofit/>
        </a:bodyPr>
        <a:lstStyle/>
        <a:p>
          <a:pPr marL="0" lvl="0" indent="0" algn="l" defTabSz="533400">
            <a:lnSpc>
              <a:spcPct val="90000"/>
            </a:lnSpc>
            <a:spcBef>
              <a:spcPct val="0"/>
            </a:spcBef>
            <a:spcAft>
              <a:spcPct val="35000"/>
            </a:spcAft>
            <a:buNone/>
          </a:pPr>
          <a:r>
            <a:rPr lang="fr-FR" sz="1200" kern="1200" dirty="0" err="1"/>
            <a:t>Uvicorn</a:t>
          </a:r>
          <a:endParaRPr lang="fr-FR" sz="1200" kern="1200" dirty="0"/>
        </a:p>
      </dsp:txBody>
      <dsp:txXfrm>
        <a:off x="121750" y="3993884"/>
        <a:ext cx="1427819" cy="319654"/>
      </dsp:txXfrm>
    </dsp:sp>
    <dsp:sp modelId="{5A931EE0-C031-423F-8A04-F2EF3F6FA444}">
      <dsp:nvSpPr>
        <dsp:cNvPr id="0" name=""/>
        <dsp:cNvSpPr/>
      </dsp:nvSpPr>
      <dsp:spPr>
        <a:xfrm>
          <a:off x="0" y="4698031"/>
          <a:ext cx="2089150" cy="30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4F1D1B-01D4-4660-811E-3B2920621AE3}">
      <dsp:nvSpPr>
        <dsp:cNvPr id="0" name=""/>
        <dsp:cNvSpPr/>
      </dsp:nvSpPr>
      <dsp:spPr>
        <a:xfrm>
          <a:off x="104457" y="4520911"/>
          <a:ext cx="1462405"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275" tIns="0" rIns="55275" bIns="0" numCol="1" spcCol="1270" anchor="ctr" anchorCtr="0">
          <a:noAutofit/>
        </a:bodyPr>
        <a:lstStyle/>
        <a:p>
          <a:pPr marL="0" lvl="0" indent="0" algn="l" defTabSz="533400">
            <a:lnSpc>
              <a:spcPct val="90000"/>
            </a:lnSpc>
            <a:spcBef>
              <a:spcPct val="0"/>
            </a:spcBef>
            <a:spcAft>
              <a:spcPct val="35000"/>
            </a:spcAft>
            <a:buNone/>
          </a:pPr>
          <a:r>
            <a:rPr lang="fr-FR" sz="1200" kern="1200" dirty="0" err="1"/>
            <a:t>Loguru</a:t>
          </a:r>
          <a:endParaRPr lang="fr-FR" sz="1200" kern="1200" dirty="0"/>
        </a:p>
      </dsp:txBody>
      <dsp:txXfrm>
        <a:off x="121750" y="4538204"/>
        <a:ext cx="1427819" cy="3196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B71FB-B693-47A1-B02D-20A95764F859}">
      <dsp:nvSpPr>
        <dsp:cNvPr id="0" name=""/>
        <dsp:cNvSpPr/>
      </dsp:nvSpPr>
      <dsp:spPr>
        <a:xfrm>
          <a:off x="2920" y="1874592"/>
          <a:ext cx="1276814" cy="7660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0" i="0" kern="1200" dirty="0"/>
            <a:t>Conseiller</a:t>
          </a:r>
          <a:endParaRPr lang="fr-FR" sz="1800" kern="1200" dirty="0"/>
        </a:p>
      </dsp:txBody>
      <dsp:txXfrm>
        <a:off x="25358" y="1897030"/>
        <a:ext cx="1231938" cy="721212"/>
      </dsp:txXfrm>
    </dsp:sp>
    <dsp:sp modelId="{A08364AC-B8B5-484B-8771-6ECB806EE9C9}">
      <dsp:nvSpPr>
        <dsp:cNvPr id="0" name=""/>
        <dsp:cNvSpPr/>
      </dsp:nvSpPr>
      <dsp:spPr>
        <a:xfrm>
          <a:off x="1407416" y="2099312"/>
          <a:ext cx="270684" cy="3166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FR" sz="1100" kern="1200"/>
        </a:p>
      </dsp:txBody>
      <dsp:txXfrm>
        <a:off x="1407416" y="2162642"/>
        <a:ext cx="189479" cy="189989"/>
      </dsp:txXfrm>
    </dsp:sp>
    <dsp:sp modelId="{B7850878-CACD-47DE-B7D8-FEE9BA61FC12}">
      <dsp:nvSpPr>
        <dsp:cNvPr id="0" name=""/>
        <dsp:cNvSpPr/>
      </dsp:nvSpPr>
      <dsp:spPr>
        <a:xfrm>
          <a:off x="1790460" y="1874592"/>
          <a:ext cx="1276814" cy="7660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0" i="0" kern="1200" dirty="0" err="1"/>
            <a:t>Streamlit</a:t>
          </a:r>
          <a:endParaRPr lang="fr-FR" sz="1800" kern="1200" dirty="0"/>
        </a:p>
      </dsp:txBody>
      <dsp:txXfrm>
        <a:off x="1812898" y="1897030"/>
        <a:ext cx="1231938" cy="721212"/>
      </dsp:txXfrm>
    </dsp:sp>
    <dsp:sp modelId="{AA210D88-2E99-40D9-A1D1-A96427E614F5}">
      <dsp:nvSpPr>
        <dsp:cNvPr id="0" name=""/>
        <dsp:cNvSpPr/>
      </dsp:nvSpPr>
      <dsp:spPr>
        <a:xfrm>
          <a:off x="3194956" y="2099312"/>
          <a:ext cx="270684" cy="3166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FR" sz="1100" kern="1200"/>
        </a:p>
      </dsp:txBody>
      <dsp:txXfrm>
        <a:off x="3194956" y="2162642"/>
        <a:ext cx="189479" cy="189989"/>
      </dsp:txXfrm>
    </dsp:sp>
    <dsp:sp modelId="{3DA6E23B-ACD1-4797-A812-D8E7DB7EF0AC}">
      <dsp:nvSpPr>
        <dsp:cNvPr id="0" name=""/>
        <dsp:cNvSpPr/>
      </dsp:nvSpPr>
      <dsp:spPr>
        <a:xfrm>
          <a:off x="3578000" y="1874592"/>
          <a:ext cx="1276814" cy="7660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0" i="0" kern="1200" dirty="0" err="1"/>
            <a:t>FastAPI</a:t>
          </a:r>
          <a:endParaRPr lang="fr-FR" sz="1800" kern="1200" dirty="0"/>
        </a:p>
      </dsp:txBody>
      <dsp:txXfrm>
        <a:off x="3600438" y="1897030"/>
        <a:ext cx="1231938" cy="721212"/>
      </dsp:txXfrm>
    </dsp:sp>
    <dsp:sp modelId="{77CCE47F-7A23-49D4-8D9B-97A9D3FF7F6C}">
      <dsp:nvSpPr>
        <dsp:cNvPr id="0" name=""/>
        <dsp:cNvSpPr/>
      </dsp:nvSpPr>
      <dsp:spPr>
        <a:xfrm>
          <a:off x="4982496" y="2099312"/>
          <a:ext cx="270684" cy="3166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FR" sz="1100" kern="1200"/>
        </a:p>
      </dsp:txBody>
      <dsp:txXfrm>
        <a:off x="4982496" y="2162642"/>
        <a:ext cx="189479" cy="189989"/>
      </dsp:txXfrm>
    </dsp:sp>
    <dsp:sp modelId="{216EDAF6-F162-4619-B4B4-7E64DDC473A7}">
      <dsp:nvSpPr>
        <dsp:cNvPr id="0" name=""/>
        <dsp:cNvSpPr/>
      </dsp:nvSpPr>
      <dsp:spPr>
        <a:xfrm>
          <a:off x="5365540" y="1874592"/>
          <a:ext cx="1276814" cy="7660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0" i="0" kern="1200" dirty="0"/>
            <a:t>Pipeline </a:t>
          </a:r>
          <a:r>
            <a:rPr lang="fr-FR" sz="1800" b="0" i="0" kern="1200" dirty="0" err="1"/>
            <a:t>XGBoost</a:t>
          </a:r>
          <a:endParaRPr lang="fr-FR" sz="1800" kern="1200" dirty="0"/>
        </a:p>
      </dsp:txBody>
      <dsp:txXfrm>
        <a:off x="5387978" y="1897030"/>
        <a:ext cx="1231938" cy="7212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942C33-396D-4E75-9C9E-88EDD081CB0C}">
      <dsp:nvSpPr>
        <dsp:cNvPr id="0" name=""/>
        <dsp:cNvSpPr/>
      </dsp:nvSpPr>
      <dsp:spPr>
        <a:xfrm>
          <a:off x="150859" y="653798"/>
          <a:ext cx="3584989" cy="1120309"/>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58823"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dirty="0"/>
            <a:t>Garde-fou de promotion incomplet</a:t>
          </a:r>
          <a:endParaRPr lang="fr-FR" sz="1800" kern="1200" dirty="0"/>
        </a:p>
      </dsp:txBody>
      <dsp:txXfrm>
        <a:off x="150859" y="653798"/>
        <a:ext cx="3584989" cy="1120309"/>
      </dsp:txXfrm>
    </dsp:sp>
    <dsp:sp modelId="{1E36CACF-456E-4484-8923-338E64D15189}">
      <dsp:nvSpPr>
        <dsp:cNvPr id="0" name=""/>
        <dsp:cNvSpPr/>
      </dsp:nvSpPr>
      <dsp:spPr>
        <a:xfrm>
          <a:off x="1485" y="491976"/>
          <a:ext cx="784216" cy="1176324"/>
        </a:xfrm>
        <a:prstGeom prst="rect">
          <a:avLst/>
        </a:prstGeom>
        <a:blipFill>
          <a:blip xmlns:r="http://schemas.openxmlformats.org/officeDocument/2006/relationships" r:embed="rId1"/>
          <a:srcRect/>
          <a:stretch>
            <a:fillRect l="-7000" r="-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3A0206-CD38-4355-9E2E-6E1946386658}">
      <dsp:nvSpPr>
        <dsp:cNvPr id="0" name=""/>
        <dsp:cNvSpPr/>
      </dsp:nvSpPr>
      <dsp:spPr>
        <a:xfrm>
          <a:off x="4049897" y="653798"/>
          <a:ext cx="3584989" cy="1120309"/>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58823"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dirty="0"/>
            <a:t>Monitoring opérationnel incomplet</a:t>
          </a:r>
          <a:endParaRPr lang="fr-FR" sz="1800" kern="1200" dirty="0"/>
        </a:p>
      </dsp:txBody>
      <dsp:txXfrm>
        <a:off x="4049897" y="653798"/>
        <a:ext cx="3584989" cy="1120309"/>
      </dsp:txXfrm>
    </dsp:sp>
    <dsp:sp modelId="{4BBC4925-965E-4804-A7F2-83FD75165287}">
      <dsp:nvSpPr>
        <dsp:cNvPr id="0" name=""/>
        <dsp:cNvSpPr/>
      </dsp:nvSpPr>
      <dsp:spPr>
        <a:xfrm>
          <a:off x="3900523" y="491976"/>
          <a:ext cx="784216" cy="1176324"/>
        </a:xfrm>
        <a:prstGeom prst="rect">
          <a:avLst/>
        </a:prstGeom>
        <a:blipFill>
          <a:blip xmlns:r="http://schemas.openxmlformats.org/officeDocument/2006/relationships" r:embed="rId2"/>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025D754-C8A5-4907-851B-6805999D4E6F}">
      <dsp:nvSpPr>
        <dsp:cNvPr id="0" name=""/>
        <dsp:cNvSpPr/>
      </dsp:nvSpPr>
      <dsp:spPr>
        <a:xfrm>
          <a:off x="7948935" y="653798"/>
          <a:ext cx="3584989" cy="1120309"/>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58823"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dirty="0"/>
            <a:t>Validation humaine de la promotion absente</a:t>
          </a:r>
          <a:endParaRPr lang="fr-FR" sz="1800" kern="1200" dirty="0"/>
        </a:p>
      </dsp:txBody>
      <dsp:txXfrm>
        <a:off x="7948935" y="653798"/>
        <a:ext cx="3584989" cy="1120309"/>
      </dsp:txXfrm>
    </dsp:sp>
    <dsp:sp modelId="{CC2AE3BE-B86A-4C7A-826B-30C35F70A0D2}">
      <dsp:nvSpPr>
        <dsp:cNvPr id="0" name=""/>
        <dsp:cNvSpPr/>
      </dsp:nvSpPr>
      <dsp:spPr>
        <a:xfrm>
          <a:off x="7799561" y="491976"/>
          <a:ext cx="784216" cy="1176324"/>
        </a:xfrm>
        <a:prstGeom prst="rect">
          <a:avLst/>
        </a:prstGeom>
        <a:blipFill>
          <a:blip xmlns:r="http://schemas.openxmlformats.org/officeDocument/2006/relationships" r:embed="rId3"/>
          <a:srcRect/>
          <a:stretch>
            <a:fillRect t="-4000" b="-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13582D-157A-4A28-81A4-1AAB434F5A4C}">
      <dsp:nvSpPr>
        <dsp:cNvPr id="0" name=""/>
        <dsp:cNvSpPr/>
      </dsp:nvSpPr>
      <dsp:spPr>
        <a:xfrm>
          <a:off x="150859" y="2064143"/>
          <a:ext cx="3584989" cy="1120309"/>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58823"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dirty="0"/>
            <a:t>Qualité des feedbacks à contrôler</a:t>
          </a:r>
          <a:endParaRPr lang="fr-FR" sz="1800" kern="1200" dirty="0"/>
        </a:p>
      </dsp:txBody>
      <dsp:txXfrm>
        <a:off x="150859" y="2064143"/>
        <a:ext cx="3584989" cy="1120309"/>
      </dsp:txXfrm>
    </dsp:sp>
    <dsp:sp modelId="{4FE825E9-62F1-46C2-A423-DC6425A126CA}">
      <dsp:nvSpPr>
        <dsp:cNvPr id="0" name=""/>
        <dsp:cNvSpPr/>
      </dsp:nvSpPr>
      <dsp:spPr>
        <a:xfrm>
          <a:off x="1485" y="1902320"/>
          <a:ext cx="784216" cy="1176324"/>
        </a:xfrm>
        <a:prstGeom prst="rect">
          <a:avLst/>
        </a:prstGeom>
        <a:blipFill>
          <a:blip xmlns:r="http://schemas.openxmlformats.org/officeDocument/2006/relationships" r:embed="rId4"/>
          <a:srcRect/>
          <a:stretch>
            <a:fillRect l="-2000" r="-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7363C72-C714-4A81-BABD-BF1F54FD8CD9}">
      <dsp:nvSpPr>
        <dsp:cNvPr id="0" name=""/>
        <dsp:cNvSpPr/>
      </dsp:nvSpPr>
      <dsp:spPr>
        <a:xfrm>
          <a:off x="4049897" y="2064143"/>
          <a:ext cx="3584989" cy="1120309"/>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58823"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dirty="0"/>
            <a:t>Persistance </a:t>
          </a:r>
          <a:r>
            <a:rPr lang="fr-FR" sz="1800" b="1" kern="1200" dirty="0" err="1"/>
            <a:t>MLflow</a:t>
          </a:r>
          <a:r>
            <a:rPr lang="fr-FR" sz="1800" b="1" kern="1200" dirty="0"/>
            <a:t> non adaptée à la production</a:t>
          </a:r>
          <a:endParaRPr lang="fr-FR" sz="1800" kern="1200" dirty="0"/>
        </a:p>
      </dsp:txBody>
      <dsp:txXfrm>
        <a:off x="4049897" y="2064143"/>
        <a:ext cx="3584989" cy="1120309"/>
      </dsp:txXfrm>
    </dsp:sp>
    <dsp:sp modelId="{DE3E722B-3525-47C2-9BBE-27D5B580C47A}">
      <dsp:nvSpPr>
        <dsp:cNvPr id="0" name=""/>
        <dsp:cNvSpPr/>
      </dsp:nvSpPr>
      <dsp:spPr>
        <a:xfrm>
          <a:off x="3900523" y="1902320"/>
          <a:ext cx="784216" cy="1176324"/>
        </a:xfrm>
        <a:prstGeom prst="rect">
          <a:avLst/>
        </a:prstGeom>
        <a:blipFill>
          <a:blip xmlns:r="http://schemas.openxmlformats.org/officeDocument/2006/relationships" r:embed="rId5"/>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1A101A-7A78-40C7-9332-728D6ACC9AFF}">
      <dsp:nvSpPr>
        <dsp:cNvPr id="0" name=""/>
        <dsp:cNvSpPr/>
      </dsp:nvSpPr>
      <dsp:spPr>
        <a:xfrm>
          <a:off x="7948935" y="2064143"/>
          <a:ext cx="3584989" cy="1120309"/>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58823"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dirty="0"/>
            <a:t>Procédure de rollback non validée</a:t>
          </a:r>
          <a:endParaRPr lang="fr-FR" sz="1800" kern="1200" dirty="0"/>
        </a:p>
      </dsp:txBody>
      <dsp:txXfrm>
        <a:off x="7948935" y="2064143"/>
        <a:ext cx="3584989" cy="1120309"/>
      </dsp:txXfrm>
    </dsp:sp>
    <dsp:sp modelId="{8362B0E0-A977-4993-8EDB-AA285CC1C824}">
      <dsp:nvSpPr>
        <dsp:cNvPr id="0" name=""/>
        <dsp:cNvSpPr/>
      </dsp:nvSpPr>
      <dsp:spPr>
        <a:xfrm>
          <a:off x="7799561" y="1902320"/>
          <a:ext cx="784216" cy="1176324"/>
        </a:xfrm>
        <a:prstGeom prst="rect">
          <a:avLst/>
        </a:prstGeom>
        <a:blipFill>
          <a:blip xmlns:r="http://schemas.openxmlformats.org/officeDocument/2006/relationships" r:embed="rId6"/>
          <a:srcRect/>
          <a:stretch>
            <a:fillRect l="-21000" r="-2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133957-55F1-4184-9002-155ED87BFF0D}">
      <dsp:nvSpPr>
        <dsp:cNvPr id="0" name=""/>
        <dsp:cNvSpPr/>
      </dsp:nvSpPr>
      <dsp:spPr>
        <a:xfrm>
          <a:off x="4049897" y="3474487"/>
          <a:ext cx="3584989" cy="1120309"/>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58823"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dirty="0"/>
            <a:t>Surveillance des dérives non implémentée</a:t>
          </a:r>
          <a:endParaRPr lang="fr-FR" sz="1800" kern="1200" dirty="0"/>
        </a:p>
      </dsp:txBody>
      <dsp:txXfrm>
        <a:off x="4049897" y="3474487"/>
        <a:ext cx="3584989" cy="1120309"/>
      </dsp:txXfrm>
    </dsp:sp>
    <dsp:sp modelId="{7ACC051E-CB19-4D89-87A9-363FCCD7DF6B}">
      <dsp:nvSpPr>
        <dsp:cNvPr id="0" name=""/>
        <dsp:cNvSpPr/>
      </dsp:nvSpPr>
      <dsp:spPr>
        <a:xfrm>
          <a:off x="3900523" y="3312665"/>
          <a:ext cx="784216" cy="1176324"/>
        </a:xfrm>
        <a:prstGeom prst="rect">
          <a:avLst/>
        </a:prstGeom>
        <a:blipFill>
          <a:blip xmlns:r="http://schemas.openxmlformats.org/officeDocument/2006/relationships" r:embed="rId7"/>
          <a:srcRect/>
          <a:stretch>
            <a:fillRect l="-4000" r="-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461E65-D5E1-4C2A-A10B-3F52354B414B}">
      <dsp:nvSpPr>
        <dsp:cNvPr id="0" name=""/>
        <dsp:cNvSpPr/>
      </dsp:nvSpPr>
      <dsp:spPr>
        <a:xfrm>
          <a:off x="1227690" y="-30506"/>
          <a:ext cx="5136679" cy="5136679"/>
        </a:xfrm>
        <a:prstGeom prst="circularArrow">
          <a:avLst>
            <a:gd name="adj1" fmla="val 5544"/>
            <a:gd name="adj2" fmla="val 330680"/>
            <a:gd name="adj3" fmla="val 13778954"/>
            <a:gd name="adj4" fmla="val 17384121"/>
            <a:gd name="adj5" fmla="val 575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8F42B5-E8EC-45E4-9084-B5DDF13F7A22}">
      <dsp:nvSpPr>
        <dsp:cNvPr id="0" name=""/>
        <dsp:cNvSpPr/>
      </dsp:nvSpPr>
      <dsp:spPr>
        <a:xfrm>
          <a:off x="2594942" y="1538"/>
          <a:ext cx="2402175" cy="120108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t>Collecte depuis l’UI</a:t>
          </a:r>
          <a:endParaRPr lang="fr-FR" sz="2000" kern="1200" dirty="0"/>
        </a:p>
      </dsp:txBody>
      <dsp:txXfrm>
        <a:off x="2653574" y="60170"/>
        <a:ext cx="2284911" cy="1083823"/>
      </dsp:txXfrm>
    </dsp:sp>
    <dsp:sp modelId="{137EBA31-82E0-4205-BC1B-1FD2BAE0E078}">
      <dsp:nvSpPr>
        <dsp:cNvPr id="0" name=""/>
        <dsp:cNvSpPr/>
      </dsp:nvSpPr>
      <dsp:spPr>
        <a:xfrm>
          <a:off x="4678214" y="1515124"/>
          <a:ext cx="2402175" cy="120108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t>Validation et stockage</a:t>
          </a:r>
          <a:endParaRPr lang="fr-FR" sz="2000" kern="1200" dirty="0"/>
        </a:p>
      </dsp:txBody>
      <dsp:txXfrm>
        <a:off x="4736846" y="1573756"/>
        <a:ext cx="2284911" cy="1083823"/>
      </dsp:txXfrm>
    </dsp:sp>
    <dsp:sp modelId="{5A8E3E20-4219-4991-A256-26C473FCAE52}">
      <dsp:nvSpPr>
        <dsp:cNvPr id="0" name=""/>
        <dsp:cNvSpPr/>
      </dsp:nvSpPr>
      <dsp:spPr>
        <a:xfrm>
          <a:off x="3882475" y="3964156"/>
          <a:ext cx="2402175" cy="120108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t>Intégration</a:t>
          </a:r>
          <a:endParaRPr lang="fr-FR" sz="2000" kern="1200" dirty="0"/>
        </a:p>
      </dsp:txBody>
      <dsp:txXfrm>
        <a:off x="3941107" y="4022788"/>
        <a:ext cx="2284911" cy="1083823"/>
      </dsp:txXfrm>
    </dsp:sp>
    <dsp:sp modelId="{01BBA2BD-A3C2-4BCD-94B0-B97157ACC91C}">
      <dsp:nvSpPr>
        <dsp:cNvPr id="0" name=""/>
        <dsp:cNvSpPr/>
      </dsp:nvSpPr>
      <dsp:spPr>
        <a:xfrm>
          <a:off x="1307409" y="3964156"/>
          <a:ext cx="2402175" cy="120108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t>Garde-fou avant promotion</a:t>
          </a:r>
          <a:endParaRPr lang="fr-FR" sz="2000" kern="1200" dirty="0"/>
        </a:p>
      </dsp:txBody>
      <dsp:txXfrm>
        <a:off x="1366041" y="4022788"/>
        <a:ext cx="2284911" cy="1083823"/>
      </dsp:txXfrm>
    </dsp:sp>
    <dsp:sp modelId="{9859E611-61AF-4AE3-9D7A-5A4BCF327E5D}">
      <dsp:nvSpPr>
        <dsp:cNvPr id="0" name=""/>
        <dsp:cNvSpPr/>
      </dsp:nvSpPr>
      <dsp:spPr>
        <a:xfrm>
          <a:off x="511670" y="1515124"/>
          <a:ext cx="2402175" cy="120108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t>Traçabilité</a:t>
          </a:r>
          <a:endParaRPr lang="fr-FR" sz="2000" kern="1200" dirty="0"/>
        </a:p>
      </dsp:txBody>
      <dsp:txXfrm>
        <a:off x="570302" y="1573756"/>
        <a:ext cx="2284911" cy="10838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1EF8D8-9C6E-441A-80D0-EBE226A694D9}">
      <dsp:nvSpPr>
        <dsp:cNvPr id="0" name=""/>
        <dsp:cNvSpPr/>
      </dsp:nvSpPr>
      <dsp:spPr>
        <a:xfrm>
          <a:off x="0" y="1969862"/>
          <a:ext cx="3557270" cy="27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0D06CD-E25D-44A6-BCD7-E011B5E0DC68}">
      <dsp:nvSpPr>
        <dsp:cNvPr id="0" name=""/>
        <dsp:cNvSpPr/>
      </dsp:nvSpPr>
      <dsp:spPr>
        <a:xfrm>
          <a:off x="177863" y="1807502"/>
          <a:ext cx="2490089" cy="32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19" tIns="0" rIns="94119" bIns="0" numCol="1" spcCol="1270" anchor="ctr" anchorCtr="0">
          <a:noAutofit/>
        </a:bodyPr>
        <a:lstStyle/>
        <a:p>
          <a:pPr marL="0" lvl="0" indent="0" algn="l" defTabSz="488950">
            <a:lnSpc>
              <a:spcPct val="90000"/>
            </a:lnSpc>
            <a:spcBef>
              <a:spcPct val="0"/>
            </a:spcBef>
            <a:spcAft>
              <a:spcPct val="35000"/>
            </a:spcAft>
            <a:buNone/>
          </a:pPr>
          <a:r>
            <a:rPr lang="fr-FR" sz="1100" b="1" kern="1200" dirty="0"/>
            <a:t>Calendaire</a:t>
          </a:r>
          <a:endParaRPr lang="fr-FR" sz="1100" kern="1200" dirty="0"/>
        </a:p>
      </dsp:txBody>
      <dsp:txXfrm>
        <a:off x="193715" y="1823354"/>
        <a:ext cx="2458385" cy="293016"/>
      </dsp:txXfrm>
    </dsp:sp>
    <dsp:sp modelId="{975FE91E-C3B4-486C-B292-013654729D20}">
      <dsp:nvSpPr>
        <dsp:cNvPr id="0" name=""/>
        <dsp:cNvSpPr/>
      </dsp:nvSpPr>
      <dsp:spPr>
        <a:xfrm>
          <a:off x="0" y="2468822"/>
          <a:ext cx="3557270" cy="27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452833-3D0F-47EB-8D5D-A17CC584BCAF}">
      <dsp:nvSpPr>
        <dsp:cNvPr id="0" name=""/>
        <dsp:cNvSpPr/>
      </dsp:nvSpPr>
      <dsp:spPr>
        <a:xfrm>
          <a:off x="177863" y="2306462"/>
          <a:ext cx="2490089" cy="32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19" tIns="0" rIns="94119" bIns="0" numCol="1" spcCol="1270" anchor="ctr" anchorCtr="0">
          <a:noAutofit/>
        </a:bodyPr>
        <a:lstStyle/>
        <a:p>
          <a:pPr marL="0" lvl="0" indent="0" algn="l" defTabSz="488950">
            <a:lnSpc>
              <a:spcPct val="90000"/>
            </a:lnSpc>
            <a:spcBef>
              <a:spcPct val="0"/>
            </a:spcBef>
            <a:spcAft>
              <a:spcPct val="35000"/>
            </a:spcAft>
            <a:buNone/>
          </a:pPr>
          <a:r>
            <a:rPr lang="fr-FR" sz="1100" b="1" kern="1200" dirty="0"/>
            <a:t>Volume de nouvelles données</a:t>
          </a:r>
          <a:endParaRPr lang="fr-FR" sz="1100" kern="1200" dirty="0"/>
        </a:p>
      </dsp:txBody>
      <dsp:txXfrm>
        <a:off x="193715" y="2322314"/>
        <a:ext cx="2458385" cy="293016"/>
      </dsp:txXfrm>
    </dsp:sp>
    <dsp:sp modelId="{EF263078-95B7-44DB-8E03-56B0E657C707}">
      <dsp:nvSpPr>
        <dsp:cNvPr id="0" name=""/>
        <dsp:cNvSpPr/>
      </dsp:nvSpPr>
      <dsp:spPr>
        <a:xfrm>
          <a:off x="0" y="2967782"/>
          <a:ext cx="3557270" cy="27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279B4AA-D625-447F-8B15-CF70B9A4F212}">
      <dsp:nvSpPr>
        <dsp:cNvPr id="0" name=""/>
        <dsp:cNvSpPr/>
      </dsp:nvSpPr>
      <dsp:spPr>
        <a:xfrm>
          <a:off x="177863" y="2805422"/>
          <a:ext cx="2490089" cy="32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19" tIns="0" rIns="94119" bIns="0" numCol="1" spcCol="1270" anchor="ctr" anchorCtr="0">
          <a:noAutofit/>
        </a:bodyPr>
        <a:lstStyle/>
        <a:p>
          <a:pPr marL="0" lvl="0" indent="0" algn="l" defTabSz="488950">
            <a:lnSpc>
              <a:spcPct val="90000"/>
            </a:lnSpc>
            <a:spcBef>
              <a:spcPct val="0"/>
            </a:spcBef>
            <a:spcAft>
              <a:spcPct val="35000"/>
            </a:spcAft>
            <a:buNone/>
          </a:pPr>
          <a:r>
            <a:rPr lang="fr-FR" sz="1100" b="1" kern="1200" dirty="0"/>
            <a:t>Performance</a:t>
          </a:r>
          <a:endParaRPr lang="fr-FR" sz="1100" kern="1200" dirty="0"/>
        </a:p>
      </dsp:txBody>
      <dsp:txXfrm>
        <a:off x="193715" y="2821274"/>
        <a:ext cx="2458385" cy="293016"/>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4.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3E4D40-3228-1C24-32C4-502B03868E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F2ACEF2-A3DF-6534-FA7A-72EB00E464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9540CC-CE8C-4A70-BF05-2114CEE721C9}" type="datetimeFigureOut">
              <a:rPr lang="en-US" smtClean="0"/>
              <a:t>10/4/2026</a:t>
            </a:fld>
            <a:endParaRPr lang="en-US" dirty="0"/>
          </a:p>
        </p:txBody>
      </p:sp>
      <p:sp>
        <p:nvSpPr>
          <p:cNvPr id="4" name="Footer Placeholder 3">
            <a:extLst>
              <a:ext uri="{FF2B5EF4-FFF2-40B4-BE49-F238E27FC236}">
                <a16:creationId xmlns:a16="http://schemas.microsoft.com/office/drawing/2014/main" id="{648134E3-450C-99A7-AD31-0AD855962F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1F3B346-D077-B037-8AF1-1A5943152B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198758-294F-43B0-9FDA-82B4C942C448}" type="slidenum">
              <a:rPr lang="en-US" smtClean="0"/>
              <a:t>‹N°›</a:t>
            </a:fld>
            <a:endParaRPr lang="en-US" dirty="0"/>
          </a:p>
        </p:txBody>
      </p:sp>
    </p:spTree>
    <p:extLst>
      <p:ext uri="{BB962C8B-B14F-4D97-AF65-F5344CB8AC3E}">
        <p14:creationId xmlns:p14="http://schemas.microsoft.com/office/powerpoint/2010/main" val="10231382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Biennale" panose="00000500000000000000"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Biennale" panose="00000500000000000000" pitchFamily="2" charset="0"/>
              </a:defRPr>
            </a:lvl1pPr>
          </a:lstStyle>
          <a:p>
            <a:fld id="{2F30A58F-C1CB-4583-BA10-6EBD3D104964}" type="datetimeFigureOut">
              <a:rPr lang="en-US" smtClean="0"/>
              <a:pPr/>
              <a:t>10/4/2026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Biennale" panose="00000500000000000000"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Biennale" panose="00000500000000000000" pitchFamily="2" charset="0"/>
              </a:defRPr>
            </a:lvl1pPr>
          </a:lstStyle>
          <a:p>
            <a:fld id="{8B625186-1159-4D34-813C-4B43A94F9814}" type="slidenum">
              <a:rPr lang="en-US" smtClean="0"/>
              <a:pPr/>
              <a:t>‹N°›</a:t>
            </a:fld>
            <a:endParaRPr lang="en-US" dirty="0"/>
          </a:p>
        </p:txBody>
      </p:sp>
    </p:spTree>
    <p:extLst>
      <p:ext uri="{BB962C8B-B14F-4D97-AF65-F5344CB8AC3E}">
        <p14:creationId xmlns:p14="http://schemas.microsoft.com/office/powerpoint/2010/main" val="61247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Biennale" panose="00000500000000000000" pitchFamily="2" charset="0"/>
        <a:ea typeface="+mn-ea"/>
        <a:cs typeface="+mn-cs"/>
      </a:defRPr>
    </a:lvl1pPr>
    <a:lvl2pPr marL="457200" algn="l" defTabSz="914400" rtl="0" eaLnBrk="1" latinLnBrk="0" hangingPunct="1">
      <a:defRPr sz="1200" kern="1200">
        <a:solidFill>
          <a:schemeClr val="tx1"/>
        </a:solidFill>
        <a:latin typeface="Biennale" panose="00000500000000000000" pitchFamily="2" charset="0"/>
        <a:ea typeface="+mn-ea"/>
        <a:cs typeface="+mn-cs"/>
      </a:defRPr>
    </a:lvl2pPr>
    <a:lvl3pPr marL="914400" algn="l" defTabSz="914400" rtl="0" eaLnBrk="1" latinLnBrk="0" hangingPunct="1">
      <a:defRPr sz="1200" kern="1200">
        <a:solidFill>
          <a:schemeClr val="tx1"/>
        </a:solidFill>
        <a:latin typeface="Biennale" panose="00000500000000000000" pitchFamily="2" charset="0"/>
        <a:ea typeface="+mn-ea"/>
        <a:cs typeface="+mn-cs"/>
      </a:defRPr>
    </a:lvl3pPr>
    <a:lvl4pPr marL="1371600" algn="l" defTabSz="914400" rtl="0" eaLnBrk="1" latinLnBrk="0" hangingPunct="1">
      <a:defRPr sz="1200" kern="1200">
        <a:solidFill>
          <a:schemeClr val="tx1"/>
        </a:solidFill>
        <a:latin typeface="Biennale" panose="00000500000000000000" pitchFamily="2" charset="0"/>
        <a:ea typeface="+mn-ea"/>
        <a:cs typeface="+mn-cs"/>
      </a:defRPr>
    </a:lvl4pPr>
    <a:lvl5pPr marL="1828800" algn="l" defTabSz="914400" rtl="0" eaLnBrk="1" latinLnBrk="0" hangingPunct="1">
      <a:defRPr sz="1200" kern="1200">
        <a:solidFill>
          <a:schemeClr val="tx1"/>
        </a:solidFill>
        <a:latin typeface="Biennale"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1</a:t>
            </a:fld>
            <a:endParaRPr lang="en-US" dirty="0"/>
          </a:p>
        </p:txBody>
      </p:sp>
    </p:spTree>
    <p:extLst>
      <p:ext uri="{BB962C8B-B14F-4D97-AF65-F5344CB8AC3E}">
        <p14:creationId xmlns:p14="http://schemas.microsoft.com/office/powerpoint/2010/main" val="4040301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a:t>
            </a:fld>
            <a:endParaRPr lang="en-US" dirty="0"/>
          </a:p>
        </p:txBody>
      </p:sp>
    </p:spTree>
    <p:extLst>
      <p:ext uri="{BB962C8B-B14F-4D97-AF65-F5344CB8AC3E}">
        <p14:creationId xmlns:p14="http://schemas.microsoft.com/office/powerpoint/2010/main" val="3157826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3</a:t>
            </a:fld>
            <a:endParaRPr lang="en-US" dirty="0"/>
          </a:p>
        </p:txBody>
      </p:sp>
    </p:spTree>
    <p:extLst>
      <p:ext uri="{BB962C8B-B14F-4D97-AF65-F5344CB8AC3E}">
        <p14:creationId xmlns:p14="http://schemas.microsoft.com/office/powerpoint/2010/main" val="771180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4</a:t>
            </a:fld>
            <a:endParaRPr lang="en-US" dirty="0"/>
          </a:p>
        </p:txBody>
      </p:sp>
    </p:spTree>
    <p:extLst>
      <p:ext uri="{BB962C8B-B14F-4D97-AF65-F5344CB8AC3E}">
        <p14:creationId xmlns:p14="http://schemas.microsoft.com/office/powerpoint/2010/main" val="2210528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Biennale" panose="00000500000000000000" pitchFamily="2" charset="0"/>
              <a:ea typeface="+mn-ea"/>
              <a:cs typeface="+mn-cs"/>
            </a:endParaRPr>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5</a:t>
            </a:fld>
            <a:endParaRPr lang="en-US" dirty="0"/>
          </a:p>
        </p:txBody>
      </p:sp>
    </p:spTree>
    <p:extLst>
      <p:ext uri="{BB962C8B-B14F-4D97-AF65-F5344CB8AC3E}">
        <p14:creationId xmlns:p14="http://schemas.microsoft.com/office/powerpoint/2010/main" val="2296020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effectLst/>
            </a:endParaRPr>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6</a:t>
            </a:fld>
            <a:endParaRPr lang="en-US" dirty="0"/>
          </a:p>
        </p:txBody>
      </p:sp>
    </p:spTree>
    <p:extLst>
      <p:ext uri="{BB962C8B-B14F-4D97-AF65-F5344CB8AC3E}">
        <p14:creationId xmlns:p14="http://schemas.microsoft.com/office/powerpoint/2010/main" val="1132643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7</a:t>
            </a:fld>
            <a:endParaRPr lang="en-US" dirty="0"/>
          </a:p>
        </p:txBody>
      </p:sp>
    </p:spTree>
    <p:extLst>
      <p:ext uri="{BB962C8B-B14F-4D97-AF65-F5344CB8AC3E}">
        <p14:creationId xmlns:p14="http://schemas.microsoft.com/office/powerpoint/2010/main" val="993883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8</a:t>
            </a:fld>
            <a:endParaRPr lang="en-US" dirty="0"/>
          </a:p>
        </p:txBody>
      </p:sp>
    </p:spTree>
    <p:extLst>
      <p:ext uri="{BB962C8B-B14F-4D97-AF65-F5344CB8AC3E}">
        <p14:creationId xmlns:p14="http://schemas.microsoft.com/office/powerpoint/2010/main" val="2013160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sz="1200" b="0" kern="1200" dirty="0">
              <a:solidFill>
                <a:schemeClr val="tx1"/>
              </a:solidFill>
              <a:effectLst/>
              <a:latin typeface="Biennale" panose="00000500000000000000" pitchFamily="2" charset="0"/>
              <a:ea typeface="+mn-ea"/>
              <a:cs typeface="+mn-cs"/>
            </a:endParaRPr>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10</a:t>
            </a:fld>
            <a:endParaRPr lang="en-US" dirty="0"/>
          </a:p>
        </p:txBody>
      </p:sp>
    </p:spTree>
    <p:extLst>
      <p:ext uri="{BB962C8B-B14F-4D97-AF65-F5344CB8AC3E}">
        <p14:creationId xmlns:p14="http://schemas.microsoft.com/office/powerpoint/2010/main" val="2357742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11</a:t>
            </a:fld>
            <a:endParaRPr lang="en-US" dirty="0"/>
          </a:p>
        </p:txBody>
      </p:sp>
    </p:spTree>
    <p:extLst>
      <p:ext uri="{BB962C8B-B14F-4D97-AF65-F5344CB8AC3E}">
        <p14:creationId xmlns:p14="http://schemas.microsoft.com/office/powerpoint/2010/main" val="769637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DBC9B-3516-BC4C-92BF-0BDF6E7526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754A5A6-5840-2401-7CA5-ED92EB576D4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8440D3F-5FC2-6F03-BB5A-1A6924CA533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5B615FE-D82F-0D94-5239-16CABCBBEDFB}"/>
              </a:ext>
            </a:extLst>
          </p:cNvPr>
          <p:cNvSpPr>
            <a:spLocks noGrp="1"/>
          </p:cNvSpPr>
          <p:nvPr>
            <p:ph type="sldNum" sz="quarter" idx="5"/>
          </p:nvPr>
        </p:nvSpPr>
        <p:spPr/>
        <p:txBody>
          <a:bodyPr/>
          <a:lstStyle/>
          <a:p>
            <a:fld id="{8B625186-1159-4D34-813C-4B43A94F9814}" type="slidenum">
              <a:rPr lang="en-US" smtClean="0"/>
              <a:pPr/>
              <a:t>12</a:t>
            </a:fld>
            <a:endParaRPr lang="en-US" dirty="0"/>
          </a:p>
        </p:txBody>
      </p:sp>
    </p:spTree>
    <p:extLst>
      <p:ext uri="{BB962C8B-B14F-4D97-AF65-F5344CB8AC3E}">
        <p14:creationId xmlns:p14="http://schemas.microsoft.com/office/powerpoint/2010/main" val="10970577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473C1-D811-9B1A-0447-C55208FBB5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21B79C-7B90-4576-C68E-04C5D55E152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97FBAC6-DC0C-244A-9ACC-0A11941F2F93}"/>
              </a:ext>
            </a:extLst>
          </p:cNvPr>
          <p:cNvSpPr>
            <a:spLocks noGrp="1"/>
          </p:cNvSpPr>
          <p:nvPr>
            <p:ph type="body" idx="1"/>
          </p:nvPr>
        </p:nvSpPr>
        <p:spPr/>
        <p:txBody>
          <a:bodyPr/>
          <a:lstStyle/>
          <a:p>
            <a:endParaRPr lang="fr-FR" sz="1200" b="0" i="0" kern="1200" dirty="0">
              <a:solidFill>
                <a:schemeClr val="tx1"/>
              </a:solidFill>
              <a:effectLst/>
              <a:latin typeface="Biennale" panose="00000500000000000000" pitchFamily="2" charset="0"/>
              <a:ea typeface="+mn-ea"/>
              <a:cs typeface="+mn-cs"/>
            </a:endParaRPr>
          </a:p>
        </p:txBody>
      </p:sp>
      <p:sp>
        <p:nvSpPr>
          <p:cNvPr id="4" name="Espace réservé du numéro de diapositive 3">
            <a:extLst>
              <a:ext uri="{FF2B5EF4-FFF2-40B4-BE49-F238E27FC236}">
                <a16:creationId xmlns:a16="http://schemas.microsoft.com/office/drawing/2014/main" id="{D720E7C6-D44C-3561-EE85-49BD0B274941}"/>
              </a:ext>
            </a:extLst>
          </p:cNvPr>
          <p:cNvSpPr>
            <a:spLocks noGrp="1"/>
          </p:cNvSpPr>
          <p:nvPr>
            <p:ph type="sldNum" sz="quarter" idx="5"/>
          </p:nvPr>
        </p:nvSpPr>
        <p:spPr/>
        <p:txBody>
          <a:bodyPr/>
          <a:lstStyle/>
          <a:p>
            <a:fld id="{8B625186-1159-4D34-813C-4B43A94F9814}" type="slidenum">
              <a:rPr lang="en-US" smtClean="0"/>
              <a:pPr/>
              <a:t>13</a:t>
            </a:fld>
            <a:endParaRPr lang="en-US" dirty="0"/>
          </a:p>
        </p:txBody>
      </p:sp>
    </p:spTree>
    <p:extLst>
      <p:ext uri="{BB962C8B-B14F-4D97-AF65-F5344CB8AC3E}">
        <p14:creationId xmlns:p14="http://schemas.microsoft.com/office/powerpoint/2010/main" val="1501880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39AF0-F0FC-CD02-98FD-E4AE3D554A0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5054892-5C0B-B301-D6CA-D42B6A6E3AF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57CE937-67A9-4A72-B90E-9BB867C58F8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A328C50-0497-FD54-72A2-FEC798DAF9BA}"/>
              </a:ext>
            </a:extLst>
          </p:cNvPr>
          <p:cNvSpPr>
            <a:spLocks noGrp="1"/>
          </p:cNvSpPr>
          <p:nvPr>
            <p:ph type="sldNum" sz="quarter" idx="5"/>
          </p:nvPr>
        </p:nvSpPr>
        <p:spPr/>
        <p:txBody>
          <a:bodyPr/>
          <a:lstStyle/>
          <a:p>
            <a:fld id="{8B625186-1159-4D34-813C-4B43A94F9814}" type="slidenum">
              <a:rPr lang="en-US" smtClean="0"/>
              <a:pPr/>
              <a:t>14</a:t>
            </a:fld>
            <a:endParaRPr lang="en-US" dirty="0"/>
          </a:p>
        </p:txBody>
      </p:sp>
    </p:spTree>
    <p:extLst>
      <p:ext uri="{BB962C8B-B14F-4D97-AF65-F5344CB8AC3E}">
        <p14:creationId xmlns:p14="http://schemas.microsoft.com/office/powerpoint/2010/main" val="1067089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3165D-FDCF-36B2-16F4-2D000D5CF91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7761375-F10F-226B-AD04-B0507C9B945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F16505-180C-1920-0778-BF15988D531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D75C13B-7297-4012-6BE0-02AB227C492B}"/>
              </a:ext>
            </a:extLst>
          </p:cNvPr>
          <p:cNvSpPr>
            <a:spLocks noGrp="1"/>
          </p:cNvSpPr>
          <p:nvPr>
            <p:ph type="sldNum" sz="quarter" idx="5"/>
          </p:nvPr>
        </p:nvSpPr>
        <p:spPr/>
        <p:txBody>
          <a:bodyPr/>
          <a:lstStyle/>
          <a:p>
            <a:fld id="{8B625186-1159-4D34-813C-4B43A94F9814}" type="slidenum">
              <a:rPr lang="en-US" smtClean="0"/>
              <a:pPr/>
              <a:t>15</a:t>
            </a:fld>
            <a:endParaRPr lang="en-US" dirty="0"/>
          </a:p>
        </p:txBody>
      </p:sp>
    </p:spTree>
    <p:extLst>
      <p:ext uri="{BB962C8B-B14F-4D97-AF65-F5344CB8AC3E}">
        <p14:creationId xmlns:p14="http://schemas.microsoft.com/office/powerpoint/2010/main" val="2153647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16</a:t>
            </a:fld>
            <a:endParaRPr lang="en-US" dirty="0"/>
          </a:p>
        </p:txBody>
      </p:sp>
    </p:spTree>
    <p:extLst>
      <p:ext uri="{BB962C8B-B14F-4D97-AF65-F5344CB8AC3E}">
        <p14:creationId xmlns:p14="http://schemas.microsoft.com/office/powerpoint/2010/main" val="1000647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EB0C-E08A-8CCF-A8D4-A8F4ECBD45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677AE2-703B-8A58-BBA6-9EC77333A6E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9D6A0D6-558E-5687-7A67-9E5E5DA49DF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8183AF5-3797-F315-63D0-D1E971F6A087}"/>
              </a:ext>
            </a:extLst>
          </p:cNvPr>
          <p:cNvSpPr>
            <a:spLocks noGrp="1"/>
          </p:cNvSpPr>
          <p:nvPr>
            <p:ph type="sldNum" sz="quarter" idx="5"/>
          </p:nvPr>
        </p:nvSpPr>
        <p:spPr/>
        <p:txBody>
          <a:bodyPr/>
          <a:lstStyle/>
          <a:p>
            <a:fld id="{8B625186-1159-4D34-813C-4B43A94F9814}" type="slidenum">
              <a:rPr lang="en-US" smtClean="0"/>
              <a:pPr/>
              <a:t>17</a:t>
            </a:fld>
            <a:endParaRPr lang="en-US" dirty="0"/>
          </a:p>
        </p:txBody>
      </p:sp>
    </p:spTree>
    <p:extLst>
      <p:ext uri="{BB962C8B-B14F-4D97-AF65-F5344CB8AC3E}">
        <p14:creationId xmlns:p14="http://schemas.microsoft.com/office/powerpoint/2010/main" val="2180161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65E8C-5B44-4BD4-3385-D8742C98F9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753B7E7-021D-953F-BE98-4AD7AEB77DE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DFE13BD-3910-B7D8-087C-8587413D026B}"/>
              </a:ext>
            </a:extLst>
          </p:cNvPr>
          <p:cNvSpPr>
            <a:spLocks noGrp="1"/>
          </p:cNvSpPr>
          <p:nvPr>
            <p:ph type="body" idx="1"/>
          </p:nvPr>
        </p:nvSpPr>
        <p:spPr/>
        <p:txBody>
          <a:bodyPr/>
          <a:lstStyle/>
          <a:p>
            <a:endParaRPr lang="fr-FR" sz="1200" b="0" kern="1200" dirty="0">
              <a:solidFill>
                <a:schemeClr val="tx1"/>
              </a:solidFill>
              <a:effectLst/>
              <a:latin typeface="Biennale" panose="00000500000000000000" pitchFamily="2" charset="0"/>
              <a:ea typeface="+mn-ea"/>
              <a:cs typeface="+mn-cs"/>
            </a:endParaRPr>
          </a:p>
        </p:txBody>
      </p:sp>
      <p:sp>
        <p:nvSpPr>
          <p:cNvPr id="4" name="Espace réservé du numéro de diapositive 3">
            <a:extLst>
              <a:ext uri="{FF2B5EF4-FFF2-40B4-BE49-F238E27FC236}">
                <a16:creationId xmlns:a16="http://schemas.microsoft.com/office/drawing/2014/main" id="{6556E275-806A-9219-A068-C08E1C91FAE6}"/>
              </a:ext>
            </a:extLst>
          </p:cNvPr>
          <p:cNvSpPr>
            <a:spLocks noGrp="1"/>
          </p:cNvSpPr>
          <p:nvPr>
            <p:ph type="sldNum" sz="quarter" idx="5"/>
          </p:nvPr>
        </p:nvSpPr>
        <p:spPr/>
        <p:txBody>
          <a:bodyPr/>
          <a:lstStyle/>
          <a:p>
            <a:fld id="{8B625186-1159-4D34-813C-4B43A94F9814}" type="slidenum">
              <a:rPr lang="en-US" smtClean="0"/>
              <a:pPr/>
              <a:t>19</a:t>
            </a:fld>
            <a:endParaRPr lang="en-US" dirty="0"/>
          </a:p>
        </p:txBody>
      </p:sp>
    </p:spTree>
    <p:extLst>
      <p:ext uri="{BB962C8B-B14F-4D97-AF65-F5344CB8AC3E}">
        <p14:creationId xmlns:p14="http://schemas.microsoft.com/office/powerpoint/2010/main" val="3656581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Biennale" panose="00000500000000000000" pitchFamily="2" charset="0"/>
              <a:ea typeface="+mn-ea"/>
              <a:cs typeface="+mn-cs"/>
            </a:endParaRPr>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20</a:t>
            </a:fld>
            <a:endParaRPr lang="en-US" dirty="0"/>
          </a:p>
        </p:txBody>
      </p:sp>
    </p:spTree>
    <p:extLst>
      <p:ext uri="{BB962C8B-B14F-4D97-AF65-F5344CB8AC3E}">
        <p14:creationId xmlns:p14="http://schemas.microsoft.com/office/powerpoint/2010/main" val="17088147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sz="1200" b="0" kern="1200" dirty="0">
              <a:solidFill>
                <a:schemeClr val="tx1"/>
              </a:solidFill>
              <a:effectLst/>
              <a:latin typeface="Biennale" panose="00000500000000000000" pitchFamily="2" charset="0"/>
              <a:ea typeface="+mn-ea"/>
              <a:cs typeface="+mn-cs"/>
            </a:endParaRPr>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21</a:t>
            </a:fld>
            <a:endParaRPr lang="en-US" dirty="0"/>
          </a:p>
        </p:txBody>
      </p:sp>
    </p:spTree>
    <p:extLst>
      <p:ext uri="{BB962C8B-B14F-4D97-AF65-F5344CB8AC3E}">
        <p14:creationId xmlns:p14="http://schemas.microsoft.com/office/powerpoint/2010/main" val="3715805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22</a:t>
            </a:fld>
            <a:endParaRPr lang="en-US" dirty="0"/>
          </a:p>
        </p:txBody>
      </p:sp>
    </p:spTree>
    <p:extLst>
      <p:ext uri="{BB962C8B-B14F-4D97-AF65-F5344CB8AC3E}">
        <p14:creationId xmlns:p14="http://schemas.microsoft.com/office/powerpoint/2010/main" val="27061243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23</a:t>
            </a:fld>
            <a:endParaRPr lang="en-US" dirty="0"/>
          </a:p>
        </p:txBody>
      </p:sp>
    </p:spTree>
    <p:extLst>
      <p:ext uri="{BB962C8B-B14F-4D97-AF65-F5344CB8AC3E}">
        <p14:creationId xmlns:p14="http://schemas.microsoft.com/office/powerpoint/2010/main" val="9340548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24</a:t>
            </a:fld>
            <a:endParaRPr lang="en-US" dirty="0"/>
          </a:p>
        </p:txBody>
      </p:sp>
    </p:spTree>
    <p:extLst>
      <p:ext uri="{BB962C8B-B14F-4D97-AF65-F5344CB8AC3E}">
        <p14:creationId xmlns:p14="http://schemas.microsoft.com/office/powerpoint/2010/main" val="13144488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25</a:t>
            </a:fld>
            <a:endParaRPr lang="en-US" dirty="0"/>
          </a:p>
        </p:txBody>
      </p:sp>
    </p:spTree>
    <p:extLst>
      <p:ext uri="{BB962C8B-B14F-4D97-AF65-F5344CB8AC3E}">
        <p14:creationId xmlns:p14="http://schemas.microsoft.com/office/powerpoint/2010/main" val="10773376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26</a:t>
            </a:fld>
            <a:endParaRPr lang="en-US" dirty="0"/>
          </a:p>
        </p:txBody>
      </p:sp>
    </p:spTree>
    <p:extLst>
      <p:ext uri="{BB962C8B-B14F-4D97-AF65-F5344CB8AC3E}">
        <p14:creationId xmlns:p14="http://schemas.microsoft.com/office/powerpoint/2010/main" val="39901478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sz="1200" b="0" kern="1200" dirty="0">
              <a:solidFill>
                <a:schemeClr val="tx1"/>
              </a:solidFill>
              <a:effectLst/>
              <a:latin typeface="Biennale" panose="00000500000000000000" pitchFamily="2" charset="0"/>
              <a:ea typeface="+mn-ea"/>
              <a:cs typeface="+mn-cs"/>
            </a:endParaRPr>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27</a:t>
            </a:fld>
            <a:endParaRPr lang="en-US" dirty="0"/>
          </a:p>
        </p:txBody>
      </p:sp>
    </p:spTree>
    <p:extLst>
      <p:ext uri="{BB962C8B-B14F-4D97-AF65-F5344CB8AC3E}">
        <p14:creationId xmlns:p14="http://schemas.microsoft.com/office/powerpoint/2010/main" val="14401793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28</a:t>
            </a:fld>
            <a:endParaRPr lang="en-US" dirty="0"/>
          </a:p>
        </p:txBody>
      </p:sp>
    </p:spTree>
    <p:extLst>
      <p:ext uri="{BB962C8B-B14F-4D97-AF65-F5344CB8AC3E}">
        <p14:creationId xmlns:p14="http://schemas.microsoft.com/office/powerpoint/2010/main" val="16444884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sz="1200" b="0" kern="1200" dirty="0">
              <a:solidFill>
                <a:schemeClr val="tx1"/>
              </a:solidFill>
              <a:effectLst/>
              <a:latin typeface="Biennale" panose="00000500000000000000" pitchFamily="2" charset="0"/>
              <a:ea typeface="+mn-ea"/>
              <a:cs typeface="+mn-cs"/>
            </a:endParaRPr>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29</a:t>
            </a:fld>
            <a:endParaRPr lang="en-US" dirty="0"/>
          </a:p>
        </p:txBody>
      </p:sp>
    </p:spTree>
    <p:extLst>
      <p:ext uri="{BB962C8B-B14F-4D97-AF65-F5344CB8AC3E}">
        <p14:creationId xmlns:p14="http://schemas.microsoft.com/office/powerpoint/2010/main" val="243227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30</a:t>
            </a:fld>
            <a:endParaRPr lang="en-US" dirty="0"/>
          </a:p>
        </p:txBody>
      </p:sp>
    </p:spTree>
    <p:extLst>
      <p:ext uri="{BB962C8B-B14F-4D97-AF65-F5344CB8AC3E}">
        <p14:creationId xmlns:p14="http://schemas.microsoft.com/office/powerpoint/2010/main" val="38552058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31</a:t>
            </a:fld>
            <a:endParaRPr lang="en-US" dirty="0"/>
          </a:p>
        </p:txBody>
      </p:sp>
    </p:spTree>
    <p:extLst>
      <p:ext uri="{BB962C8B-B14F-4D97-AF65-F5344CB8AC3E}">
        <p14:creationId xmlns:p14="http://schemas.microsoft.com/office/powerpoint/2010/main" val="34719696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indent="0">
              <a:buFontTx/>
              <a:buNone/>
            </a:pPr>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32</a:t>
            </a:fld>
            <a:endParaRPr lang="en-US" dirty="0"/>
          </a:p>
        </p:txBody>
      </p:sp>
    </p:spTree>
    <p:extLst>
      <p:ext uri="{BB962C8B-B14F-4D97-AF65-F5344CB8AC3E}">
        <p14:creationId xmlns:p14="http://schemas.microsoft.com/office/powerpoint/2010/main" val="25904336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ED354-1F56-9181-15A1-CD5108F5EC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11678B-F947-8EBD-FDDB-A496B62A440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250A445-C207-3196-3997-7D91AA4321E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69E6BFF-C8C8-E2CB-92E0-391F2CA461DB}"/>
              </a:ext>
            </a:extLst>
          </p:cNvPr>
          <p:cNvSpPr>
            <a:spLocks noGrp="1"/>
          </p:cNvSpPr>
          <p:nvPr>
            <p:ph type="sldNum" sz="quarter" idx="5"/>
          </p:nvPr>
        </p:nvSpPr>
        <p:spPr/>
        <p:txBody>
          <a:bodyPr/>
          <a:lstStyle/>
          <a:p>
            <a:fld id="{8B625186-1159-4D34-813C-4B43A94F9814}" type="slidenum">
              <a:rPr lang="en-US" smtClean="0"/>
              <a:pPr/>
              <a:t>33</a:t>
            </a:fld>
            <a:endParaRPr lang="en-US" dirty="0"/>
          </a:p>
        </p:txBody>
      </p:sp>
    </p:spTree>
    <p:extLst>
      <p:ext uri="{BB962C8B-B14F-4D97-AF65-F5344CB8AC3E}">
        <p14:creationId xmlns:p14="http://schemas.microsoft.com/office/powerpoint/2010/main" val="2027439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34</a:t>
            </a:fld>
            <a:endParaRPr lang="en-US" dirty="0"/>
          </a:p>
        </p:txBody>
      </p:sp>
    </p:spTree>
    <p:extLst>
      <p:ext uri="{BB962C8B-B14F-4D97-AF65-F5344CB8AC3E}">
        <p14:creationId xmlns:p14="http://schemas.microsoft.com/office/powerpoint/2010/main" val="39103372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35</a:t>
            </a:fld>
            <a:endParaRPr lang="en-US" dirty="0"/>
          </a:p>
        </p:txBody>
      </p:sp>
    </p:spTree>
    <p:extLst>
      <p:ext uri="{BB962C8B-B14F-4D97-AF65-F5344CB8AC3E}">
        <p14:creationId xmlns:p14="http://schemas.microsoft.com/office/powerpoint/2010/main" val="9999821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36</a:t>
            </a:fld>
            <a:endParaRPr lang="en-US" dirty="0"/>
          </a:p>
        </p:txBody>
      </p:sp>
    </p:spTree>
    <p:extLst>
      <p:ext uri="{BB962C8B-B14F-4D97-AF65-F5344CB8AC3E}">
        <p14:creationId xmlns:p14="http://schemas.microsoft.com/office/powerpoint/2010/main" val="2119994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37</a:t>
            </a:fld>
            <a:endParaRPr lang="en-US" dirty="0"/>
          </a:p>
        </p:txBody>
      </p:sp>
    </p:spTree>
    <p:extLst>
      <p:ext uri="{BB962C8B-B14F-4D97-AF65-F5344CB8AC3E}">
        <p14:creationId xmlns:p14="http://schemas.microsoft.com/office/powerpoint/2010/main" val="954169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38</a:t>
            </a:fld>
            <a:endParaRPr lang="en-US" dirty="0"/>
          </a:p>
        </p:txBody>
      </p:sp>
    </p:spTree>
    <p:extLst>
      <p:ext uri="{BB962C8B-B14F-4D97-AF65-F5344CB8AC3E}">
        <p14:creationId xmlns:p14="http://schemas.microsoft.com/office/powerpoint/2010/main" val="36721939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39</a:t>
            </a:fld>
            <a:endParaRPr lang="en-US" dirty="0"/>
          </a:p>
        </p:txBody>
      </p:sp>
    </p:spTree>
    <p:extLst>
      <p:ext uri="{BB962C8B-B14F-4D97-AF65-F5344CB8AC3E}">
        <p14:creationId xmlns:p14="http://schemas.microsoft.com/office/powerpoint/2010/main" val="31586098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40</a:t>
            </a:fld>
            <a:endParaRPr lang="en-US" dirty="0"/>
          </a:p>
        </p:txBody>
      </p:sp>
    </p:spTree>
    <p:extLst>
      <p:ext uri="{BB962C8B-B14F-4D97-AF65-F5344CB8AC3E}">
        <p14:creationId xmlns:p14="http://schemas.microsoft.com/office/powerpoint/2010/main" val="19463095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41</a:t>
            </a:fld>
            <a:endParaRPr lang="en-US" dirty="0"/>
          </a:p>
        </p:txBody>
      </p:sp>
    </p:spTree>
    <p:extLst>
      <p:ext uri="{BB962C8B-B14F-4D97-AF65-F5344CB8AC3E}">
        <p14:creationId xmlns:p14="http://schemas.microsoft.com/office/powerpoint/2010/main" val="2749535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42</a:t>
            </a:fld>
            <a:endParaRPr lang="en-US" dirty="0"/>
          </a:p>
        </p:txBody>
      </p:sp>
    </p:spTree>
    <p:extLst>
      <p:ext uri="{BB962C8B-B14F-4D97-AF65-F5344CB8AC3E}">
        <p14:creationId xmlns:p14="http://schemas.microsoft.com/office/powerpoint/2010/main" val="2974158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44</a:t>
            </a:fld>
            <a:endParaRPr lang="en-US" dirty="0"/>
          </a:p>
        </p:txBody>
      </p:sp>
    </p:spTree>
    <p:extLst>
      <p:ext uri="{BB962C8B-B14F-4D97-AF65-F5344CB8AC3E}">
        <p14:creationId xmlns:p14="http://schemas.microsoft.com/office/powerpoint/2010/main" val="41783475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B625186-1159-4D34-813C-4B43A94F9814}" type="slidenum">
              <a:rPr lang="en-US" smtClean="0"/>
              <a:pPr/>
              <a:t>47</a:t>
            </a:fld>
            <a:endParaRPr lang="en-US" dirty="0"/>
          </a:p>
        </p:txBody>
      </p:sp>
    </p:spTree>
    <p:extLst>
      <p:ext uri="{BB962C8B-B14F-4D97-AF65-F5344CB8AC3E}">
        <p14:creationId xmlns:p14="http://schemas.microsoft.com/office/powerpoint/2010/main" val="31683858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9FD7C0F0-4D00-0140-8807-06D6E9D5C32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5334000" y="0"/>
            <a:ext cx="6858000" cy="6858000"/>
          </a:xfrm>
          <a:prstGeom prst="rect">
            <a:avLst/>
          </a:prstGeom>
        </p:spPr>
      </p:pic>
    </p:spTree>
    <p:extLst>
      <p:ext uri="{BB962C8B-B14F-4D97-AF65-F5344CB8AC3E}">
        <p14:creationId xmlns:p14="http://schemas.microsoft.com/office/powerpoint/2010/main" val="1558443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0C3BDD0-AF5E-6A61-A0D9-F70CA0FF875B}"/>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3431217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BA3BD25-5930-04B1-68A5-F9BDC9B138EB}"/>
              </a:ext>
              <a:ext uri="{C183D7F6-B498-43B3-948B-1728B52AA6E4}">
                <adec:decorative xmlns:adec="http://schemas.microsoft.com/office/drawing/2017/decorative" val="1"/>
              </a:ext>
            </a:extLst>
          </p:cNvPr>
          <p:cNvGrpSpPr/>
          <p:nvPr userDrawn="1"/>
        </p:nvGrpSpPr>
        <p:grpSpPr>
          <a:xfrm>
            <a:off x="4467366" y="-2"/>
            <a:ext cx="7724635" cy="6858000"/>
            <a:chOff x="4467366" y="-2"/>
            <a:chExt cx="7724635" cy="6858000"/>
          </a:xfrm>
        </p:grpSpPr>
        <p:pic>
          <p:nvPicPr>
            <p:cNvPr id="2" name="Graphic 1">
              <a:extLst>
                <a:ext uri="{FF2B5EF4-FFF2-40B4-BE49-F238E27FC236}">
                  <a16:creationId xmlns:a16="http://schemas.microsoft.com/office/drawing/2014/main" id="{DCC1C307-4A11-8265-F1FF-AC20B78DEB9D}"/>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38"/>
            <a:stretch/>
          </p:blipFill>
          <p:spPr>
            <a:xfrm rot="5400000" flipH="1">
              <a:off x="4900683" y="3428998"/>
              <a:ext cx="2995683" cy="3862317"/>
            </a:xfrm>
            <a:prstGeom prst="rect">
              <a:avLst/>
            </a:prstGeom>
          </p:spPr>
        </p:pic>
        <p:pic>
          <p:nvPicPr>
            <p:cNvPr id="3" name="Graphic 2">
              <a:extLst>
                <a:ext uri="{FF2B5EF4-FFF2-40B4-BE49-F238E27FC236}">
                  <a16:creationId xmlns:a16="http://schemas.microsoft.com/office/drawing/2014/main" id="{E0CF8E77-A4EE-35C7-A5CD-F520193C39D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29684" y="-2"/>
              <a:ext cx="3862317" cy="386231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accent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accent3"/>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2873245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ED5386-93F9-CDA8-E734-D9726F47303C}"/>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2" name="Graphique 10" descr="Atos logo">
            <a:extLst>
              <a:ext uri="{FF2B5EF4-FFF2-40B4-BE49-F238E27FC236}">
                <a16:creationId xmlns:a16="http://schemas.microsoft.com/office/drawing/2014/main" id="{4EAE2C9A-6617-E131-E7DC-EDB5219632CC}"/>
              </a:ext>
            </a:extLst>
          </p:cNvPr>
          <p:cNvSpPr>
            <a:spLocks noChangeAspect="1"/>
          </p:cNvSpPr>
          <p:nvPr userDrawn="1"/>
        </p:nvSpPr>
        <p:spPr>
          <a:xfrm>
            <a:off x="7805427" y="6024696"/>
            <a:ext cx="1582715" cy="48397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grpSp>
        <p:nvGrpSpPr>
          <p:cNvPr id="4" name="Group 3" descr="Client/Partner/Alliance logo placeholder text box">
            <a:extLst>
              <a:ext uri="{FF2B5EF4-FFF2-40B4-BE49-F238E27FC236}">
                <a16:creationId xmlns:a16="http://schemas.microsoft.com/office/drawing/2014/main" id="{FC6D797E-46C0-6931-DE5B-BADA16383D13}"/>
              </a:ext>
              <a:ext uri="{C183D7F6-B498-43B3-948B-1728B52AA6E4}">
                <adec:decorative xmlns:adec="http://schemas.microsoft.com/office/drawing/2017/decorative" val="0"/>
              </a:ext>
            </a:extLst>
          </p:cNvPr>
          <p:cNvGrpSpPr/>
          <p:nvPr userDrawn="1"/>
        </p:nvGrpSpPr>
        <p:grpSpPr>
          <a:xfrm>
            <a:off x="12439558" y="6039739"/>
            <a:ext cx="2291081" cy="743281"/>
            <a:chOff x="9462769" y="4607169"/>
            <a:chExt cx="2291081" cy="743281"/>
          </a:xfrm>
        </p:grpSpPr>
        <p:sp>
          <p:nvSpPr>
            <p:cNvPr id="5" name="Rectangle 4">
              <a:extLst>
                <a:ext uri="{FF2B5EF4-FFF2-40B4-BE49-F238E27FC236}">
                  <a16:creationId xmlns:a16="http://schemas.microsoft.com/office/drawing/2014/main" id="{D822352F-7391-98C4-F87B-0D47FB92F00D}"/>
                </a:ext>
              </a:extLst>
            </p:cNvPr>
            <p:cNvSpPr/>
            <p:nvPr/>
          </p:nvSpPr>
          <p:spPr>
            <a:xfrm>
              <a:off x="10102849" y="4607169"/>
              <a:ext cx="1651001" cy="74328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tx1"/>
                  </a:solidFill>
                </a:rPr>
                <a:t>Place the partner or alliance</a:t>
              </a:r>
              <a:br>
                <a:rPr lang="en-US" sz="1400" dirty="0">
                  <a:solidFill>
                    <a:schemeClr val="tx1"/>
                  </a:solidFill>
                </a:rPr>
              </a:br>
              <a:r>
                <a:rPr lang="en-US" sz="1400" dirty="0">
                  <a:solidFill>
                    <a:schemeClr val="tx1"/>
                  </a:solidFill>
                </a:rPr>
                <a:t>logo here</a:t>
              </a:r>
            </a:p>
          </p:txBody>
        </p:sp>
        <p:cxnSp>
          <p:nvCxnSpPr>
            <p:cNvPr id="7" name="Straight Arrow Connector 6">
              <a:extLst>
                <a:ext uri="{FF2B5EF4-FFF2-40B4-BE49-F238E27FC236}">
                  <a16:creationId xmlns:a16="http://schemas.microsoft.com/office/drawing/2014/main" id="{E0415C20-974D-3C5A-FB64-90A65740B1FA}"/>
                </a:ext>
              </a:extLst>
            </p:cNvPr>
            <p:cNvCxnSpPr>
              <a:cxnSpLocks/>
            </p:cNvCxnSpPr>
            <p:nvPr/>
          </p:nvCxnSpPr>
          <p:spPr>
            <a:xfrm rot="5400000">
              <a:off x="9782809" y="4658769"/>
              <a:ext cx="0" cy="640080"/>
            </a:xfrm>
            <a:prstGeom prst="straightConnector1">
              <a:avLst/>
            </a:prstGeom>
            <a:ln w="28575">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D82F4E58-5BE5-7AAF-3296-A6ADEFF55B2D}"/>
              </a:ext>
              <a:ext uri="{C183D7F6-B498-43B3-948B-1728B52AA6E4}">
                <adec:decorative xmlns:adec="http://schemas.microsoft.com/office/drawing/2017/decorative" val="1"/>
              </a:ext>
            </a:extLst>
          </p:cNvPr>
          <p:cNvCxnSpPr>
            <a:cxnSpLocks/>
          </p:cNvCxnSpPr>
          <p:nvPr userDrawn="1"/>
        </p:nvCxnSpPr>
        <p:spPr>
          <a:xfrm>
            <a:off x="9783891" y="5940279"/>
            <a:ext cx="0" cy="64922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060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5">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ED5386-93F9-CDA8-E734-D9726F47303C}"/>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18" name="Graphique 10" descr="Atos logo">
            <a:extLst>
              <a:ext uri="{FF2B5EF4-FFF2-40B4-BE49-F238E27FC236}">
                <a16:creationId xmlns:a16="http://schemas.microsoft.com/office/drawing/2014/main" id="{DC5A2AB4-E24E-F451-9BC8-91BE6EE4A5CA}"/>
              </a:ext>
            </a:extLst>
          </p:cNvPr>
          <p:cNvSpPr>
            <a:spLocks noChangeAspect="1"/>
          </p:cNvSpPr>
          <p:nvPr userDrawn="1"/>
        </p:nvSpPr>
        <p:spPr>
          <a:xfrm>
            <a:off x="10184177" y="6024696"/>
            <a:ext cx="1582715" cy="48397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grpSp>
        <p:nvGrpSpPr>
          <p:cNvPr id="2" name="Group 1" descr="Client/Partner/Alliance logo placeholder text box">
            <a:extLst>
              <a:ext uri="{FF2B5EF4-FFF2-40B4-BE49-F238E27FC236}">
                <a16:creationId xmlns:a16="http://schemas.microsoft.com/office/drawing/2014/main" id="{95A3F0FC-C563-28DD-6EEE-319F639800E3}"/>
              </a:ext>
              <a:ext uri="{C183D7F6-B498-43B3-948B-1728B52AA6E4}">
                <adec:decorative xmlns:adec="http://schemas.microsoft.com/office/drawing/2017/decorative" val="0"/>
              </a:ext>
            </a:extLst>
          </p:cNvPr>
          <p:cNvGrpSpPr/>
          <p:nvPr userDrawn="1"/>
        </p:nvGrpSpPr>
        <p:grpSpPr>
          <a:xfrm>
            <a:off x="7806695" y="6986588"/>
            <a:ext cx="1666875" cy="1116587"/>
            <a:chOff x="10102849" y="4471988"/>
            <a:chExt cx="1666875" cy="1116587"/>
          </a:xfrm>
        </p:grpSpPr>
        <p:sp>
          <p:nvSpPr>
            <p:cNvPr id="4" name="Rectangle 3">
              <a:extLst>
                <a:ext uri="{FF2B5EF4-FFF2-40B4-BE49-F238E27FC236}">
                  <a16:creationId xmlns:a16="http://schemas.microsoft.com/office/drawing/2014/main" id="{45CB0AC8-C79C-7D5A-1683-BB36315435F7}"/>
                </a:ext>
              </a:extLst>
            </p:cNvPr>
            <p:cNvSpPr/>
            <p:nvPr/>
          </p:nvSpPr>
          <p:spPr>
            <a:xfrm>
              <a:off x="10102849" y="4845294"/>
              <a:ext cx="1666875" cy="74328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tx1"/>
                  </a:solidFill>
                </a:rPr>
                <a:t>Place the client logo here</a:t>
              </a:r>
            </a:p>
          </p:txBody>
        </p:sp>
        <p:cxnSp>
          <p:nvCxnSpPr>
            <p:cNvPr id="5" name="Straight Arrow Connector 4">
              <a:extLst>
                <a:ext uri="{FF2B5EF4-FFF2-40B4-BE49-F238E27FC236}">
                  <a16:creationId xmlns:a16="http://schemas.microsoft.com/office/drawing/2014/main" id="{728ADA43-1032-F46C-5454-1284B07B370B}"/>
                </a:ext>
              </a:extLst>
            </p:cNvPr>
            <p:cNvCxnSpPr>
              <a:cxnSpLocks/>
            </p:cNvCxnSpPr>
            <p:nvPr/>
          </p:nvCxnSpPr>
          <p:spPr>
            <a:xfrm flipV="1">
              <a:off x="10936286" y="4471988"/>
              <a:ext cx="0" cy="371475"/>
            </a:xfrm>
            <a:prstGeom prst="straightConnector1">
              <a:avLst/>
            </a:prstGeom>
            <a:ln w="28575">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502B8148-CFE8-C48B-CB6E-972AEDB2414B}"/>
              </a:ext>
              <a:ext uri="{C183D7F6-B498-43B3-948B-1728B52AA6E4}">
                <adec:decorative xmlns:adec="http://schemas.microsoft.com/office/drawing/2017/decorative" val="1"/>
              </a:ext>
            </a:extLst>
          </p:cNvPr>
          <p:cNvCxnSpPr>
            <a:cxnSpLocks/>
          </p:cNvCxnSpPr>
          <p:nvPr userDrawn="1"/>
        </p:nvCxnSpPr>
        <p:spPr>
          <a:xfrm>
            <a:off x="9783891" y="5940279"/>
            <a:ext cx="0" cy="64922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2684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6">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97919D9-2989-3289-BE2F-126C2433837B}"/>
              </a:ext>
              <a:ext uri="{C183D7F6-B498-43B3-948B-1728B52AA6E4}">
                <adec:decorative xmlns:adec="http://schemas.microsoft.com/office/drawing/2017/decorative" val="1"/>
              </a:ext>
            </a:extLst>
          </p:cNvPr>
          <p:cNvSpPr/>
          <p:nvPr userDrawn="1"/>
        </p:nvSpPr>
        <p:spPr>
          <a:xfrm>
            <a:off x="0" y="0"/>
            <a:ext cx="12192000" cy="6857556"/>
          </a:xfrm>
          <a:custGeom>
            <a:avLst/>
            <a:gdLst>
              <a:gd name="connsiteX0" fmla="*/ 12192000 w 12192000"/>
              <a:gd name="connsiteY0" fmla="*/ 2782174 h 6857556"/>
              <a:gd name="connsiteX1" fmla="*/ 12192000 w 12192000"/>
              <a:gd name="connsiteY1" fmla="*/ 6857556 h 6857556"/>
              <a:gd name="connsiteX2" fmla="*/ 8111311 w 12192000"/>
              <a:gd name="connsiteY2" fmla="*/ 6857556 h 6857556"/>
              <a:gd name="connsiteX3" fmla="*/ 8113342 w 12192000"/>
              <a:gd name="connsiteY3" fmla="*/ 6733493 h 6857556"/>
              <a:gd name="connsiteX4" fmla="*/ 12064704 w 12192000"/>
              <a:gd name="connsiteY4" fmla="*/ 2783524 h 6857556"/>
              <a:gd name="connsiteX5" fmla="*/ 0 w 12192000"/>
              <a:gd name="connsiteY5" fmla="*/ 0 h 6857556"/>
              <a:gd name="connsiteX6" fmla="*/ 12192000 w 12192000"/>
              <a:gd name="connsiteY6" fmla="*/ 0 h 6857556"/>
              <a:gd name="connsiteX7" fmla="*/ 12192000 w 12192000"/>
              <a:gd name="connsiteY7" fmla="*/ 444 h 6857556"/>
              <a:gd name="connsiteX8" fmla="*/ 11867550 w 12192000"/>
              <a:gd name="connsiteY8" fmla="*/ 4015 h 6857556"/>
              <a:gd name="connsiteX9" fmla="*/ 7200902 w 12192000"/>
              <a:gd name="connsiteY9" fmla="*/ 2159000 h 6857556"/>
              <a:gd name="connsiteX10" fmla="*/ 5337672 w 12192000"/>
              <a:gd name="connsiteY10" fmla="*/ 6585644 h 6857556"/>
              <a:gd name="connsiteX11" fmla="*/ 5334507 w 12192000"/>
              <a:gd name="connsiteY11" fmla="*/ 6857556 h 6857556"/>
              <a:gd name="connsiteX12" fmla="*/ 0 w 12192000"/>
              <a:gd name="connsiteY12" fmla="*/ 685755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6857556">
                <a:moveTo>
                  <a:pt x="12192000" y="2782174"/>
                </a:moveTo>
                <a:lnTo>
                  <a:pt x="12192000" y="6857556"/>
                </a:lnTo>
                <a:lnTo>
                  <a:pt x="8111311" y="6857556"/>
                </a:lnTo>
                <a:lnTo>
                  <a:pt x="8113342" y="6733493"/>
                </a:lnTo>
                <a:cubicBezTo>
                  <a:pt x="8205095" y="4482559"/>
                  <a:pt x="9974251" y="2857766"/>
                  <a:pt x="12064704" y="2783524"/>
                </a:cubicBezTo>
                <a:close/>
                <a:moveTo>
                  <a:pt x="0" y="0"/>
                </a:moveTo>
                <a:lnTo>
                  <a:pt x="12192000" y="0"/>
                </a:lnTo>
                <a:lnTo>
                  <a:pt x="12192000" y="444"/>
                </a:lnTo>
                <a:lnTo>
                  <a:pt x="11867550" y="4015"/>
                </a:lnTo>
                <a:cubicBezTo>
                  <a:pt x="10051432" y="76082"/>
                  <a:pt x="8371914" y="919580"/>
                  <a:pt x="7200902" y="2159000"/>
                </a:cubicBezTo>
                <a:cubicBezTo>
                  <a:pt x="6035842" y="3386514"/>
                  <a:pt x="5395007" y="5006228"/>
                  <a:pt x="5337672" y="6585644"/>
                </a:cubicBezTo>
                <a:lnTo>
                  <a:pt x="5334507" y="6857556"/>
                </a:lnTo>
                <a:lnTo>
                  <a:pt x="0" y="6857556"/>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
        <p:nvSpPr>
          <p:cNvPr id="5" name="Picture Placeholder 19">
            <a:extLst>
              <a:ext uri="{FF2B5EF4-FFF2-40B4-BE49-F238E27FC236}">
                <a16:creationId xmlns:a16="http://schemas.microsoft.com/office/drawing/2014/main" id="{4EB1A4FF-FDF0-957E-95CD-5A9D268651E0}"/>
              </a:ext>
              <a:ext uri="{C183D7F6-B498-43B3-948B-1728B52AA6E4}">
                <adec:decorative xmlns:adec="http://schemas.microsoft.com/office/drawing/2017/decorative" val="1"/>
              </a:ext>
            </a:extLst>
          </p:cNvPr>
          <p:cNvSpPr>
            <a:spLocks noGrp="1"/>
          </p:cNvSpPr>
          <p:nvPr>
            <p:ph type="pic" sz="quarter" idx="11"/>
          </p:nvPr>
        </p:nvSpPr>
        <p:spPr>
          <a:xfrm>
            <a:off x="5327891" y="0"/>
            <a:ext cx="6864109" cy="6857556"/>
          </a:xfrm>
          <a:custGeom>
            <a:avLst/>
            <a:gdLst>
              <a:gd name="connsiteX0" fmla="*/ 6506104 w 6864109"/>
              <a:gd name="connsiteY0" fmla="*/ 0 h 6857556"/>
              <a:gd name="connsiteX1" fmla="*/ 6864109 w 6864109"/>
              <a:gd name="connsiteY1" fmla="*/ 0 h 6857556"/>
              <a:gd name="connsiteX2" fmla="*/ 6864109 w 6864109"/>
              <a:gd name="connsiteY2" fmla="*/ 2786711 h 6857556"/>
              <a:gd name="connsiteX3" fmla="*/ 6672538 w 6864109"/>
              <a:gd name="connsiteY3" fmla="*/ 2791014 h 6857556"/>
              <a:gd name="connsiteX4" fmla="*/ 2795144 w 6864109"/>
              <a:gd name="connsiteY4" fmla="*/ 6732301 h 6857556"/>
              <a:gd name="connsiteX5" fmla="*/ 2793538 w 6864109"/>
              <a:gd name="connsiteY5" fmla="*/ 6857556 h 6857556"/>
              <a:gd name="connsiteX6" fmla="*/ 0 w 6864109"/>
              <a:gd name="connsiteY6" fmla="*/ 6857556 h 6857556"/>
              <a:gd name="connsiteX7" fmla="*/ 3187 w 6864109"/>
              <a:gd name="connsiteY7" fmla="*/ 6583730 h 6857556"/>
              <a:gd name="connsiteX8" fmla="*/ 1867893 w 6864109"/>
              <a:gd name="connsiteY8" fmla="*/ 2154240 h 6857556"/>
              <a:gd name="connsiteX9" fmla="*/ 6199142 w 6864109"/>
              <a:gd name="connsiteY9" fmla="*/ 2034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4109" h="6857556">
                <a:moveTo>
                  <a:pt x="6506104" y="0"/>
                </a:moveTo>
                <a:lnTo>
                  <a:pt x="6864109" y="0"/>
                </a:lnTo>
                <a:lnTo>
                  <a:pt x="6864109" y="2786711"/>
                </a:lnTo>
                <a:lnTo>
                  <a:pt x="6672538" y="2791014"/>
                </a:lnTo>
                <a:cubicBezTo>
                  <a:pt x="4664767" y="2886626"/>
                  <a:pt x="2879590" y="4485245"/>
                  <a:pt x="2795144" y="6732301"/>
                </a:cubicBezTo>
                <a:lnTo>
                  <a:pt x="2793538" y="6857556"/>
                </a:lnTo>
                <a:lnTo>
                  <a:pt x="0" y="6857556"/>
                </a:lnTo>
                <a:lnTo>
                  <a:pt x="3187" y="6583730"/>
                </a:lnTo>
                <a:cubicBezTo>
                  <a:pt x="60566" y="5003298"/>
                  <a:pt x="701910" y="3382544"/>
                  <a:pt x="1867893" y="2154240"/>
                </a:cubicBezTo>
                <a:cubicBezTo>
                  <a:pt x="2966588" y="991538"/>
                  <a:pt x="4512566" y="177036"/>
                  <a:pt x="6199142" y="20346"/>
                </a:cubicBezTo>
                <a:close/>
              </a:path>
            </a:pathLst>
          </a:custGeom>
        </p:spPr>
        <p:txBody>
          <a:bodyPr wrap="square" tIns="0" rIns="457200" bIns="822960" anchor="ctr">
            <a:noAutofit/>
          </a:bodyPr>
          <a:lstStyle>
            <a:lvl1pPr marL="0" indent="0" algn="ctr">
              <a:buNone/>
              <a:defRPr>
                <a:solidFill>
                  <a:schemeClr val="accent3"/>
                </a:solidFill>
              </a:defRPr>
            </a:lvl1pPr>
          </a:lstStyle>
          <a:p>
            <a:r>
              <a:rPr lang="fr-FR"/>
              <a:t>Cliquez sur l'icône pour ajouter une image</a:t>
            </a:r>
            <a:endParaRPr lang="en-US" dirty="0"/>
          </a:p>
        </p:txBody>
      </p:sp>
    </p:spTree>
    <p:extLst>
      <p:ext uri="{BB962C8B-B14F-4D97-AF65-F5344CB8AC3E}">
        <p14:creationId xmlns:p14="http://schemas.microsoft.com/office/powerpoint/2010/main" val="1396756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7">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422775"/>
            <a:ext cx="3566160"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3465C205-F892-0F1B-5079-C7DD0DA98B5F}"/>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pic>
        <p:nvPicPr>
          <p:cNvPr id="3" name="Graphic 2">
            <a:extLst>
              <a:ext uri="{FF2B5EF4-FFF2-40B4-BE49-F238E27FC236}">
                <a16:creationId xmlns:a16="http://schemas.microsoft.com/office/drawing/2014/main" id="{B18DB1D5-5FA2-F839-5AE0-A3CFBD44F9E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64320" y="3429000"/>
            <a:ext cx="3429000" cy="3429000"/>
          </a:xfrm>
          <a:prstGeom prst="rect">
            <a:avLst/>
          </a:prstGeom>
        </p:spPr>
      </p:pic>
      <p:sp>
        <p:nvSpPr>
          <p:cNvPr id="2" name="Picture Placeholder 13">
            <a:extLst>
              <a:ext uri="{FF2B5EF4-FFF2-40B4-BE49-F238E27FC236}">
                <a16:creationId xmlns:a16="http://schemas.microsoft.com/office/drawing/2014/main" id="{501943B5-D1D2-69D4-5C65-807D37387FC8}"/>
              </a:ext>
              <a:ext uri="{C183D7F6-B498-43B3-948B-1728B52AA6E4}">
                <adec:decorative xmlns:adec="http://schemas.microsoft.com/office/drawing/2017/decorative" val="1"/>
              </a:ext>
            </a:extLst>
          </p:cNvPr>
          <p:cNvSpPr>
            <a:spLocks noGrp="1"/>
          </p:cNvSpPr>
          <p:nvPr>
            <p:ph type="pic" sz="quarter" idx="12"/>
          </p:nvPr>
        </p:nvSpPr>
        <p:spPr>
          <a:xfrm>
            <a:off x="7394575" y="0"/>
            <a:ext cx="4797425" cy="6858000"/>
          </a:xfrm>
        </p:spPr>
        <p:txBody>
          <a:bodyPr tIns="914400" bIns="0" anchor="ctr"/>
          <a:lstStyle>
            <a:lvl1pPr marL="0" indent="0" algn="ctr">
              <a:buNone/>
              <a:defRPr>
                <a:solidFill>
                  <a:schemeClr val="bg1"/>
                </a:solidFill>
              </a:defRPr>
            </a:lvl1pPr>
          </a:lstStyle>
          <a:p>
            <a:r>
              <a:rPr lang="fr-FR"/>
              <a:t>Cliquez sur l'icône pour ajouter une image</a:t>
            </a:r>
            <a:endParaRPr lang="en-US" dirty="0"/>
          </a:p>
        </p:txBody>
      </p:sp>
    </p:spTree>
    <p:extLst>
      <p:ext uri="{BB962C8B-B14F-4D97-AF65-F5344CB8AC3E}">
        <p14:creationId xmlns:p14="http://schemas.microsoft.com/office/powerpoint/2010/main" val="1497903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8">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48640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48640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220361"/>
            <a:ext cx="3017520"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B4AF3867-173E-FBCF-9154-A4CA43F08CC8}"/>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pic>
        <p:nvPicPr>
          <p:cNvPr id="3" name="Graphic 2">
            <a:extLst>
              <a:ext uri="{FF2B5EF4-FFF2-40B4-BE49-F238E27FC236}">
                <a16:creationId xmlns:a16="http://schemas.microsoft.com/office/drawing/2014/main" id="{B18DB1D5-5FA2-F839-5AE0-A3CFBD44F9E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57144" y="3822192"/>
            <a:ext cx="3035808" cy="3035808"/>
          </a:xfrm>
          <a:prstGeom prst="rect">
            <a:avLst/>
          </a:prstGeom>
        </p:spPr>
      </p:pic>
      <p:sp>
        <p:nvSpPr>
          <p:cNvPr id="2" name="Picture Placeholder 13">
            <a:extLst>
              <a:ext uri="{FF2B5EF4-FFF2-40B4-BE49-F238E27FC236}">
                <a16:creationId xmlns:a16="http://schemas.microsoft.com/office/drawing/2014/main" id="{501943B5-D1D2-69D4-5C65-807D37387FC8}"/>
              </a:ext>
              <a:ext uri="{C183D7F6-B498-43B3-948B-1728B52AA6E4}">
                <adec:decorative xmlns:adec="http://schemas.microsoft.com/office/drawing/2017/decorative" val="1"/>
              </a:ext>
            </a:extLst>
          </p:cNvPr>
          <p:cNvSpPr>
            <a:spLocks noGrp="1"/>
          </p:cNvSpPr>
          <p:nvPr>
            <p:ph type="pic" sz="quarter" idx="12"/>
          </p:nvPr>
        </p:nvSpPr>
        <p:spPr>
          <a:xfrm>
            <a:off x="6092952" y="0"/>
            <a:ext cx="6099048" cy="6858000"/>
          </a:xfrm>
        </p:spPr>
        <p:txBody>
          <a:bodyPr tIns="914400" bIns="0" anchor="ctr"/>
          <a:lstStyle>
            <a:lvl1pPr marL="0" indent="0" algn="ctr">
              <a:buNone/>
              <a:defRPr>
                <a:solidFill>
                  <a:schemeClr val="bg1"/>
                </a:solidFill>
              </a:defRPr>
            </a:lvl1pPr>
          </a:lstStyle>
          <a:p>
            <a:r>
              <a:rPr lang="fr-FR"/>
              <a:t>Cliquez sur l'icône pour ajouter une image</a:t>
            </a:r>
            <a:endParaRPr lang="en-US" dirty="0"/>
          </a:p>
        </p:txBody>
      </p:sp>
    </p:spTree>
    <p:extLst>
      <p:ext uri="{BB962C8B-B14F-4D97-AF65-F5344CB8AC3E}">
        <p14:creationId xmlns:p14="http://schemas.microsoft.com/office/powerpoint/2010/main" val="1704526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9">
    <p:bg>
      <p:bgPr>
        <a:solidFill>
          <a:schemeClr val="accent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5EF951F-554C-3E85-1065-5922EBE82011}"/>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3" name="Graphic 2">
              <a:extLst>
                <a:ext uri="{FF2B5EF4-FFF2-40B4-BE49-F238E27FC236}">
                  <a16:creationId xmlns:a16="http://schemas.microsoft.com/office/drawing/2014/main" id="{2300173F-419B-F629-50C7-9282A057EE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5" name="Graphic 4">
              <a:extLst>
                <a:ext uri="{FF2B5EF4-FFF2-40B4-BE49-F238E27FC236}">
                  <a16:creationId xmlns:a16="http://schemas.microsoft.com/office/drawing/2014/main" id="{7D2D87CD-48DE-0B45-D9DF-C07C2409C0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30352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30352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
        <p:nvSpPr>
          <p:cNvPr id="6" name="Picture Placeholder 8">
            <a:extLst>
              <a:ext uri="{FF2B5EF4-FFF2-40B4-BE49-F238E27FC236}">
                <a16:creationId xmlns:a16="http://schemas.microsoft.com/office/drawing/2014/main" id="{21136FEB-67FD-1BA2-0C2E-719AB4E3BDA4}"/>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291794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10">
    <p:bg>
      <p:bgPr>
        <a:solidFill>
          <a:schemeClr val="accent3"/>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5EF951F-554C-3E85-1065-5922EBE82011}"/>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a:solidFill>
            <a:schemeClr val="accent2"/>
          </a:solidFill>
        </p:grpSpPr>
        <p:pic>
          <p:nvPicPr>
            <p:cNvPr id="3" name="Graphic 2">
              <a:extLst>
                <a:ext uri="{FF2B5EF4-FFF2-40B4-BE49-F238E27FC236}">
                  <a16:creationId xmlns:a16="http://schemas.microsoft.com/office/drawing/2014/main" id="{2300173F-419B-F629-50C7-9282A057EE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5" name="Graphic 4">
              <a:extLst>
                <a:ext uri="{FF2B5EF4-FFF2-40B4-BE49-F238E27FC236}">
                  <a16:creationId xmlns:a16="http://schemas.microsoft.com/office/drawing/2014/main" id="{7D2D87CD-48DE-0B45-D9DF-C07C2409C0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30352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303520" cy="1216152"/>
          </a:xfrm>
        </p:spPr>
        <p:txBody>
          <a:bodyPr/>
          <a:lstStyle>
            <a:lvl1pPr marL="0" indent="0">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
        <p:nvSpPr>
          <p:cNvPr id="6" name="Picture Placeholder 8">
            <a:extLst>
              <a:ext uri="{FF2B5EF4-FFF2-40B4-BE49-F238E27FC236}">
                <a16:creationId xmlns:a16="http://schemas.microsoft.com/office/drawing/2014/main" id="{21136FEB-67FD-1BA2-0C2E-719AB4E3BDA4}"/>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dirty="0"/>
          </a:p>
        </p:txBody>
      </p:sp>
    </p:spTree>
    <p:extLst>
      <p:ext uri="{BB962C8B-B14F-4D97-AF65-F5344CB8AC3E}">
        <p14:creationId xmlns:p14="http://schemas.microsoft.com/office/powerpoint/2010/main" val="143628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ver 11">
    <p:bg>
      <p:bgPr>
        <a:solidFill>
          <a:schemeClr val="accent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FF5033-5E44-E1B8-D6DD-F55FB72BF455}"/>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2" name="Graphic 1">
              <a:extLst>
                <a:ext uri="{FF2B5EF4-FFF2-40B4-BE49-F238E27FC236}">
                  <a16:creationId xmlns:a16="http://schemas.microsoft.com/office/drawing/2014/main" id="{BF014B4C-83B9-0576-FE13-69430D5CC81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8" name="Graphic 7">
              <a:extLst>
                <a:ext uri="{FF2B5EF4-FFF2-40B4-BE49-F238E27FC236}">
                  <a16:creationId xmlns:a16="http://schemas.microsoft.com/office/drawing/2014/main" id="{E7101DCD-340A-AEE2-4F6A-273D7374B4F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8102279" y="1457532"/>
            <a:ext cx="3657600" cy="1435608"/>
          </a:xfrm>
        </p:spPr>
        <p:txBody>
          <a:bodyPr anchor="b"/>
          <a:lstStyle>
            <a:lvl1pPr algn="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8102279" y="2891679"/>
            <a:ext cx="3657600" cy="1828800"/>
          </a:xfrm>
        </p:spPr>
        <p:txBody>
          <a:bodyPr/>
          <a:lstStyle>
            <a:lvl1pPr marL="0" indent="0" algn="r">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8102280" y="4940644"/>
            <a:ext cx="3657600" cy="548640"/>
          </a:xfrm>
        </p:spPr>
        <p:txBody>
          <a:bodyPr/>
          <a:lstStyle>
            <a:lvl1pPr marL="0" indent="0" algn="r">
              <a:buNone/>
              <a:defRPr lang="en-US" sz="18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
        <p:nvSpPr>
          <p:cNvPr id="9" name="Picture Placeholder 8">
            <a:extLst>
              <a:ext uri="{FF2B5EF4-FFF2-40B4-BE49-F238E27FC236}">
                <a16:creationId xmlns:a16="http://schemas.microsoft.com/office/drawing/2014/main" id="{A2148EF5-6FCE-B812-3DA7-56E932357920}"/>
              </a:ext>
              <a:ext uri="{C183D7F6-B498-43B3-948B-1728B52AA6E4}">
                <adec:decorative xmlns:adec="http://schemas.microsoft.com/office/drawing/2017/decorative" val="1"/>
              </a:ext>
            </a:extLst>
          </p:cNvPr>
          <p:cNvSpPr>
            <a:spLocks noGrp="1" noChangeAspect="1"/>
          </p:cNvSpPr>
          <p:nvPr>
            <p:ph type="pic" sz="quarter" idx="16" hasCustomPrompt="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1737360" bIns="0" anchor="ctr">
            <a:noAutofit/>
          </a:bodyPr>
          <a:lstStyle>
            <a:lvl1pPr marL="0" indent="0" algn="ctr">
              <a:spcAft>
                <a:spcPts val="0"/>
              </a:spcAft>
              <a:buNone/>
              <a:defRPr>
                <a:solidFill>
                  <a:schemeClr val="bg1"/>
                </a:solidFill>
              </a:defRPr>
            </a:lvl1pPr>
          </a:lstStyle>
          <a:p>
            <a:r>
              <a:rPr lang="en-US" dirty="0"/>
              <a:t>Click icon to add picture</a:t>
            </a:r>
            <a:br>
              <a:rPr lang="en-US" dirty="0"/>
            </a:br>
            <a:r>
              <a:rPr lang="en-US" dirty="0"/>
              <a:t>[Reading order of this slide is</a:t>
            </a:r>
            <a:br>
              <a:rPr lang="en-US" dirty="0"/>
            </a:br>
            <a:r>
              <a:rPr lang="en-US" dirty="0"/>
              <a:t>failing currently as you need to</a:t>
            </a:r>
            <a:br>
              <a:rPr lang="en-US" dirty="0"/>
            </a:br>
            <a:r>
              <a:rPr lang="en-US" dirty="0"/>
              <a:t>either label your image decorative]</a:t>
            </a:r>
          </a:p>
        </p:txBody>
      </p:sp>
    </p:spTree>
    <p:extLst>
      <p:ext uri="{BB962C8B-B14F-4D97-AF65-F5344CB8AC3E}">
        <p14:creationId xmlns:p14="http://schemas.microsoft.com/office/powerpoint/2010/main" val="1512980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12">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FF5033-5E44-E1B8-D6DD-F55FB72BF455}"/>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a:solidFill>
            <a:schemeClr val="accent2"/>
          </a:solidFill>
        </p:grpSpPr>
        <p:pic>
          <p:nvPicPr>
            <p:cNvPr id="2" name="Graphic 1">
              <a:extLst>
                <a:ext uri="{FF2B5EF4-FFF2-40B4-BE49-F238E27FC236}">
                  <a16:creationId xmlns:a16="http://schemas.microsoft.com/office/drawing/2014/main" id="{BF014B4C-83B9-0576-FE13-69430D5CC81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8" name="Graphic 7">
              <a:extLst>
                <a:ext uri="{FF2B5EF4-FFF2-40B4-BE49-F238E27FC236}">
                  <a16:creationId xmlns:a16="http://schemas.microsoft.com/office/drawing/2014/main" id="{E7101DCD-340A-AEE2-4F6A-273D7374B4F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8102279" y="1457532"/>
            <a:ext cx="3657600" cy="1435608"/>
          </a:xfrm>
        </p:spPr>
        <p:txBody>
          <a:bodyPr anchor="b"/>
          <a:lstStyle>
            <a:lvl1pPr algn="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8102279" y="2891679"/>
            <a:ext cx="3657600" cy="1828800"/>
          </a:xfrm>
        </p:spPr>
        <p:txBody>
          <a:bodyPr/>
          <a:lstStyle>
            <a:lvl1pPr marL="0" indent="0" algn="r">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8102280" y="4940644"/>
            <a:ext cx="3657600" cy="548640"/>
          </a:xfrm>
        </p:spPr>
        <p:txBody>
          <a:bodyPr/>
          <a:lstStyle>
            <a:lvl1pPr marL="0" indent="0" algn="r">
              <a:buNone/>
              <a:defRPr lang="en-US" sz="18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
        <p:nvSpPr>
          <p:cNvPr id="9" name="Picture Placeholder 8">
            <a:extLst>
              <a:ext uri="{FF2B5EF4-FFF2-40B4-BE49-F238E27FC236}">
                <a16:creationId xmlns:a16="http://schemas.microsoft.com/office/drawing/2014/main" id="{A2148EF5-6FCE-B812-3DA7-56E932357920}"/>
              </a:ext>
              <a:ext uri="{C183D7F6-B498-43B3-948B-1728B52AA6E4}">
                <adec:decorative xmlns:adec="http://schemas.microsoft.com/office/drawing/2017/decorative" val="1"/>
              </a:ext>
            </a:extLst>
          </p:cNvPr>
          <p:cNvSpPr>
            <a:spLocks noGrp="1" noChangeAspect="1"/>
          </p:cNvSpPr>
          <p:nvPr>
            <p:ph type="pic" sz="quarter" idx="16" hasCustomPrompt="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1737360" bIns="0" anchor="ctr">
            <a:noAutofit/>
          </a:bodyPr>
          <a:lstStyle>
            <a:lvl1pPr marL="0" indent="0" algn="ctr">
              <a:spcAft>
                <a:spcPts val="0"/>
              </a:spcAft>
              <a:buNone/>
              <a:defRPr>
                <a:solidFill>
                  <a:schemeClr val="bg1"/>
                </a:solidFill>
              </a:defRPr>
            </a:lvl1pPr>
          </a:lstStyle>
          <a:p>
            <a:r>
              <a:rPr lang="en-US" dirty="0"/>
              <a:t>Click icon to add picture</a:t>
            </a:r>
            <a:br>
              <a:rPr lang="en-US" dirty="0"/>
            </a:br>
            <a:r>
              <a:rPr lang="en-US" dirty="0"/>
              <a:t>[Reading order of this slide is</a:t>
            </a:r>
            <a:br>
              <a:rPr lang="en-US" dirty="0"/>
            </a:br>
            <a:r>
              <a:rPr lang="en-US" dirty="0"/>
              <a:t>failing currently as you need to</a:t>
            </a:r>
            <a:br>
              <a:rPr lang="en-US" dirty="0"/>
            </a:br>
            <a:r>
              <a:rPr lang="en-US" dirty="0"/>
              <a:t>either label your </a:t>
            </a:r>
            <a:r>
              <a:rPr lang="en-US"/>
              <a:t>image decorative]</a:t>
            </a:r>
            <a:endParaRPr lang="en-US" dirty="0"/>
          </a:p>
        </p:txBody>
      </p:sp>
    </p:spTree>
    <p:extLst>
      <p:ext uri="{BB962C8B-B14F-4D97-AF65-F5344CB8AC3E}">
        <p14:creationId xmlns:p14="http://schemas.microsoft.com/office/powerpoint/2010/main" val="3837515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ver 13">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2" name="Graphique 10" descr="Atos logo">
            <a:extLst>
              <a:ext uri="{FF2B5EF4-FFF2-40B4-BE49-F238E27FC236}">
                <a16:creationId xmlns:a16="http://schemas.microsoft.com/office/drawing/2014/main" id="{CBD091C4-DCC6-A7A6-5C1B-A46FD3900FD1}"/>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grpSp>
        <p:nvGrpSpPr>
          <p:cNvPr id="3" name="Group 2">
            <a:extLst>
              <a:ext uri="{FF2B5EF4-FFF2-40B4-BE49-F238E27FC236}">
                <a16:creationId xmlns:a16="http://schemas.microsoft.com/office/drawing/2014/main" id="{A95BEA18-5873-2F2D-099A-0F8993B476A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5" name="Graphic 4">
              <a:extLst>
                <a:ext uri="{FF2B5EF4-FFF2-40B4-BE49-F238E27FC236}">
                  <a16:creationId xmlns:a16="http://schemas.microsoft.com/office/drawing/2014/main" id="{83F9C7F6-7AEB-DFCB-AA3D-3908113EC2B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6" name="Graphic 5">
              <a:extLst>
                <a:ext uri="{FF2B5EF4-FFF2-40B4-BE49-F238E27FC236}">
                  <a16:creationId xmlns:a16="http://schemas.microsoft.com/office/drawing/2014/main" id="{4DBC1F6A-CBFC-57D7-EEE3-FFE55CF2EA4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7" name="Picture Placeholder 25">
            <a:extLst>
              <a:ext uri="{FF2B5EF4-FFF2-40B4-BE49-F238E27FC236}">
                <a16:creationId xmlns:a16="http://schemas.microsoft.com/office/drawing/2014/main" id="{B0AEBF90-44A2-17C9-9F37-029E39B9B5A3}"/>
              </a:ext>
              <a:ext uri="{C183D7F6-B498-43B3-948B-1728B52AA6E4}">
                <adec:decorative xmlns:adec="http://schemas.microsoft.com/office/drawing/2017/decorative" val="1"/>
              </a:ext>
            </a:extLst>
          </p:cNvPr>
          <p:cNvSpPr>
            <a:spLocks noGrp="1"/>
          </p:cNvSpPr>
          <p:nvPr>
            <p:ph type="pic" sz="quarter" idx="14"/>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dirty="0"/>
          </a:p>
        </p:txBody>
      </p:sp>
    </p:spTree>
    <p:extLst>
      <p:ext uri="{BB962C8B-B14F-4D97-AF65-F5344CB8AC3E}">
        <p14:creationId xmlns:p14="http://schemas.microsoft.com/office/powerpoint/2010/main" val="9373226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ver 14">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2" name="Graphique 10" descr="Atos logo">
            <a:extLst>
              <a:ext uri="{FF2B5EF4-FFF2-40B4-BE49-F238E27FC236}">
                <a16:creationId xmlns:a16="http://schemas.microsoft.com/office/drawing/2014/main" id="{28D1A850-172D-1833-F449-2239E8CE4E8C}"/>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grpSp>
        <p:nvGrpSpPr>
          <p:cNvPr id="3" name="Group 2">
            <a:extLst>
              <a:ext uri="{FF2B5EF4-FFF2-40B4-BE49-F238E27FC236}">
                <a16:creationId xmlns:a16="http://schemas.microsoft.com/office/drawing/2014/main" id="{A95BEA18-5873-2F2D-099A-0F8993B476A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a:solidFill>
            <a:schemeClr val="accent1"/>
          </a:solidFill>
        </p:grpSpPr>
        <p:pic>
          <p:nvPicPr>
            <p:cNvPr id="5" name="Graphic 4">
              <a:extLst>
                <a:ext uri="{FF2B5EF4-FFF2-40B4-BE49-F238E27FC236}">
                  <a16:creationId xmlns:a16="http://schemas.microsoft.com/office/drawing/2014/main" id="{83F9C7F6-7AEB-DFCB-AA3D-3908113EC2B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6" name="Graphic 5">
              <a:extLst>
                <a:ext uri="{FF2B5EF4-FFF2-40B4-BE49-F238E27FC236}">
                  <a16:creationId xmlns:a16="http://schemas.microsoft.com/office/drawing/2014/main" id="{4DBC1F6A-CBFC-57D7-EEE3-FFE55CF2EA4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7" name="Picture Placeholder 25">
            <a:extLst>
              <a:ext uri="{FF2B5EF4-FFF2-40B4-BE49-F238E27FC236}">
                <a16:creationId xmlns:a16="http://schemas.microsoft.com/office/drawing/2014/main" id="{B0AEBF90-44A2-17C9-9F37-029E39B9B5A3}"/>
              </a:ext>
              <a:ext uri="{C183D7F6-B498-43B3-948B-1728B52AA6E4}">
                <adec:decorative xmlns:adec="http://schemas.microsoft.com/office/drawing/2017/decorative" val="1"/>
              </a:ext>
            </a:extLst>
          </p:cNvPr>
          <p:cNvSpPr>
            <a:spLocks noGrp="1"/>
          </p:cNvSpPr>
          <p:nvPr>
            <p:ph type="pic" sz="quarter" idx="14"/>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dirty="0"/>
          </a:p>
        </p:txBody>
      </p:sp>
    </p:spTree>
    <p:extLst>
      <p:ext uri="{BB962C8B-B14F-4D97-AF65-F5344CB8AC3E}">
        <p14:creationId xmlns:p14="http://schemas.microsoft.com/office/powerpoint/2010/main" val="2334811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ver 15">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5691" y="2947849"/>
            <a:ext cx="5943600" cy="1828800"/>
          </a:xfrm>
        </p:spPr>
        <p:txBody>
          <a:bodyPr anchor="t"/>
          <a:lstStyle>
            <a:lvl1pPr>
              <a:spcAft>
                <a:spcPts val="300"/>
              </a:spcAft>
              <a:defRPr lang="en-US" sz="40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5691" y="3575705"/>
            <a:ext cx="5943600" cy="1216152"/>
          </a:xfrm>
        </p:spPr>
        <p:txBody>
          <a:bodyPr/>
          <a:lstStyle>
            <a:lvl1pPr marL="0" indent="0">
              <a:buNone/>
              <a:defRPr sz="28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5691" y="5436870"/>
            <a:ext cx="3657600" cy="640080"/>
          </a:xfrm>
        </p:spPr>
        <p:txBody>
          <a:bodyPr/>
          <a:lstStyle>
            <a:lvl1pPr marL="0" indent="0">
              <a:buNone/>
              <a:defRPr lang="en-US" sz="16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B2F86BD3-975F-7B9B-3F16-C73D41F3FDF3}"/>
              </a:ext>
              <a:ext uri="{C183D7F6-B498-43B3-948B-1728B52AA6E4}">
                <adec:decorative xmlns:adec="http://schemas.microsoft.com/office/drawing/2017/decorative" val="0"/>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8">
            <a:extLst>
              <a:ext uri="{FF2B5EF4-FFF2-40B4-BE49-F238E27FC236}">
                <a16:creationId xmlns:a16="http://schemas.microsoft.com/office/drawing/2014/main" id="{941236DB-B170-8491-B99C-03BF4E85C044}"/>
              </a:ext>
              <a:ext uri="{C183D7F6-B498-43B3-948B-1728B52AA6E4}">
                <adec:decorative xmlns:adec="http://schemas.microsoft.com/office/drawing/2017/decorative" val="1"/>
              </a:ext>
            </a:extLst>
          </p:cNvPr>
          <p:cNvSpPr>
            <a:spLocks noGrp="1"/>
          </p:cNvSpPr>
          <p:nvPr>
            <p:ph type="pic" sz="quarter" idx="14" hasCustomPrompt="1"/>
          </p:nvPr>
        </p:nvSpPr>
        <p:spPr>
          <a:xfrm>
            <a:off x="0" y="-2"/>
            <a:ext cx="12192000" cy="2743200"/>
          </a:xfrm>
        </p:spPr>
        <p:txBody>
          <a:bodyPr tIns="1097280" anchor="ctr"/>
          <a:lstStyle>
            <a:lvl1pPr marL="0" indent="0" algn="ctr">
              <a:spcAft>
                <a:spcPts val="0"/>
              </a:spcAft>
              <a:buNone/>
              <a:defRPr>
                <a:solidFill>
                  <a:schemeClr val="bg1"/>
                </a:solidFill>
              </a:defRPr>
            </a:lvl1pPr>
          </a:lstStyle>
          <a:p>
            <a:r>
              <a:rPr lang="en-US" dirty="0"/>
              <a:t>Click icon to add picture</a:t>
            </a:r>
            <a:br>
              <a:rPr lang="en-US" dirty="0"/>
            </a:br>
            <a:r>
              <a:rPr lang="en-US" dirty="0"/>
              <a:t>[Reading order of this slide is failing currently as you need to either label your image decorative]</a:t>
            </a:r>
          </a:p>
        </p:txBody>
      </p:sp>
      <p:pic>
        <p:nvPicPr>
          <p:cNvPr id="3" name="Graphic 2">
            <a:extLst>
              <a:ext uri="{FF2B5EF4-FFF2-40B4-BE49-F238E27FC236}">
                <a16:creationId xmlns:a16="http://schemas.microsoft.com/office/drawing/2014/main" id="{1F6EA72B-3403-D957-E827-770765E290D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884" b="33790"/>
          <a:stretch/>
        </p:blipFill>
        <p:spPr>
          <a:xfrm>
            <a:off x="0" y="2941637"/>
            <a:ext cx="4029075" cy="3916363"/>
          </a:xfrm>
          <a:prstGeom prst="rect">
            <a:avLst/>
          </a:prstGeom>
        </p:spPr>
      </p:pic>
    </p:spTree>
    <p:extLst>
      <p:ext uri="{BB962C8B-B14F-4D97-AF65-F5344CB8AC3E}">
        <p14:creationId xmlns:p14="http://schemas.microsoft.com/office/powerpoint/2010/main" val="2023496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ver 16">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5691" y="2947849"/>
            <a:ext cx="5943600" cy="1828800"/>
          </a:xfrm>
        </p:spPr>
        <p:txBody>
          <a:bodyPr anchor="t"/>
          <a:lstStyle>
            <a:lvl1pPr>
              <a:spcAft>
                <a:spcPts val="300"/>
              </a:spcAft>
              <a:defRPr lang="en-US" sz="40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5691" y="3575705"/>
            <a:ext cx="5943600" cy="1216152"/>
          </a:xfrm>
        </p:spPr>
        <p:txBody>
          <a:bodyPr/>
          <a:lstStyle>
            <a:lvl1pPr marL="0" indent="0">
              <a:buNone/>
              <a:defRPr sz="28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5691" y="5436870"/>
            <a:ext cx="3657600" cy="640080"/>
          </a:xfrm>
        </p:spPr>
        <p:txBody>
          <a:bodyPr/>
          <a:lstStyle>
            <a:lvl1pPr marL="0" indent="0">
              <a:buNone/>
              <a:defRPr lang="en-US" sz="1600" kern="1200" dirty="0">
                <a:solidFill>
                  <a:schemeClr val="bg1"/>
                </a:solidFill>
                <a:latin typeface="+mn-lt"/>
                <a:ea typeface="+mn-ea"/>
                <a:cs typeface="+mn-cs"/>
              </a:defRPr>
            </a:lvl1pPr>
          </a:lstStyle>
          <a:p>
            <a:pPr lvl="0"/>
            <a:r>
              <a:rPr lang="en-US" dirty="0"/>
              <a:t>Date</a:t>
            </a:r>
          </a:p>
        </p:txBody>
      </p:sp>
      <p:sp>
        <p:nvSpPr>
          <p:cNvPr id="4" name="Graphique 10" descr="Atos logo">
            <a:extLst>
              <a:ext uri="{FF2B5EF4-FFF2-40B4-BE49-F238E27FC236}">
                <a16:creationId xmlns:a16="http://schemas.microsoft.com/office/drawing/2014/main" id="{B2F86BD3-975F-7B9B-3F16-C73D41F3FDF3}"/>
              </a:ext>
              <a:ext uri="{C183D7F6-B498-43B3-948B-1728B52AA6E4}">
                <adec:decorative xmlns:adec="http://schemas.microsoft.com/office/drawing/2017/decorative" val="0"/>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8">
            <a:extLst>
              <a:ext uri="{FF2B5EF4-FFF2-40B4-BE49-F238E27FC236}">
                <a16:creationId xmlns:a16="http://schemas.microsoft.com/office/drawing/2014/main" id="{941236DB-B170-8491-B99C-03BF4E85C044}"/>
              </a:ext>
              <a:ext uri="{C183D7F6-B498-43B3-948B-1728B52AA6E4}">
                <adec:decorative xmlns:adec="http://schemas.microsoft.com/office/drawing/2017/decorative" val="1"/>
              </a:ext>
            </a:extLst>
          </p:cNvPr>
          <p:cNvSpPr>
            <a:spLocks noGrp="1"/>
          </p:cNvSpPr>
          <p:nvPr>
            <p:ph type="pic" sz="quarter" idx="14" hasCustomPrompt="1"/>
          </p:nvPr>
        </p:nvSpPr>
        <p:spPr>
          <a:xfrm>
            <a:off x="0" y="-2"/>
            <a:ext cx="12192000" cy="2743200"/>
          </a:xfrm>
        </p:spPr>
        <p:txBody>
          <a:bodyPr tIns="1097280" anchor="ctr"/>
          <a:lstStyle>
            <a:lvl1pPr marL="0" indent="0" algn="ctr">
              <a:spcAft>
                <a:spcPts val="0"/>
              </a:spcAft>
              <a:buNone/>
              <a:defRPr>
                <a:solidFill>
                  <a:schemeClr val="bg1"/>
                </a:solidFill>
              </a:defRPr>
            </a:lvl1pPr>
          </a:lstStyle>
          <a:p>
            <a:r>
              <a:rPr lang="en-US" dirty="0"/>
              <a:t>Click icon to add picture</a:t>
            </a:r>
            <a:br>
              <a:rPr lang="en-US" dirty="0"/>
            </a:br>
            <a:r>
              <a:rPr lang="en-US" dirty="0"/>
              <a:t>[Reading order of this slide is failing currently as you need to either label your </a:t>
            </a:r>
            <a:r>
              <a:rPr lang="en-US"/>
              <a:t>image decorative]</a:t>
            </a:r>
            <a:endParaRPr lang="en-US" dirty="0"/>
          </a:p>
        </p:txBody>
      </p:sp>
      <p:pic>
        <p:nvPicPr>
          <p:cNvPr id="3" name="Graphic 2">
            <a:extLst>
              <a:ext uri="{FF2B5EF4-FFF2-40B4-BE49-F238E27FC236}">
                <a16:creationId xmlns:a16="http://schemas.microsoft.com/office/drawing/2014/main" id="{1F6EA72B-3403-D957-E827-770765E290D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884" b="33790"/>
          <a:stretch/>
        </p:blipFill>
        <p:spPr>
          <a:xfrm>
            <a:off x="0" y="2941637"/>
            <a:ext cx="4029075" cy="3916363"/>
          </a:xfrm>
          <a:prstGeom prst="rect">
            <a:avLst/>
          </a:prstGeom>
        </p:spPr>
      </p:pic>
    </p:spTree>
    <p:extLst>
      <p:ext uri="{BB962C8B-B14F-4D97-AF65-F5344CB8AC3E}">
        <p14:creationId xmlns:p14="http://schemas.microsoft.com/office/powerpoint/2010/main" val="592502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ver 17">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F85C8B13-CEF6-A9A2-8672-5F2B8560B681}"/>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p:spPr>
        <p:txBody>
          <a:bodyPr lIns="0" tIns="1463040" rIns="5029200" bIns="0" anchor="ctr"/>
          <a:lstStyle>
            <a:lvl1pPr marL="0" indent="0" algn="r">
              <a:spcAft>
                <a:spcPts val="0"/>
              </a:spcAft>
              <a:buNone/>
              <a:defRPr>
                <a:solidFill>
                  <a:schemeClr val="accent3"/>
                </a:solidFill>
              </a:defRPr>
            </a:lvl1pPr>
          </a:lstStyle>
          <a:p>
            <a:r>
              <a:rPr lang="en-US" dirty="0"/>
              <a:t>Click icon to add picture</a:t>
            </a:r>
            <a:br>
              <a:rPr lang="en-US" dirty="0"/>
            </a:br>
            <a:r>
              <a:rPr lang="en-US" dirty="0"/>
              <a:t>[Reading order of this slide is failing currently as</a:t>
            </a:r>
            <a:br>
              <a:rPr lang="en-US" dirty="0"/>
            </a:br>
            <a:r>
              <a:rPr lang="en-US" dirty="0"/>
              <a:t>you need to either label your image decorative]</a:t>
            </a:r>
          </a:p>
        </p:txBody>
      </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dirty="0"/>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dirty="0"/>
              <a:t>Date</a:t>
            </a:r>
          </a:p>
        </p:txBody>
      </p:sp>
      <p:sp>
        <p:nvSpPr>
          <p:cNvPr id="3" name="Graphique 10" descr="Atos logo">
            <a:extLst>
              <a:ext uri="{FF2B5EF4-FFF2-40B4-BE49-F238E27FC236}">
                <a16:creationId xmlns:a16="http://schemas.microsoft.com/office/drawing/2014/main" id="{5AA386F3-87E4-9129-B046-27EE5D3D1192}"/>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
        <p:nvSpPr>
          <p:cNvPr id="4" name="TextBox 3">
            <a:extLst>
              <a:ext uri="{FF2B5EF4-FFF2-40B4-BE49-F238E27FC236}">
                <a16:creationId xmlns:a16="http://schemas.microsoft.com/office/drawing/2014/main" id="{AA5044B6-EF8E-46E4-163D-6DE61E557D06}"/>
              </a:ext>
              <a:ext uri="{C183D7F6-B498-43B3-948B-1728B52AA6E4}">
                <adec:decorative xmlns:adec="http://schemas.microsoft.com/office/drawing/2017/decorative" val="0"/>
              </a:ext>
            </a:extLst>
          </p:cNvPr>
          <p:cNvSpPr txBox="1"/>
          <p:nvPr userDrawn="1"/>
        </p:nvSpPr>
        <p:spPr>
          <a:xfrm>
            <a:off x="12377339" y="4453708"/>
            <a:ext cx="2839801" cy="1384995"/>
          </a:xfrm>
          <a:prstGeom prst="rect">
            <a:avLst/>
          </a:prstGeom>
          <a:solidFill>
            <a:srgbClr val="FFFF00"/>
          </a:solidFill>
        </p:spPr>
        <p:txBody>
          <a:bodyPr wrap="square" rtlCol="0">
            <a:spAutoFit/>
          </a:bodyPr>
          <a:lstStyle/>
          <a:p>
            <a:pPr algn="l"/>
            <a:r>
              <a:rPr lang="en-US" sz="1400" dirty="0">
                <a:solidFill>
                  <a:schemeClr val="accent3"/>
                </a:solidFill>
              </a:rPr>
              <a:t>Please note, all texts in this slide should be clearly visible (for Accessibility compliance) in the full image that we use and also ensure the Atos logo to be visible in front of the image.</a:t>
            </a:r>
          </a:p>
        </p:txBody>
      </p:sp>
    </p:spTree>
    <p:extLst>
      <p:ext uri="{BB962C8B-B14F-4D97-AF65-F5344CB8AC3E}">
        <p14:creationId xmlns:p14="http://schemas.microsoft.com/office/powerpoint/2010/main" val="918040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dirty="0"/>
              <a:t>Contents</a:t>
            </a:r>
          </a:p>
        </p:txBody>
      </p:sp>
      <p:sp>
        <p:nvSpPr>
          <p:cNvPr id="15" name="Text Placeholder 6">
            <a:extLst>
              <a:ext uri="{FF2B5EF4-FFF2-40B4-BE49-F238E27FC236}">
                <a16:creationId xmlns:a16="http://schemas.microsoft.com/office/drawing/2014/main" id="{EB2A93CD-4E60-C2E9-EE37-CFC445B9D364}"/>
              </a:ext>
            </a:extLst>
          </p:cNvPr>
          <p:cNvSpPr>
            <a:spLocks noGrp="1"/>
          </p:cNvSpPr>
          <p:nvPr>
            <p:ph type="body" sz="quarter" idx="10" hasCustomPrompt="1"/>
          </p:nvPr>
        </p:nvSpPr>
        <p:spPr>
          <a:xfrm>
            <a:off x="2954745" y="1446366"/>
            <a:ext cx="8811804" cy="4630583"/>
          </a:xfrm>
        </p:spPr>
        <p:txBody>
          <a:bodyPr wrap="none">
            <a:noAutofit/>
          </a:bodyPr>
          <a:lstStyle>
            <a:lvl1pPr marL="457200" indent="-457200" algn="l">
              <a:spcAft>
                <a:spcPts val="6000"/>
              </a:spcAft>
              <a:buClr>
                <a:schemeClr val="accent1"/>
              </a:buClr>
              <a:buFont typeface="+mj-lt"/>
              <a:buAutoNum type="arabicPeriod"/>
              <a:tabLst>
                <a:tab pos="8805672"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	00</a:t>
            </a:r>
          </a:p>
          <a:p>
            <a:pPr lvl="0"/>
            <a:r>
              <a:rPr lang="en-US" dirty="0"/>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dirty="0"/>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dirty="0"/>
              <a:t>Chapter title example	00</a:t>
            </a:r>
          </a:p>
        </p:txBody>
      </p:sp>
      <p:sp>
        <p:nvSpPr>
          <p:cNvPr id="4" name="Slide Number Placeholder 5">
            <a:extLst>
              <a:ext uri="{FF2B5EF4-FFF2-40B4-BE49-F238E27FC236}">
                <a16:creationId xmlns:a16="http://schemas.microsoft.com/office/drawing/2014/main" id="{26BB2E32-37FB-AE7E-618C-B4D4A78DA92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14" name="Graphic 13">
            <a:extLst>
              <a:ext uri="{FF2B5EF4-FFF2-40B4-BE49-F238E27FC236}">
                <a16:creationId xmlns:a16="http://schemas.microsoft.com/office/drawing/2014/main" id="{F2588EFC-544B-492D-10E8-E969C9B1A61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1117917" y="1285493"/>
            <a:ext cx="1545853" cy="1545853"/>
          </a:xfrm>
          <a:prstGeom prst="rect">
            <a:avLst/>
          </a:prstGeom>
        </p:spPr>
      </p:pic>
    </p:spTree>
    <p:extLst>
      <p:ext uri="{BB962C8B-B14F-4D97-AF65-F5344CB8AC3E}">
        <p14:creationId xmlns:p14="http://schemas.microsoft.com/office/powerpoint/2010/main" val="40763589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dirty="0"/>
              <a:t>Contents</a:t>
            </a:r>
          </a:p>
        </p:txBody>
      </p:sp>
      <p:sp>
        <p:nvSpPr>
          <p:cNvPr id="3" name="Text Placeholder 6">
            <a:extLst>
              <a:ext uri="{FF2B5EF4-FFF2-40B4-BE49-F238E27FC236}">
                <a16:creationId xmlns:a16="http://schemas.microsoft.com/office/drawing/2014/main" id="{1A11519D-0BCC-29ED-F52C-BE75957A7A56}"/>
              </a:ext>
            </a:extLst>
          </p:cNvPr>
          <p:cNvSpPr>
            <a:spLocks noGrp="1"/>
          </p:cNvSpPr>
          <p:nvPr>
            <p:ph type="body" sz="quarter" idx="10" hasCustomPrompt="1"/>
          </p:nvPr>
        </p:nvSpPr>
        <p:spPr>
          <a:xfrm>
            <a:off x="428624" y="1446367"/>
            <a:ext cx="11337925" cy="4630583"/>
          </a:xfrm>
        </p:spPr>
        <p:txBody>
          <a:bodyPr wrap="none" numCol="2" spcCol="457200">
            <a:noAutofit/>
          </a:bodyPr>
          <a:lstStyle>
            <a:lvl1pPr marL="365760" indent="-365760" algn="l">
              <a:spcAft>
                <a:spcPts val="6000"/>
              </a:spcAft>
              <a:buClr>
                <a:schemeClr val="accent1"/>
              </a:buClr>
              <a:buFont typeface="+mj-lt"/>
              <a:buAutoNum type="arabicPeriod"/>
              <a:tabLst>
                <a:tab pos="5567363"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Chapter title example	00</a:t>
            </a:r>
          </a:p>
          <a:p>
            <a:pPr lvl="0"/>
            <a:r>
              <a:rPr lang="en-US" dirty="0"/>
              <a:t>Chapter title example	00</a:t>
            </a:r>
          </a:p>
          <a:p>
            <a:pPr lvl="0"/>
            <a:r>
              <a:rPr lang="en-US" dirty="0"/>
              <a:t>Chapter title example	00</a:t>
            </a:r>
          </a:p>
          <a:p>
            <a:pPr lvl="0"/>
            <a:r>
              <a:rPr lang="en-US" dirty="0"/>
              <a:t>Chapter title example	00</a:t>
            </a:r>
          </a:p>
          <a:p>
            <a:pPr lvl="0"/>
            <a:endParaRPr lang="en-US" dirty="0"/>
          </a:p>
          <a:p>
            <a:pPr lvl="0"/>
            <a:r>
              <a:rPr lang="en-US" dirty="0"/>
              <a:t>Chapter title example	00</a:t>
            </a:r>
          </a:p>
          <a:p>
            <a:pPr lvl="0"/>
            <a:r>
              <a:rPr lang="en-US" dirty="0"/>
              <a:t>Chapter title example	00</a:t>
            </a:r>
          </a:p>
          <a:p>
            <a:pPr lvl="0"/>
            <a:r>
              <a:rPr lang="en-US" dirty="0"/>
              <a:t>Chapter title example	00</a:t>
            </a:r>
          </a:p>
          <a:p>
            <a:pPr lvl="0"/>
            <a:r>
              <a:rPr lang="en-US" dirty="0"/>
              <a:t>Chapter title example	00</a:t>
            </a:r>
          </a:p>
        </p:txBody>
      </p:sp>
      <p:sp>
        <p:nvSpPr>
          <p:cNvPr id="30" name="Slide Number Placeholder 5">
            <a:extLst>
              <a:ext uri="{FF2B5EF4-FFF2-40B4-BE49-F238E27FC236}">
                <a16:creationId xmlns:a16="http://schemas.microsoft.com/office/drawing/2014/main" id="{73BB667A-B847-58CB-E129-3219597AE69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cxnSp>
        <p:nvCxnSpPr>
          <p:cNvPr id="38" name="Straight Connector 37">
            <a:extLst>
              <a:ext uri="{FF2B5EF4-FFF2-40B4-BE49-F238E27FC236}">
                <a16:creationId xmlns:a16="http://schemas.microsoft.com/office/drawing/2014/main" id="{0349E7EF-452F-CD72-A15B-A271646B001D}"/>
              </a:ext>
              <a:ext uri="{C183D7F6-B498-43B3-948B-1728B52AA6E4}">
                <adec:decorative xmlns:adec="http://schemas.microsoft.com/office/drawing/2017/decorative" val="1"/>
              </a:ext>
            </a:extLst>
          </p:cNvPr>
          <p:cNvCxnSpPr>
            <a:cxnSpLocks/>
          </p:cNvCxnSpPr>
          <p:nvPr userDrawn="1"/>
        </p:nvCxnSpPr>
        <p:spPr>
          <a:xfrm>
            <a:off x="6084424" y="1446367"/>
            <a:ext cx="0" cy="463058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0842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Content Placeholder 2">
            <a:extLst>
              <a:ext uri="{FF2B5EF4-FFF2-40B4-BE49-F238E27FC236}">
                <a16:creationId xmlns:a16="http://schemas.microsoft.com/office/drawing/2014/main" id="{910954B3-5AD1-D4D0-8177-5CCD13F90ACB}"/>
              </a:ext>
            </a:extLst>
          </p:cNvPr>
          <p:cNvSpPr>
            <a:spLocks noGrp="1"/>
          </p:cNvSpPr>
          <p:nvPr>
            <p:ph idx="1" hasCustomPrompt="1"/>
          </p:nvPr>
        </p:nvSpPr>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3748739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3CABA1F-8D00-5959-2A0D-477B4EF70235}"/>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1"/>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6DD5DB93-121A-B297-E6DD-9478830F772D}"/>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5899984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272B4DF-76DC-9537-2195-0E94F371120D}"/>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5"/>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Content Placeholder 2">
            <a:extLst>
              <a:ext uri="{FF2B5EF4-FFF2-40B4-BE49-F238E27FC236}">
                <a16:creationId xmlns:a16="http://schemas.microsoft.com/office/drawing/2014/main" id="{F942A06E-E4C7-D3E8-BDED-EF771CB11DC7}"/>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4433225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2C2E77BA-4420-33FD-4703-B3C9B3709560}"/>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12" name="Group 11">
            <a:extLst>
              <a:ext uri="{FF2B5EF4-FFF2-40B4-BE49-F238E27FC236}">
                <a16:creationId xmlns:a16="http://schemas.microsoft.com/office/drawing/2014/main" id="{29B04704-D297-7EBA-4063-575F9A18AE97}"/>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11" name="Graphic 10">
              <a:extLst>
                <a:ext uri="{FF2B5EF4-FFF2-40B4-BE49-F238E27FC236}">
                  <a16:creationId xmlns:a16="http://schemas.microsoft.com/office/drawing/2014/main" id="{6816DF95-FC03-CC86-B8D8-20652505E24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190847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Content Placeholder 2">
            <a:extLst>
              <a:ext uri="{FF2B5EF4-FFF2-40B4-BE49-F238E27FC236}">
                <a16:creationId xmlns:a16="http://schemas.microsoft.com/office/drawing/2014/main" id="{0B12C593-773C-E67F-DB83-82BD217D311F}"/>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7" name="Group 6">
            <a:extLst>
              <a:ext uri="{FF2B5EF4-FFF2-40B4-BE49-F238E27FC236}">
                <a16:creationId xmlns:a16="http://schemas.microsoft.com/office/drawing/2014/main" id="{F06DE2F9-7CCD-3A2F-30CC-C7D24C868994}"/>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4" name="Graphic 3">
              <a:extLst>
                <a:ext uri="{FF2B5EF4-FFF2-40B4-BE49-F238E27FC236}">
                  <a16:creationId xmlns:a16="http://schemas.microsoft.com/office/drawing/2014/main" id="{2628BD85-5B0A-7D0D-95ED-9672F51D74F6}"/>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897412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FB00E452-A8AB-FCA1-7196-432BABC0064A}"/>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39815653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BF8EBD0A-DCBF-5697-AB86-E59F43E1D95B}"/>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143699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34DCFC9F-3888-3FE8-C62C-CCD59B04A97D}"/>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200438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73135E85-701C-2A07-70DF-01ECB1643946}"/>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3458688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EFFFDD0C-B234-E48F-1117-E71A1BF8BD15}"/>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25427780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1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0CA31D4C-9EC0-0FDC-B08E-7FAC603BC4A8}"/>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3049182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Content Placeholder 2">
            <a:extLst>
              <a:ext uri="{FF2B5EF4-FFF2-40B4-BE49-F238E27FC236}">
                <a16:creationId xmlns:a16="http://schemas.microsoft.com/office/drawing/2014/main" id="{DE53F9C9-7BFC-1D24-B33A-98C5AEE75744}"/>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4" name="Group 3">
            <a:extLst>
              <a:ext uri="{FF2B5EF4-FFF2-40B4-BE49-F238E27FC236}">
                <a16:creationId xmlns:a16="http://schemas.microsoft.com/office/drawing/2014/main" id="{D6A5A712-8133-290C-17E5-6ADEAD979366}"/>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10" name="Graphic 9">
              <a:extLst>
                <a:ext uri="{FF2B5EF4-FFF2-40B4-BE49-F238E27FC236}">
                  <a16:creationId xmlns:a16="http://schemas.microsoft.com/office/drawing/2014/main" id="{22501D31-6936-420C-ACFF-982A9191305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36000542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Content Placeholder 2">
            <a:extLst>
              <a:ext uri="{FF2B5EF4-FFF2-40B4-BE49-F238E27FC236}">
                <a16:creationId xmlns:a16="http://schemas.microsoft.com/office/drawing/2014/main" id="{A23D37F2-34C1-3164-2998-05614FE79C95}"/>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4" name="Group 3">
            <a:extLst>
              <a:ext uri="{FF2B5EF4-FFF2-40B4-BE49-F238E27FC236}">
                <a16:creationId xmlns:a16="http://schemas.microsoft.com/office/drawing/2014/main" id="{DB93FC7F-A043-26E0-2447-B14E4009E497}"/>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9" name="Graphic 8">
              <a:extLst>
                <a:ext uri="{FF2B5EF4-FFF2-40B4-BE49-F238E27FC236}">
                  <a16:creationId xmlns:a16="http://schemas.microsoft.com/office/drawing/2014/main" id="{7CD25A46-D852-06A3-C070-0D7F9D2DFDF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35687827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Content Placeholder 2">
            <a:extLst>
              <a:ext uri="{FF2B5EF4-FFF2-40B4-BE49-F238E27FC236}">
                <a16:creationId xmlns:a16="http://schemas.microsoft.com/office/drawing/2014/main" id="{AC8AC44C-BB04-C5BB-3272-F65FD685E841}"/>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3" name="Group 2">
            <a:extLst>
              <a:ext uri="{FF2B5EF4-FFF2-40B4-BE49-F238E27FC236}">
                <a16:creationId xmlns:a16="http://schemas.microsoft.com/office/drawing/2014/main" id="{4DDA2B42-149F-7889-73F5-F477CDA98DAA}"/>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4" name="Graphic 3">
              <a:extLst>
                <a:ext uri="{FF2B5EF4-FFF2-40B4-BE49-F238E27FC236}">
                  <a16:creationId xmlns:a16="http://schemas.microsoft.com/office/drawing/2014/main" id="{DF69ABC1-670A-EF0D-7C56-BD06F9D0251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42790667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lnSpc>
                <a:spcPct val="100000"/>
              </a:lnSpc>
              <a:defRPr/>
            </a:lvl1pPr>
          </a:lstStyle>
          <a:p>
            <a:r>
              <a:rPr lang="en-US" dirty="0"/>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Slide Number Placeholder 5">
            <a:extLst>
              <a:ext uri="{FF2B5EF4-FFF2-40B4-BE49-F238E27FC236}">
                <a16:creationId xmlns:a16="http://schemas.microsoft.com/office/drawing/2014/main" id="{835715C9-752F-27C5-8AC2-5672C84C612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26932978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ithout titl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371D70F-68B5-DD4A-6E9F-DB676EF7BC3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28836906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3729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48785D0-F5D7-C2BD-C6A9-98DBFBDFE1F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10822330" y="1"/>
            <a:ext cx="1369670" cy="1369670"/>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7" name="Content Placeholder 2">
            <a:extLst>
              <a:ext uri="{FF2B5EF4-FFF2-40B4-BE49-F238E27FC236}">
                <a16:creationId xmlns:a16="http://schemas.microsoft.com/office/drawing/2014/main" id="{4F4ECEB7-E07A-7A71-72F2-6E250063872D}"/>
              </a:ext>
            </a:extLst>
          </p:cNvPr>
          <p:cNvSpPr>
            <a:spLocks noGrp="1"/>
          </p:cNvSpPr>
          <p:nvPr>
            <p:ph idx="12" hasCustomPrompt="1"/>
          </p:nvPr>
        </p:nvSpPr>
        <p:spPr>
          <a:xfrm>
            <a:off x="428624"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9" name="Content Placeholder 2">
            <a:extLst>
              <a:ext uri="{FF2B5EF4-FFF2-40B4-BE49-F238E27FC236}">
                <a16:creationId xmlns:a16="http://schemas.microsoft.com/office/drawing/2014/main" id="{32FF7271-3C8C-31AB-981B-7467A0E264E1}"/>
              </a:ext>
            </a:extLst>
          </p:cNvPr>
          <p:cNvSpPr>
            <a:spLocks noGrp="1"/>
          </p:cNvSpPr>
          <p:nvPr>
            <p:ph idx="13" hasCustomPrompt="1"/>
          </p:nvPr>
        </p:nvSpPr>
        <p:spPr>
          <a:xfrm>
            <a:off x="6280150"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4" name="Slide Number Placeholder 5">
            <a:extLst>
              <a:ext uri="{FF2B5EF4-FFF2-40B4-BE49-F238E27FC236}">
                <a16:creationId xmlns:a16="http://schemas.microsoft.com/office/drawing/2014/main" id="{DD5FC312-F0E9-0D35-0A90-49621D92794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cxnSp>
        <p:nvCxnSpPr>
          <p:cNvPr id="3" name="Straight Connector 2">
            <a:extLst>
              <a:ext uri="{FF2B5EF4-FFF2-40B4-BE49-F238E27FC236}">
                <a16:creationId xmlns:a16="http://schemas.microsoft.com/office/drawing/2014/main" id="{1E0EAC6A-A6C2-66A3-C8C0-3F5ABACF7D2C}"/>
              </a:ext>
              <a:ext uri="{C183D7F6-B498-43B3-948B-1728B52AA6E4}">
                <adec:decorative xmlns:adec="http://schemas.microsoft.com/office/drawing/2017/decorative" val="1"/>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1170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Text Placeholder 11">
            <a:extLst>
              <a:ext uri="{FF2B5EF4-FFF2-40B4-BE49-F238E27FC236}">
                <a16:creationId xmlns:a16="http://schemas.microsoft.com/office/drawing/2014/main" id="{2387BA6D-A7AE-3F35-E292-AB3A29B17098}"/>
              </a:ext>
            </a:extLst>
          </p:cNvPr>
          <p:cNvSpPr>
            <a:spLocks noGrp="1"/>
          </p:cNvSpPr>
          <p:nvPr>
            <p:ph type="body" sz="quarter" idx="13" hasCustomPrompt="1"/>
          </p:nvPr>
        </p:nvSpPr>
        <p:spPr>
          <a:xfrm>
            <a:off x="428624" y="1446212"/>
            <a:ext cx="3566160" cy="4630737"/>
          </a:xfrm>
        </p:spPr>
        <p:txBody>
          <a:bodyPr lIns="0" tIns="0" rIns="0" bIns="0"/>
          <a:lstStyle/>
          <a:p>
            <a:pPr lvl="0"/>
            <a:r>
              <a:rPr lang="en-US" dirty="0"/>
              <a:t>Level 01</a:t>
            </a:r>
          </a:p>
          <a:p>
            <a:pPr lvl="1"/>
            <a:r>
              <a:rPr lang="en-US" dirty="0"/>
              <a:t>Level 02</a:t>
            </a:r>
          </a:p>
          <a:p>
            <a:pPr lvl="2"/>
            <a:r>
              <a:rPr lang="en-US" dirty="0"/>
              <a:t>Level 03</a:t>
            </a:r>
          </a:p>
          <a:p>
            <a:pPr lvl="3"/>
            <a:r>
              <a:rPr lang="en-US" dirty="0"/>
              <a:t>Level 04</a:t>
            </a:r>
          </a:p>
        </p:txBody>
      </p:sp>
      <p:sp>
        <p:nvSpPr>
          <p:cNvPr id="9" name="Text Placeholder 11">
            <a:extLst>
              <a:ext uri="{FF2B5EF4-FFF2-40B4-BE49-F238E27FC236}">
                <a16:creationId xmlns:a16="http://schemas.microsoft.com/office/drawing/2014/main" id="{53EC500C-DC96-24C1-FB6D-38F10FFA079E}"/>
              </a:ext>
              <a:ext uri="{C183D7F6-B498-43B3-948B-1728B52AA6E4}">
                <adec:decorative xmlns:adec="http://schemas.microsoft.com/office/drawing/2017/decorative" val="0"/>
              </a:ext>
            </a:extLst>
          </p:cNvPr>
          <p:cNvSpPr>
            <a:spLocks noGrp="1"/>
          </p:cNvSpPr>
          <p:nvPr>
            <p:ph type="body" sz="quarter" idx="14" hasCustomPrompt="1"/>
          </p:nvPr>
        </p:nvSpPr>
        <p:spPr>
          <a:xfrm>
            <a:off x="4312920" y="1446212"/>
            <a:ext cx="3566160" cy="4630737"/>
          </a:xfrm>
        </p:spPr>
        <p:txBody>
          <a:bodyPr lIns="0" tIns="0" rIns="0" bIns="0"/>
          <a:lstStyle/>
          <a:p>
            <a:pPr lvl="0"/>
            <a:r>
              <a:rPr lang="en-US" dirty="0"/>
              <a:t>Level 01</a:t>
            </a:r>
          </a:p>
          <a:p>
            <a:pPr lvl="1"/>
            <a:r>
              <a:rPr lang="en-US" dirty="0"/>
              <a:t>Level 02</a:t>
            </a:r>
          </a:p>
          <a:p>
            <a:pPr lvl="2"/>
            <a:r>
              <a:rPr lang="en-US" dirty="0"/>
              <a:t>Level 03</a:t>
            </a:r>
          </a:p>
          <a:p>
            <a:pPr lvl="3"/>
            <a:r>
              <a:rPr lang="en-US" dirty="0"/>
              <a:t>Level 04</a:t>
            </a:r>
          </a:p>
        </p:txBody>
      </p:sp>
      <p:sp>
        <p:nvSpPr>
          <p:cNvPr id="10" name="Text Placeholder 11">
            <a:extLst>
              <a:ext uri="{FF2B5EF4-FFF2-40B4-BE49-F238E27FC236}">
                <a16:creationId xmlns:a16="http://schemas.microsoft.com/office/drawing/2014/main" id="{4B8D4FE2-3660-5569-5772-F7846E85E0EF}"/>
              </a:ext>
            </a:extLst>
          </p:cNvPr>
          <p:cNvSpPr>
            <a:spLocks noGrp="1"/>
          </p:cNvSpPr>
          <p:nvPr>
            <p:ph type="body" sz="quarter" idx="15" hasCustomPrompt="1"/>
          </p:nvPr>
        </p:nvSpPr>
        <p:spPr>
          <a:xfrm>
            <a:off x="8197215" y="1446212"/>
            <a:ext cx="3566160" cy="4630737"/>
          </a:xfrm>
        </p:spPr>
        <p:txBody>
          <a:bodyPr lIns="0" tIns="0" rIns="0" bIns="0"/>
          <a:lstStyle/>
          <a:p>
            <a:pPr lvl="0"/>
            <a:r>
              <a:rPr lang="en-US" dirty="0"/>
              <a:t>Level 01</a:t>
            </a:r>
          </a:p>
          <a:p>
            <a:pPr lvl="1"/>
            <a:r>
              <a:rPr lang="en-US" dirty="0"/>
              <a:t>Level 02</a:t>
            </a:r>
          </a:p>
          <a:p>
            <a:pPr lvl="2"/>
            <a:r>
              <a:rPr lang="en-US" dirty="0"/>
              <a:t>Level 03</a:t>
            </a:r>
          </a:p>
          <a:p>
            <a:pPr lvl="3"/>
            <a:r>
              <a:rPr lang="en-US" dirty="0"/>
              <a:t>Level 04</a:t>
            </a:r>
          </a:p>
        </p:txBody>
      </p:sp>
      <p:sp>
        <p:nvSpPr>
          <p:cNvPr id="6" name="Slide Number Placeholder 5">
            <a:extLst>
              <a:ext uri="{FF2B5EF4-FFF2-40B4-BE49-F238E27FC236}">
                <a16:creationId xmlns:a16="http://schemas.microsoft.com/office/drawing/2014/main" id="{AB30C074-8F33-E5B3-9A55-D11D3E78E9B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7" name="Group 6">
            <a:extLst>
              <a:ext uri="{FF2B5EF4-FFF2-40B4-BE49-F238E27FC236}">
                <a16:creationId xmlns:a16="http://schemas.microsoft.com/office/drawing/2014/main" id="{B2B30B23-ADB1-011C-633E-A9D3A14F4F80}"/>
              </a:ext>
              <a:ext uri="{C183D7F6-B498-43B3-948B-1728B52AA6E4}">
                <adec:decorative xmlns:adec="http://schemas.microsoft.com/office/drawing/2017/decorative" val="1"/>
              </a:ext>
            </a:extLst>
          </p:cNvPr>
          <p:cNvGrpSpPr/>
          <p:nvPr userDrawn="1"/>
        </p:nvGrpSpPr>
        <p:grpSpPr>
          <a:xfrm>
            <a:off x="4153852" y="1446213"/>
            <a:ext cx="3884296" cy="4630737"/>
            <a:chOff x="4153852" y="1446213"/>
            <a:chExt cx="3884296" cy="4630737"/>
          </a:xfrm>
        </p:grpSpPr>
        <p:cxnSp>
          <p:nvCxnSpPr>
            <p:cNvPr id="3" name="Straight Connector 2">
              <a:extLst>
                <a:ext uri="{FF2B5EF4-FFF2-40B4-BE49-F238E27FC236}">
                  <a16:creationId xmlns:a16="http://schemas.microsoft.com/office/drawing/2014/main" id="{F8A737D2-6B87-DFC3-DA84-6860E12B811E}"/>
                </a:ext>
                <a:ext uri="{C183D7F6-B498-43B3-948B-1728B52AA6E4}">
                  <adec:decorative xmlns:adec="http://schemas.microsoft.com/office/drawing/2017/decorative" val="1"/>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5432266-537A-E53F-5875-D324F4DFC0A5}"/>
                </a:ext>
                <a:ext uri="{C183D7F6-B498-43B3-948B-1728B52AA6E4}">
                  <adec:decorative xmlns:adec="http://schemas.microsoft.com/office/drawing/2017/decorative" val="1"/>
                </a:ext>
              </a:extLst>
            </p:cNvPr>
            <p:cNvCxnSpPr>
              <a:cxnSpLocks/>
            </p:cNvCxnSpPr>
            <p:nvPr userDrawn="1"/>
          </p:nvCxnSpPr>
          <p:spPr>
            <a:xfrm>
              <a:off x="8038148"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833764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Text Placeholder 3">
            <a:extLst>
              <a:ext uri="{FF2B5EF4-FFF2-40B4-BE49-F238E27FC236}">
                <a16:creationId xmlns:a16="http://schemas.microsoft.com/office/drawing/2014/main" id="{AC80D85C-7F74-EF15-F42E-B26573598E05}"/>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dirty="0"/>
              <a:t>Heading</a:t>
            </a:r>
          </a:p>
        </p:txBody>
      </p:sp>
      <p:sp>
        <p:nvSpPr>
          <p:cNvPr id="6" name="Content Placeholder 2">
            <a:extLst>
              <a:ext uri="{FF2B5EF4-FFF2-40B4-BE49-F238E27FC236}">
                <a16:creationId xmlns:a16="http://schemas.microsoft.com/office/drawing/2014/main" id="{5700FE41-5068-BC51-A4B6-593B5760B3DE}"/>
              </a:ext>
            </a:extLst>
          </p:cNvPr>
          <p:cNvSpPr>
            <a:spLocks noGrp="1"/>
          </p:cNvSpPr>
          <p:nvPr>
            <p:ph idx="12" hasCustomPrompt="1"/>
          </p:nvPr>
        </p:nvSpPr>
        <p:spPr>
          <a:xfrm>
            <a:off x="428624"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4" name="Text Placeholder 3">
            <a:extLst>
              <a:ext uri="{FF2B5EF4-FFF2-40B4-BE49-F238E27FC236}">
                <a16:creationId xmlns:a16="http://schemas.microsoft.com/office/drawing/2014/main" id="{A0D33B2D-3680-CFA8-4922-DC944983F91C}"/>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dirty="0"/>
              <a:t>Heading</a:t>
            </a:r>
          </a:p>
        </p:txBody>
      </p:sp>
      <p:sp>
        <p:nvSpPr>
          <p:cNvPr id="7" name="Content Placeholder 2">
            <a:extLst>
              <a:ext uri="{FF2B5EF4-FFF2-40B4-BE49-F238E27FC236}">
                <a16:creationId xmlns:a16="http://schemas.microsoft.com/office/drawing/2014/main" id="{7D652B75-AA09-638D-B391-9800623F8056}"/>
              </a:ext>
            </a:extLst>
          </p:cNvPr>
          <p:cNvSpPr>
            <a:spLocks noGrp="1"/>
          </p:cNvSpPr>
          <p:nvPr>
            <p:ph idx="23" hasCustomPrompt="1"/>
          </p:nvPr>
        </p:nvSpPr>
        <p:spPr>
          <a:xfrm>
            <a:off x="6280150"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1C26462A-B24E-6496-B1DF-273A6106E18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cxnSp>
        <p:nvCxnSpPr>
          <p:cNvPr id="24" name="Straight Connector 23">
            <a:extLst>
              <a:ext uri="{FF2B5EF4-FFF2-40B4-BE49-F238E27FC236}">
                <a16:creationId xmlns:a16="http://schemas.microsoft.com/office/drawing/2014/main" id="{211BA7B0-5B3E-37FB-ABC1-62CDDC761C13}"/>
              </a:ext>
              <a:ext uri="{C183D7F6-B498-43B3-948B-1728B52AA6E4}">
                <adec:decorative xmlns:adec="http://schemas.microsoft.com/office/drawing/2017/decorative" val="1"/>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2383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dirty="0"/>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dirty="0"/>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dirty="0"/>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3" name="Slide Number Placeholder 5">
            <a:extLst>
              <a:ext uri="{FF2B5EF4-FFF2-40B4-BE49-F238E27FC236}">
                <a16:creationId xmlns:a16="http://schemas.microsoft.com/office/drawing/2014/main" id="{86B26CC1-EC68-EFF1-594A-E7D62DC165B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10" name="Group 9">
            <a:extLst>
              <a:ext uri="{FF2B5EF4-FFF2-40B4-BE49-F238E27FC236}">
                <a16:creationId xmlns:a16="http://schemas.microsoft.com/office/drawing/2014/main" id="{D9F1CD4A-4EE0-2AF7-2ECD-C8C5F0390D21}"/>
              </a:ext>
              <a:ext uri="{C183D7F6-B498-43B3-948B-1728B52AA6E4}">
                <adec:decorative xmlns:adec="http://schemas.microsoft.com/office/drawing/2017/decorative" val="1"/>
              </a:ext>
            </a:extLst>
          </p:cNvPr>
          <p:cNvGrpSpPr/>
          <p:nvPr userDrawn="1"/>
        </p:nvGrpSpPr>
        <p:grpSpPr>
          <a:xfrm>
            <a:off x="4153852" y="1446213"/>
            <a:ext cx="3892977" cy="4630737"/>
            <a:chOff x="4153852" y="1446213"/>
            <a:chExt cx="3892977" cy="4630737"/>
          </a:xfrm>
        </p:grpSpPr>
        <p:cxnSp>
          <p:nvCxnSpPr>
            <p:cNvPr id="7" name="Straight Connector 6">
              <a:extLst>
                <a:ext uri="{FF2B5EF4-FFF2-40B4-BE49-F238E27FC236}">
                  <a16:creationId xmlns:a16="http://schemas.microsoft.com/office/drawing/2014/main" id="{8055F457-6C59-9205-5BC8-37A6E312F763}"/>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317E02-C121-6BA0-DE8E-02D7575D7C7C}"/>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322889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Text Placeholder 3">
            <a:extLst>
              <a:ext uri="{FF2B5EF4-FFF2-40B4-BE49-F238E27FC236}">
                <a16:creationId xmlns:a16="http://schemas.microsoft.com/office/drawing/2014/main" id="{36933FFB-20BC-0D38-2EC5-3BBF25322C4E}"/>
              </a:ext>
            </a:extLst>
          </p:cNvPr>
          <p:cNvSpPr>
            <a:spLocks noGrp="1"/>
          </p:cNvSpPr>
          <p:nvPr>
            <p:ph type="body" sz="quarter" idx="21" hasCustomPrompt="1"/>
          </p:nvPr>
        </p:nvSpPr>
        <p:spPr>
          <a:xfrm>
            <a:off x="428624" y="1446213"/>
            <a:ext cx="2651760" cy="548640"/>
          </a:xfrm>
        </p:spPr>
        <p:txBody>
          <a:bodyPr anchor="ctr"/>
          <a:lstStyle>
            <a:lvl1pPr marL="0" indent="0">
              <a:spcAft>
                <a:spcPts val="0"/>
              </a:spcAft>
              <a:buNone/>
              <a:defRPr sz="1600">
                <a:solidFill>
                  <a:schemeClr val="accent1"/>
                </a:solidFill>
                <a:latin typeface="+mj-lt"/>
              </a:defRPr>
            </a:lvl1pPr>
          </a:lstStyle>
          <a:p>
            <a:pPr lvl="0"/>
            <a:r>
              <a:rPr lang="en-US" dirty="0"/>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7" name="Text Placeholder 3">
            <a:extLst>
              <a:ext uri="{FF2B5EF4-FFF2-40B4-BE49-F238E27FC236}">
                <a16:creationId xmlns:a16="http://schemas.microsoft.com/office/drawing/2014/main" id="{D8C626AA-D212-61A1-DE59-8BBEC3A26C74}"/>
              </a:ext>
            </a:extLst>
          </p:cNvPr>
          <p:cNvSpPr>
            <a:spLocks noGrp="1"/>
          </p:cNvSpPr>
          <p:nvPr>
            <p:ph type="body" sz="quarter" idx="22" hasCustomPrompt="1"/>
          </p:nvPr>
        </p:nvSpPr>
        <p:spPr>
          <a:xfrm>
            <a:off x="3327006" y="1446213"/>
            <a:ext cx="2651760" cy="548640"/>
          </a:xfrm>
        </p:spPr>
        <p:txBody>
          <a:bodyPr anchor="ctr"/>
          <a:lstStyle>
            <a:lvl1pPr marL="0" indent="0">
              <a:spcAft>
                <a:spcPts val="0"/>
              </a:spcAft>
              <a:buNone/>
              <a:defRPr sz="1600">
                <a:solidFill>
                  <a:schemeClr val="accent3"/>
                </a:solidFill>
                <a:latin typeface="+mj-lt"/>
              </a:defRPr>
            </a:lvl1pPr>
          </a:lstStyle>
          <a:p>
            <a:pPr lvl="0"/>
            <a:r>
              <a:rPr lang="en-US" dirty="0"/>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3327006"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9" name="Text Placeholder 3">
            <a:extLst>
              <a:ext uri="{FF2B5EF4-FFF2-40B4-BE49-F238E27FC236}">
                <a16:creationId xmlns:a16="http://schemas.microsoft.com/office/drawing/2014/main" id="{8A1CCB88-A172-FFF7-96EB-550E3A48F216}"/>
              </a:ext>
            </a:extLst>
          </p:cNvPr>
          <p:cNvSpPr>
            <a:spLocks noGrp="1"/>
          </p:cNvSpPr>
          <p:nvPr>
            <p:ph type="body" sz="quarter" idx="23" hasCustomPrompt="1"/>
          </p:nvPr>
        </p:nvSpPr>
        <p:spPr>
          <a:xfrm>
            <a:off x="6225388" y="1446213"/>
            <a:ext cx="2651760" cy="548640"/>
          </a:xfrm>
        </p:spPr>
        <p:txBody>
          <a:bodyPr anchor="ctr"/>
          <a:lstStyle>
            <a:lvl1pPr marL="0" indent="0">
              <a:spcAft>
                <a:spcPts val="0"/>
              </a:spcAft>
              <a:buNone/>
              <a:defRPr sz="1600">
                <a:solidFill>
                  <a:schemeClr val="accent5"/>
                </a:solidFill>
                <a:latin typeface="+mj-lt"/>
              </a:defRPr>
            </a:lvl1pPr>
          </a:lstStyle>
          <a:p>
            <a:pPr lvl="0"/>
            <a:r>
              <a:rPr lang="en-US" dirty="0"/>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6225388"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10" name="Text Placeholder 3">
            <a:extLst>
              <a:ext uri="{FF2B5EF4-FFF2-40B4-BE49-F238E27FC236}">
                <a16:creationId xmlns:a16="http://schemas.microsoft.com/office/drawing/2014/main" id="{5FB728DE-EE08-176A-4432-66A0B7D88664}"/>
              </a:ext>
            </a:extLst>
          </p:cNvPr>
          <p:cNvSpPr>
            <a:spLocks noGrp="1"/>
          </p:cNvSpPr>
          <p:nvPr>
            <p:ph type="body" sz="quarter" idx="24" hasCustomPrompt="1"/>
          </p:nvPr>
        </p:nvSpPr>
        <p:spPr>
          <a:xfrm>
            <a:off x="9123770" y="1446213"/>
            <a:ext cx="2651760" cy="548640"/>
          </a:xfrm>
        </p:spPr>
        <p:txBody>
          <a:bodyPr anchor="ctr"/>
          <a:lstStyle>
            <a:lvl1pPr marL="0" indent="0">
              <a:spcAft>
                <a:spcPts val="0"/>
              </a:spcAft>
              <a:buNone/>
              <a:defRPr sz="1600">
                <a:solidFill>
                  <a:schemeClr val="accent6"/>
                </a:solidFill>
                <a:latin typeface="+mj-lt"/>
              </a:defRPr>
            </a:lvl1pPr>
          </a:lstStyle>
          <a:p>
            <a:pPr lvl="0"/>
            <a:r>
              <a:rPr lang="en-US" dirty="0"/>
              <a:t>Heading</a:t>
            </a:r>
          </a:p>
        </p:txBody>
      </p:sp>
      <p:sp>
        <p:nvSpPr>
          <p:cNvPr id="3" name="Text Placeholder 11">
            <a:extLst>
              <a:ext uri="{FF2B5EF4-FFF2-40B4-BE49-F238E27FC236}">
                <a16:creationId xmlns:a16="http://schemas.microsoft.com/office/drawing/2014/main" id="{6A06F20C-3D16-6913-4223-0510D4DCF1F2}"/>
              </a:ext>
            </a:extLst>
          </p:cNvPr>
          <p:cNvSpPr>
            <a:spLocks noGrp="1"/>
          </p:cNvSpPr>
          <p:nvPr>
            <p:ph type="body" sz="quarter" idx="19" hasCustomPrompt="1"/>
          </p:nvPr>
        </p:nvSpPr>
        <p:spPr>
          <a:xfrm>
            <a:off x="9123770"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4" name="Slide Number Placeholder 5">
            <a:extLst>
              <a:ext uri="{FF2B5EF4-FFF2-40B4-BE49-F238E27FC236}">
                <a16:creationId xmlns:a16="http://schemas.microsoft.com/office/drawing/2014/main" id="{F39A5C7C-FF3B-791E-7112-DA49F4D0B1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5" name="Group 4">
            <a:extLst>
              <a:ext uri="{FF2B5EF4-FFF2-40B4-BE49-F238E27FC236}">
                <a16:creationId xmlns:a16="http://schemas.microsoft.com/office/drawing/2014/main" id="{6835ACEF-14AA-8811-AB5D-3938B97AC12C}"/>
              </a:ext>
              <a:ext uri="{C183D7F6-B498-43B3-948B-1728B52AA6E4}">
                <adec:decorative xmlns:adec="http://schemas.microsoft.com/office/drawing/2017/decorative" val="1"/>
              </a:ext>
            </a:extLst>
          </p:cNvPr>
          <p:cNvGrpSpPr/>
          <p:nvPr userDrawn="1"/>
        </p:nvGrpSpPr>
        <p:grpSpPr>
          <a:xfrm>
            <a:off x="3203695" y="1446214"/>
            <a:ext cx="5796764" cy="2125122"/>
            <a:chOff x="3203695" y="1446213"/>
            <a:chExt cx="5796764" cy="4630737"/>
          </a:xfrm>
        </p:grpSpPr>
        <p:cxnSp>
          <p:nvCxnSpPr>
            <p:cNvPr id="11" name="Straight Connector 10">
              <a:extLst>
                <a:ext uri="{FF2B5EF4-FFF2-40B4-BE49-F238E27FC236}">
                  <a16:creationId xmlns:a16="http://schemas.microsoft.com/office/drawing/2014/main" id="{BBA5152D-90F9-841D-EC13-0030AD385EBB}"/>
                </a:ext>
              </a:extLst>
            </p:cNvPr>
            <p:cNvCxnSpPr>
              <a:cxnSpLocks/>
            </p:cNvCxnSpPr>
            <p:nvPr userDrawn="1"/>
          </p:nvCxnSpPr>
          <p:spPr>
            <a:xfrm>
              <a:off x="3203695"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A886867-C5AE-7140-EDF8-D3A5947BBA94}"/>
                </a:ext>
              </a:extLst>
            </p:cNvPr>
            <p:cNvCxnSpPr>
              <a:cxnSpLocks/>
            </p:cNvCxnSpPr>
            <p:nvPr userDrawn="1"/>
          </p:nvCxnSpPr>
          <p:spPr>
            <a:xfrm>
              <a:off x="610207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83FCCB-2C9D-3E40-0646-FB598DF53981}"/>
                </a:ext>
              </a:extLst>
            </p:cNvPr>
            <p:cNvCxnSpPr>
              <a:cxnSpLocks/>
            </p:cNvCxnSpPr>
            <p:nvPr userDrawn="1"/>
          </p:nvCxnSpPr>
          <p:spPr>
            <a:xfrm>
              <a:off x="900045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019586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Four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Text Placeholder 3">
            <a:extLst>
              <a:ext uri="{FF2B5EF4-FFF2-40B4-BE49-F238E27FC236}">
                <a16:creationId xmlns:a16="http://schemas.microsoft.com/office/drawing/2014/main" id="{36933FFB-20BC-0D38-2EC5-3BBF25322C4E}"/>
              </a:ext>
            </a:extLst>
          </p:cNvPr>
          <p:cNvSpPr>
            <a:spLocks noGrp="1"/>
          </p:cNvSpPr>
          <p:nvPr>
            <p:ph type="body" sz="quarter" idx="21" hasCustomPrompt="1"/>
          </p:nvPr>
        </p:nvSpPr>
        <p:spPr>
          <a:xfrm>
            <a:off x="428624" y="1446213"/>
            <a:ext cx="2651760" cy="548640"/>
          </a:xfrm>
        </p:spPr>
        <p:txBody>
          <a:bodyPr anchor="ctr"/>
          <a:lstStyle>
            <a:lvl1pPr marL="0" indent="0">
              <a:spcAft>
                <a:spcPts val="0"/>
              </a:spcAft>
              <a:buNone/>
              <a:defRPr sz="1600">
                <a:solidFill>
                  <a:schemeClr val="accent1"/>
                </a:solidFill>
                <a:latin typeface="+mj-lt"/>
              </a:defRPr>
            </a:lvl1pPr>
          </a:lstStyle>
          <a:p>
            <a:pPr lvl="0"/>
            <a:r>
              <a:rPr lang="en-US" dirty="0"/>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7" name="Text Placeholder 3">
            <a:extLst>
              <a:ext uri="{FF2B5EF4-FFF2-40B4-BE49-F238E27FC236}">
                <a16:creationId xmlns:a16="http://schemas.microsoft.com/office/drawing/2014/main" id="{D8C626AA-D212-61A1-DE59-8BBEC3A26C74}"/>
              </a:ext>
            </a:extLst>
          </p:cNvPr>
          <p:cNvSpPr>
            <a:spLocks noGrp="1"/>
          </p:cNvSpPr>
          <p:nvPr>
            <p:ph type="body" sz="quarter" idx="22" hasCustomPrompt="1"/>
          </p:nvPr>
        </p:nvSpPr>
        <p:spPr>
          <a:xfrm>
            <a:off x="3327006" y="1446213"/>
            <a:ext cx="2651760" cy="548640"/>
          </a:xfrm>
        </p:spPr>
        <p:txBody>
          <a:bodyPr anchor="ctr"/>
          <a:lstStyle>
            <a:lvl1pPr marL="0" indent="0">
              <a:spcAft>
                <a:spcPts val="0"/>
              </a:spcAft>
              <a:buNone/>
              <a:defRPr sz="1600">
                <a:solidFill>
                  <a:schemeClr val="accent3"/>
                </a:solidFill>
                <a:latin typeface="+mj-lt"/>
              </a:defRPr>
            </a:lvl1pPr>
          </a:lstStyle>
          <a:p>
            <a:pPr lvl="0"/>
            <a:r>
              <a:rPr lang="en-US" dirty="0"/>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3327006"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9" name="Text Placeholder 3">
            <a:extLst>
              <a:ext uri="{FF2B5EF4-FFF2-40B4-BE49-F238E27FC236}">
                <a16:creationId xmlns:a16="http://schemas.microsoft.com/office/drawing/2014/main" id="{8A1CCB88-A172-FFF7-96EB-550E3A48F216}"/>
              </a:ext>
            </a:extLst>
          </p:cNvPr>
          <p:cNvSpPr>
            <a:spLocks noGrp="1"/>
          </p:cNvSpPr>
          <p:nvPr>
            <p:ph type="body" sz="quarter" idx="23" hasCustomPrompt="1"/>
          </p:nvPr>
        </p:nvSpPr>
        <p:spPr>
          <a:xfrm>
            <a:off x="6225388" y="1446213"/>
            <a:ext cx="2651760" cy="548640"/>
          </a:xfrm>
        </p:spPr>
        <p:txBody>
          <a:bodyPr anchor="ctr"/>
          <a:lstStyle>
            <a:lvl1pPr marL="0" indent="0">
              <a:spcAft>
                <a:spcPts val="0"/>
              </a:spcAft>
              <a:buNone/>
              <a:defRPr sz="1600">
                <a:solidFill>
                  <a:schemeClr val="accent5"/>
                </a:solidFill>
                <a:latin typeface="+mj-lt"/>
              </a:defRPr>
            </a:lvl1pPr>
          </a:lstStyle>
          <a:p>
            <a:pPr lvl="0"/>
            <a:r>
              <a:rPr lang="en-US" dirty="0"/>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6225388"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10" name="Text Placeholder 3">
            <a:extLst>
              <a:ext uri="{FF2B5EF4-FFF2-40B4-BE49-F238E27FC236}">
                <a16:creationId xmlns:a16="http://schemas.microsoft.com/office/drawing/2014/main" id="{5FB728DE-EE08-176A-4432-66A0B7D88664}"/>
              </a:ext>
            </a:extLst>
          </p:cNvPr>
          <p:cNvSpPr>
            <a:spLocks noGrp="1"/>
          </p:cNvSpPr>
          <p:nvPr>
            <p:ph type="body" sz="quarter" idx="24" hasCustomPrompt="1"/>
          </p:nvPr>
        </p:nvSpPr>
        <p:spPr>
          <a:xfrm>
            <a:off x="9123770" y="1446213"/>
            <a:ext cx="2651760" cy="548640"/>
          </a:xfrm>
        </p:spPr>
        <p:txBody>
          <a:bodyPr anchor="ctr"/>
          <a:lstStyle>
            <a:lvl1pPr marL="0" indent="0">
              <a:spcAft>
                <a:spcPts val="0"/>
              </a:spcAft>
              <a:buNone/>
              <a:defRPr sz="1600">
                <a:solidFill>
                  <a:schemeClr val="accent6"/>
                </a:solidFill>
                <a:latin typeface="+mj-lt"/>
              </a:defRPr>
            </a:lvl1pPr>
          </a:lstStyle>
          <a:p>
            <a:pPr lvl="0"/>
            <a:r>
              <a:rPr lang="en-US" dirty="0"/>
              <a:t>Heading</a:t>
            </a:r>
          </a:p>
        </p:txBody>
      </p:sp>
      <p:sp>
        <p:nvSpPr>
          <p:cNvPr id="3" name="Text Placeholder 11">
            <a:extLst>
              <a:ext uri="{FF2B5EF4-FFF2-40B4-BE49-F238E27FC236}">
                <a16:creationId xmlns:a16="http://schemas.microsoft.com/office/drawing/2014/main" id="{6A06F20C-3D16-6913-4223-0510D4DCF1F2}"/>
              </a:ext>
            </a:extLst>
          </p:cNvPr>
          <p:cNvSpPr>
            <a:spLocks noGrp="1"/>
          </p:cNvSpPr>
          <p:nvPr>
            <p:ph type="body" sz="quarter" idx="19" hasCustomPrompt="1"/>
          </p:nvPr>
        </p:nvSpPr>
        <p:spPr>
          <a:xfrm>
            <a:off x="9123770"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4" name="Slide Number Placeholder 5">
            <a:extLst>
              <a:ext uri="{FF2B5EF4-FFF2-40B4-BE49-F238E27FC236}">
                <a16:creationId xmlns:a16="http://schemas.microsoft.com/office/drawing/2014/main" id="{F39A5C7C-FF3B-791E-7112-DA49F4D0B1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5" name="Group 4">
            <a:extLst>
              <a:ext uri="{FF2B5EF4-FFF2-40B4-BE49-F238E27FC236}">
                <a16:creationId xmlns:a16="http://schemas.microsoft.com/office/drawing/2014/main" id="{6835ACEF-14AA-8811-AB5D-3938B97AC12C}"/>
              </a:ext>
              <a:ext uri="{C183D7F6-B498-43B3-948B-1728B52AA6E4}">
                <adec:decorative xmlns:adec="http://schemas.microsoft.com/office/drawing/2017/decorative" val="1"/>
              </a:ext>
            </a:extLst>
          </p:cNvPr>
          <p:cNvGrpSpPr/>
          <p:nvPr userDrawn="1"/>
        </p:nvGrpSpPr>
        <p:grpSpPr>
          <a:xfrm>
            <a:off x="3203695" y="1446213"/>
            <a:ext cx="5796764" cy="4630737"/>
            <a:chOff x="3203695" y="1446213"/>
            <a:chExt cx="5796764" cy="4630737"/>
          </a:xfrm>
        </p:grpSpPr>
        <p:cxnSp>
          <p:nvCxnSpPr>
            <p:cNvPr id="11" name="Straight Connector 10">
              <a:extLst>
                <a:ext uri="{FF2B5EF4-FFF2-40B4-BE49-F238E27FC236}">
                  <a16:creationId xmlns:a16="http://schemas.microsoft.com/office/drawing/2014/main" id="{BBA5152D-90F9-841D-EC13-0030AD385EBB}"/>
                </a:ext>
              </a:extLst>
            </p:cNvPr>
            <p:cNvCxnSpPr>
              <a:cxnSpLocks/>
            </p:cNvCxnSpPr>
            <p:nvPr userDrawn="1"/>
          </p:nvCxnSpPr>
          <p:spPr>
            <a:xfrm>
              <a:off x="3203695"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A886867-C5AE-7140-EDF8-D3A5947BBA94}"/>
                </a:ext>
              </a:extLst>
            </p:cNvPr>
            <p:cNvCxnSpPr>
              <a:cxnSpLocks/>
            </p:cNvCxnSpPr>
            <p:nvPr userDrawn="1"/>
          </p:nvCxnSpPr>
          <p:spPr>
            <a:xfrm>
              <a:off x="610207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83FCCB-2C9D-3E40-0646-FB598DF53981}"/>
                </a:ext>
              </a:extLst>
            </p:cNvPr>
            <p:cNvCxnSpPr>
              <a:cxnSpLocks/>
            </p:cNvCxnSpPr>
            <p:nvPr userDrawn="1"/>
          </p:nvCxnSpPr>
          <p:spPr>
            <a:xfrm>
              <a:off x="900045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708167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7" name="Text Placeholder 3">
            <a:extLst>
              <a:ext uri="{FF2B5EF4-FFF2-40B4-BE49-F238E27FC236}">
                <a16:creationId xmlns:a16="http://schemas.microsoft.com/office/drawing/2014/main" id="{C2CA012C-3387-F6E7-BD07-7F68D4FD7B29}"/>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dirty="0"/>
              <a:t>Heading</a:t>
            </a:r>
          </a:p>
        </p:txBody>
      </p:sp>
      <p:sp>
        <p:nvSpPr>
          <p:cNvPr id="9" name="Text Placeholder 3">
            <a:extLst>
              <a:ext uri="{FF2B5EF4-FFF2-40B4-BE49-F238E27FC236}">
                <a16:creationId xmlns:a16="http://schemas.microsoft.com/office/drawing/2014/main" id="{28E350C6-C030-D9A7-8FFE-0C6BE159F13B}"/>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dirty="0"/>
              <a:t>Heading</a:t>
            </a:r>
          </a:p>
        </p:txBody>
      </p:sp>
      <p:sp>
        <p:nvSpPr>
          <p:cNvPr id="3" name="Slide Number Placeholder 5">
            <a:extLst>
              <a:ext uri="{FF2B5EF4-FFF2-40B4-BE49-F238E27FC236}">
                <a16:creationId xmlns:a16="http://schemas.microsoft.com/office/drawing/2014/main" id="{B5B1AEC1-40BF-926F-B166-C26EDD113684}"/>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4" name="Picture Placeholder 3">
            <a:extLst>
              <a:ext uri="{FF2B5EF4-FFF2-40B4-BE49-F238E27FC236}">
                <a16:creationId xmlns:a16="http://schemas.microsoft.com/office/drawing/2014/main" id="{D273CDCD-A3ED-25B5-B18D-BDF48020EDDD}"/>
              </a:ext>
              <a:ext uri="{C183D7F6-B498-43B3-948B-1728B52AA6E4}">
                <adec:decorative xmlns:adec="http://schemas.microsoft.com/office/drawing/2017/decorative" val="1"/>
              </a:ext>
            </a:extLst>
          </p:cNvPr>
          <p:cNvSpPr>
            <a:spLocks noGrp="1"/>
          </p:cNvSpPr>
          <p:nvPr>
            <p:ph type="pic" sz="quarter" idx="17"/>
          </p:nvPr>
        </p:nvSpPr>
        <p:spPr>
          <a:xfrm>
            <a:off x="428624" y="1994854"/>
            <a:ext cx="5486400" cy="4082096"/>
          </a:xfrm>
        </p:spPr>
        <p:txBody>
          <a:bodyPr anchor="ctr"/>
          <a:lstStyle>
            <a:lvl1pPr marL="0" indent="0" algn="ctr">
              <a:buNone/>
              <a:defRPr/>
            </a:lvl1pPr>
          </a:lstStyle>
          <a:p>
            <a:r>
              <a:rPr lang="fr-FR"/>
              <a:t>Cliquez sur l'icône pour ajouter une image</a:t>
            </a:r>
            <a:endParaRPr lang="en-US" dirty="0"/>
          </a:p>
        </p:txBody>
      </p:sp>
      <p:sp>
        <p:nvSpPr>
          <p:cNvPr id="5" name="Picture Placeholder 3">
            <a:extLst>
              <a:ext uri="{FF2B5EF4-FFF2-40B4-BE49-F238E27FC236}">
                <a16:creationId xmlns:a16="http://schemas.microsoft.com/office/drawing/2014/main" id="{64FC30F8-E61C-6616-BF60-9AFD9F7EBEC9}"/>
              </a:ext>
              <a:ext uri="{C183D7F6-B498-43B3-948B-1728B52AA6E4}">
                <adec:decorative xmlns:adec="http://schemas.microsoft.com/office/drawing/2017/decorative" val="1"/>
              </a:ext>
            </a:extLst>
          </p:cNvPr>
          <p:cNvSpPr>
            <a:spLocks noGrp="1"/>
          </p:cNvSpPr>
          <p:nvPr>
            <p:ph type="pic" sz="quarter" idx="18"/>
          </p:nvPr>
        </p:nvSpPr>
        <p:spPr>
          <a:xfrm>
            <a:off x="6280150" y="1994854"/>
            <a:ext cx="5486400" cy="4082096"/>
          </a:xfrm>
        </p:spPr>
        <p:txBody>
          <a:bodyPr anchor="ctr"/>
          <a:lstStyle>
            <a:lvl1pPr marL="0" indent="0" algn="ctr">
              <a:buNone/>
              <a:defRPr/>
            </a:lvl1pPr>
          </a:lstStyle>
          <a:p>
            <a:r>
              <a:rPr lang="fr-FR"/>
              <a:t>Cliquez sur l'icône pour ajouter une image</a:t>
            </a:r>
            <a:endParaRPr lang="en-US" dirty="0"/>
          </a:p>
        </p:txBody>
      </p:sp>
    </p:spTree>
    <p:extLst>
      <p:ext uri="{BB962C8B-B14F-4D97-AF65-F5344CB8AC3E}">
        <p14:creationId xmlns:p14="http://schemas.microsoft.com/office/powerpoint/2010/main" val="42506888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Text Placeholder 3">
            <a:extLst>
              <a:ext uri="{FF2B5EF4-FFF2-40B4-BE49-F238E27FC236}">
                <a16:creationId xmlns:a16="http://schemas.microsoft.com/office/drawing/2014/main" id="{5C2280E2-8456-6A59-68C6-B002ACDE4A5D}"/>
              </a:ext>
            </a:extLst>
          </p:cNvPr>
          <p:cNvSpPr>
            <a:spLocks noGrp="1"/>
          </p:cNvSpPr>
          <p:nvPr>
            <p:ph type="body" sz="quarter" idx="22"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dirty="0"/>
              <a:t>Heading</a:t>
            </a:r>
          </a:p>
        </p:txBody>
      </p:sp>
      <p:sp>
        <p:nvSpPr>
          <p:cNvPr id="7" name="Text Placeholder 3">
            <a:extLst>
              <a:ext uri="{FF2B5EF4-FFF2-40B4-BE49-F238E27FC236}">
                <a16:creationId xmlns:a16="http://schemas.microsoft.com/office/drawing/2014/main" id="{52CCFF94-B857-D8DC-B2CD-0FFF4A50C300}"/>
              </a:ext>
            </a:extLst>
          </p:cNvPr>
          <p:cNvSpPr>
            <a:spLocks noGrp="1"/>
          </p:cNvSpPr>
          <p:nvPr>
            <p:ph type="body" sz="quarter" idx="23"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dirty="0"/>
              <a:t>Heading</a:t>
            </a:r>
          </a:p>
        </p:txBody>
      </p:sp>
      <p:sp>
        <p:nvSpPr>
          <p:cNvPr id="9" name="Text Placeholder 3">
            <a:extLst>
              <a:ext uri="{FF2B5EF4-FFF2-40B4-BE49-F238E27FC236}">
                <a16:creationId xmlns:a16="http://schemas.microsoft.com/office/drawing/2014/main" id="{3242A419-9A8D-61BF-51EB-69513EA5BE23}"/>
              </a:ext>
            </a:extLst>
          </p:cNvPr>
          <p:cNvSpPr>
            <a:spLocks noGrp="1"/>
          </p:cNvSpPr>
          <p:nvPr>
            <p:ph type="body" sz="quarter" idx="24"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dirty="0"/>
              <a:t>Heading</a:t>
            </a:r>
          </a:p>
        </p:txBody>
      </p:sp>
      <p:sp>
        <p:nvSpPr>
          <p:cNvPr id="10" name="Slide Number Placeholder 5">
            <a:extLst>
              <a:ext uri="{FF2B5EF4-FFF2-40B4-BE49-F238E27FC236}">
                <a16:creationId xmlns:a16="http://schemas.microsoft.com/office/drawing/2014/main" id="{3D7EF800-D5AD-6EA2-68D5-8EACC1DBE5E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3" name="Picture Placeholder 3">
            <a:extLst>
              <a:ext uri="{FF2B5EF4-FFF2-40B4-BE49-F238E27FC236}">
                <a16:creationId xmlns:a16="http://schemas.microsoft.com/office/drawing/2014/main" id="{3ABED1DD-3627-3441-AC4C-69C0E51BE10F}"/>
              </a:ext>
              <a:ext uri="{C183D7F6-B498-43B3-948B-1728B52AA6E4}">
                <adec:decorative xmlns:adec="http://schemas.microsoft.com/office/drawing/2017/decorative" val="1"/>
              </a:ext>
            </a:extLst>
          </p:cNvPr>
          <p:cNvSpPr>
            <a:spLocks noGrp="1"/>
          </p:cNvSpPr>
          <p:nvPr>
            <p:ph type="pic" sz="quarter" idx="19"/>
          </p:nvPr>
        </p:nvSpPr>
        <p:spPr>
          <a:xfrm>
            <a:off x="428624" y="1994854"/>
            <a:ext cx="3566160" cy="4082096"/>
          </a:xfrm>
        </p:spPr>
        <p:txBody>
          <a:bodyPr anchor="ctr"/>
          <a:lstStyle>
            <a:lvl1pPr marL="0" indent="0" algn="ctr">
              <a:buNone/>
              <a:defRPr sz="1400"/>
            </a:lvl1pPr>
          </a:lstStyle>
          <a:p>
            <a:r>
              <a:rPr lang="fr-FR"/>
              <a:t>Cliquez sur l'icône pour ajouter une image</a:t>
            </a:r>
            <a:endParaRPr lang="en-US" dirty="0"/>
          </a:p>
        </p:txBody>
      </p:sp>
      <p:sp>
        <p:nvSpPr>
          <p:cNvPr id="4" name="Picture Placeholder 3">
            <a:extLst>
              <a:ext uri="{FF2B5EF4-FFF2-40B4-BE49-F238E27FC236}">
                <a16:creationId xmlns:a16="http://schemas.microsoft.com/office/drawing/2014/main" id="{2918F928-6CA5-FEF8-D882-6AA9F401BE7D}"/>
              </a:ext>
              <a:ext uri="{C183D7F6-B498-43B3-948B-1728B52AA6E4}">
                <adec:decorative xmlns:adec="http://schemas.microsoft.com/office/drawing/2017/decorative" val="1"/>
              </a:ext>
            </a:extLst>
          </p:cNvPr>
          <p:cNvSpPr>
            <a:spLocks noGrp="1"/>
          </p:cNvSpPr>
          <p:nvPr>
            <p:ph type="pic" sz="quarter" idx="20"/>
          </p:nvPr>
        </p:nvSpPr>
        <p:spPr>
          <a:xfrm>
            <a:off x="4318707" y="1994854"/>
            <a:ext cx="3566160" cy="4082096"/>
          </a:xfrm>
        </p:spPr>
        <p:txBody>
          <a:bodyPr anchor="ctr"/>
          <a:lstStyle>
            <a:lvl1pPr marL="0" indent="0" algn="ctr">
              <a:buNone/>
              <a:defRPr sz="1400"/>
            </a:lvl1pPr>
          </a:lstStyle>
          <a:p>
            <a:r>
              <a:rPr lang="fr-FR"/>
              <a:t>Cliquez sur l'icône pour ajouter une image</a:t>
            </a:r>
            <a:endParaRPr lang="en-US" dirty="0"/>
          </a:p>
        </p:txBody>
      </p:sp>
      <p:sp>
        <p:nvSpPr>
          <p:cNvPr id="5" name="Picture Placeholder 3">
            <a:extLst>
              <a:ext uri="{FF2B5EF4-FFF2-40B4-BE49-F238E27FC236}">
                <a16:creationId xmlns:a16="http://schemas.microsoft.com/office/drawing/2014/main" id="{0ED812F7-BF5D-DF64-7216-C1D7D0E71804}"/>
              </a:ext>
              <a:ext uri="{C183D7F6-B498-43B3-948B-1728B52AA6E4}">
                <adec:decorative xmlns:adec="http://schemas.microsoft.com/office/drawing/2017/decorative" val="1"/>
              </a:ext>
            </a:extLst>
          </p:cNvPr>
          <p:cNvSpPr>
            <a:spLocks noGrp="1"/>
          </p:cNvSpPr>
          <p:nvPr>
            <p:ph type="pic" sz="quarter" idx="21"/>
          </p:nvPr>
        </p:nvSpPr>
        <p:spPr>
          <a:xfrm>
            <a:off x="8208790" y="1994854"/>
            <a:ext cx="3566160" cy="4082096"/>
          </a:xfrm>
        </p:spPr>
        <p:txBody>
          <a:bodyPr anchor="ctr"/>
          <a:lstStyle>
            <a:lvl1pPr marL="0" indent="0" algn="ctr">
              <a:buNone/>
              <a:defRPr sz="1400"/>
            </a:lvl1pPr>
          </a:lstStyle>
          <a:p>
            <a:r>
              <a:rPr lang="fr-FR"/>
              <a:t>Cliquez sur l'icône pour ajouter une image</a:t>
            </a:r>
            <a:endParaRPr lang="en-US" dirty="0"/>
          </a:p>
        </p:txBody>
      </p:sp>
    </p:spTree>
    <p:extLst>
      <p:ext uri="{BB962C8B-B14F-4D97-AF65-F5344CB8AC3E}">
        <p14:creationId xmlns:p14="http://schemas.microsoft.com/office/powerpoint/2010/main" val="37511452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our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Text Placeholder 3">
            <a:extLst>
              <a:ext uri="{FF2B5EF4-FFF2-40B4-BE49-F238E27FC236}">
                <a16:creationId xmlns:a16="http://schemas.microsoft.com/office/drawing/2014/main" id="{3B4DF86C-4686-D09F-9CDD-05397E5EA11B}"/>
              </a:ext>
            </a:extLst>
          </p:cNvPr>
          <p:cNvSpPr>
            <a:spLocks noGrp="1"/>
          </p:cNvSpPr>
          <p:nvPr>
            <p:ph type="body" sz="quarter" idx="25" hasCustomPrompt="1"/>
          </p:nvPr>
        </p:nvSpPr>
        <p:spPr>
          <a:xfrm>
            <a:off x="428624" y="1446213"/>
            <a:ext cx="2697480" cy="548640"/>
          </a:xfrm>
        </p:spPr>
        <p:txBody>
          <a:bodyPr anchor="ctr"/>
          <a:lstStyle>
            <a:lvl1pPr marL="0" indent="0">
              <a:spcAft>
                <a:spcPts val="0"/>
              </a:spcAft>
              <a:buNone/>
              <a:defRPr sz="1600">
                <a:solidFill>
                  <a:schemeClr val="accent1"/>
                </a:solidFill>
                <a:latin typeface="+mj-lt"/>
              </a:defRPr>
            </a:lvl1pPr>
          </a:lstStyle>
          <a:p>
            <a:pPr lvl="0"/>
            <a:r>
              <a:rPr lang="en-US" dirty="0"/>
              <a:t>Heading</a:t>
            </a:r>
          </a:p>
        </p:txBody>
      </p:sp>
      <p:sp>
        <p:nvSpPr>
          <p:cNvPr id="4" name="Text Placeholder 3">
            <a:extLst>
              <a:ext uri="{FF2B5EF4-FFF2-40B4-BE49-F238E27FC236}">
                <a16:creationId xmlns:a16="http://schemas.microsoft.com/office/drawing/2014/main" id="{464460DE-EC5C-7D9A-E60B-C77EBEE2719C}"/>
              </a:ext>
            </a:extLst>
          </p:cNvPr>
          <p:cNvSpPr>
            <a:spLocks noGrp="1"/>
          </p:cNvSpPr>
          <p:nvPr>
            <p:ph type="body" sz="quarter" idx="26" hasCustomPrompt="1"/>
          </p:nvPr>
        </p:nvSpPr>
        <p:spPr>
          <a:xfrm>
            <a:off x="3311573" y="1446213"/>
            <a:ext cx="2697480" cy="548640"/>
          </a:xfrm>
        </p:spPr>
        <p:txBody>
          <a:bodyPr anchor="ctr"/>
          <a:lstStyle>
            <a:lvl1pPr marL="0" indent="0">
              <a:spcAft>
                <a:spcPts val="0"/>
              </a:spcAft>
              <a:buNone/>
              <a:defRPr sz="1600">
                <a:solidFill>
                  <a:schemeClr val="accent3"/>
                </a:solidFill>
                <a:latin typeface="+mj-lt"/>
              </a:defRPr>
            </a:lvl1pPr>
          </a:lstStyle>
          <a:p>
            <a:pPr lvl="0"/>
            <a:r>
              <a:rPr lang="en-US" dirty="0"/>
              <a:t>Heading</a:t>
            </a:r>
          </a:p>
        </p:txBody>
      </p:sp>
      <p:sp>
        <p:nvSpPr>
          <p:cNvPr id="5" name="Text Placeholder 3">
            <a:extLst>
              <a:ext uri="{FF2B5EF4-FFF2-40B4-BE49-F238E27FC236}">
                <a16:creationId xmlns:a16="http://schemas.microsoft.com/office/drawing/2014/main" id="{572B8F90-4F7E-E6C3-8446-7D3736C9E4B6}"/>
              </a:ext>
            </a:extLst>
          </p:cNvPr>
          <p:cNvSpPr>
            <a:spLocks noGrp="1"/>
          </p:cNvSpPr>
          <p:nvPr>
            <p:ph type="body" sz="quarter" idx="27" hasCustomPrompt="1"/>
          </p:nvPr>
        </p:nvSpPr>
        <p:spPr>
          <a:xfrm>
            <a:off x="6194522" y="1446213"/>
            <a:ext cx="2697480" cy="548640"/>
          </a:xfrm>
        </p:spPr>
        <p:txBody>
          <a:bodyPr anchor="ctr"/>
          <a:lstStyle>
            <a:lvl1pPr marL="0" indent="0">
              <a:spcAft>
                <a:spcPts val="0"/>
              </a:spcAft>
              <a:buNone/>
              <a:defRPr sz="1600">
                <a:solidFill>
                  <a:schemeClr val="accent5"/>
                </a:solidFill>
                <a:latin typeface="+mj-lt"/>
              </a:defRPr>
            </a:lvl1pPr>
          </a:lstStyle>
          <a:p>
            <a:pPr lvl="0"/>
            <a:r>
              <a:rPr lang="en-US" dirty="0"/>
              <a:t>Heading</a:t>
            </a:r>
          </a:p>
        </p:txBody>
      </p:sp>
      <p:sp>
        <p:nvSpPr>
          <p:cNvPr id="6" name="Text Placeholder 3">
            <a:extLst>
              <a:ext uri="{FF2B5EF4-FFF2-40B4-BE49-F238E27FC236}">
                <a16:creationId xmlns:a16="http://schemas.microsoft.com/office/drawing/2014/main" id="{DE7EB277-5C78-54AF-0C0C-DA543BC54271}"/>
              </a:ext>
            </a:extLst>
          </p:cNvPr>
          <p:cNvSpPr>
            <a:spLocks noGrp="1"/>
          </p:cNvSpPr>
          <p:nvPr>
            <p:ph type="body" sz="quarter" idx="28" hasCustomPrompt="1"/>
          </p:nvPr>
        </p:nvSpPr>
        <p:spPr>
          <a:xfrm>
            <a:off x="9077470" y="1446213"/>
            <a:ext cx="2697480" cy="548640"/>
          </a:xfrm>
        </p:spPr>
        <p:txBody>
          <a:bodyPr anchor="ctr"/>
          <a:lstStyle>
            <a:lvl1pPr marL="0" indent="0">
              <a:spcAft>
                <a:spcPts val="0"/>
              </a:spcAft>
              <a:buNone/>
              <a:defRPr sz="1600">
                <a:solidFill>
                  <a:schemeClr val="accent6"/>
                </a:solidFill>
                <a:latin typeface="+mj-lt"/>
              </a:defRPr>
            </a:lvl1pPr>
          </a:lstStyle>
          <a:p>
            <a:pPr lvl="0"/>
            <a:r>
              <a:rPr lang="en-US" dirty="0"/>
              <a:t>Heading</a:t>
            </a:r>
          </a:p>
        </p:txBody>
      </p:sp>
      <p:sp>
        <p:nvSpPr>
          <p:cNvPr id="7" name="Slide Number Placeholder 5">
            <a:extLst>
              <a:ext uri="{FF2B5EF4-FFF2-40B4-BE49-F238E27FC236}">
                <a16:creationId xmlns:a16="http://schemas.microsoft.com/office/drawing/2014/main" id="{F695E5FE-6AE6-5F54-59EB-08105E1B827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994854"/>
            <a:ext cx="2697480" cy="4082096"/>
          </a:xfrm>
        </p:spPr>
        <p:txBody>
          <a:bodyPr anchor="ctr"/>
          <a:lstStyle>
            <a:lvl1pPr marL="0" indent="0" algn="ctr">
              <a:buNone/>
              <a:defRPr sz="1400"/>
            </a:lvl1pPr>
          </a:lstStyle>
          <a:p>
            <a:r>
              <a:rPr lang="fr-FR"/>
              <a:t>Cliquez sur l'icône pour ajouter une image</a:t>
            </a:r>
            <a:endParaRPr lang="en-US" dirty="0"/>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3311573" y="1994854"/>
            <a:ext cx="2697480" cy="4082096"/>
          </a:xfrm>
        </p:spPr>
        <p:txBody>
          <a:bodyPr anchor="ctr"/>
          <a:lstStyle>
            <a:lvl1pPr marL="0" indent="0" algn="ctr">
              <a:buNone/>
              <a:defRPr sz="1400"/>
            </a:lvl1pPr>
          </a:lstStyle>
          <a:p>
            <a:r>
              <a:rPr lang="fr-FR"/>
              <a:t>Cliquez sur l'icône pour ajouter une image</a:t>
            </a:r>
            <a:endParaRPr lang="en-US" dirty="0"/>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6194522" y="1994854"/>
            <a:ext cx="2697480" cy="4082096"/>
          </a:xfrm>
        </p:spPr>
        <p:txBody>
          <a:bodyPr anchor="ctr"/>
          <a:lstStyle>
            <a:lvl1pPr marL="0" indent="0" algn="ctr">
              <a:buNone/>
              <a:defRPr sz="1400"/>
            </a:lvl1pPr>
          </a:lstStyle>
          <a:p>
            <a:r>
              <a:rPr lang="fr-FR"/>
              <a:t>Cliquez sur l'icône pour ajouter une image</a:t>
            </a:r>
            <a:endParaRPr lang="en-US" dirty="0"/>
          </a:p>
        </p:txBody>
      </p:sp>
      <p:sp>
        <p:nvSpPr>
          <p:cNvPr id="26" name="Picture Placeholder 3">
            <a:extLst>
              <a:ext uri="{FF2B5EF4-FFF2-40B4-BE49-F238E27FC236}">
                <a16:creationId xmlns:a16="http://schemas.microsoft.com/office/drawing/2014/main" id="{A45CB8E2-394E-796C-52EE-17D17DF169E6}"/>
              </a:ext>
              <a:ext uri="{C183D7F6-B498-43B3-948B-1728B52AA6E4}">
                <adec:decorative xmlns:adec="http://schemas.microsoft.com/office/drawing/2017/decorative" val="1"/>
              </a:ext>
            </a:extLst>
          </p:cNvPr>
          <p:cNvSpPr>
            <a:spLocks noGrp="1"/>
          </p:cNvSpPr>
          <p:nvPr>
            <p:ph type="pic" sz="quarter" idx="22"/>
          </p:nvPr>
        </p:nvSpPr>
        <p:spPr>
          <a:xfrm>
            <a:off x="9077470" y="1994854"/>
            <a:ext cx="2697480" cy="4082096"/>
          </a:xfrm>
        </p:spPr>
        <p:txBody>
          <a:bodyPr anchor="ctr"/>
          <a:lstStyle>
            <a:lvl1pPr marL="0" indent="0" algn="ctr">
              <a:buNone/>
              <a:defRPr sz="1400"/>
            </a:lvl1pPr>
          </a:lstStyle>
          <a:p>
            <a:r>
              <a:rPr lang="fr-FR"/>
              <a:t>Cliquez sur l'icône pour ajouter une image</a:t>
            </a:r>
            <a:endParaRPr lang="en-US" dirty="0"/>
          </a:p>
        </p:txBody>
      </p:sp>
    </p:spTree>
    <p:extLst>
      <p:ext uri="{BB962C8B-B14F-4D97-AF65-F5344CB8AC3E}">
        <p14:creationId xmlns:p14="http://schemas.microsoft.com/office/powerpoint/2010/main" val="4359391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5" name="Text Placeholder 3">
            <a:extLst>
              <a:ext uri="{FF2B5EF4-FFF2-40B4-BE49-F238E27FC236}">
                <a16:creationId xmlns:a16="http://schemas.microsoft.com/office/drawing/2014/main" id="{14016A94-A7DE-DAE3-0EE2-A8FF8619D3F5}"/>
              </a:ext>
            </a:extLst>
          </p:cNvPr>
          <p:cNvSpPr>
            <a:spLocks noGrp="1"/>
          </p:cNvSpPr>
          <p:nvPr>
            <p:ph type="body" sz="quarter" idx="22" hasCustomPrompt="1"/>
          </p:nvPr>
        </p:nvSpPr>
        <p:spPr>
          <a:xfrm>
            <a:off x="428624" y="2968820"/>
            <a:ext cx="5486400" cy="548640"/>
          </a:xfrm>
        </p:spPr>
        <p:txBody>
          <a:bodyPr anchor="ctr"/>
          <a:lstStyle>
            <a:lvl1pPr marL="0" indent="0">
              <a:spcAft>
                <a:spcPts val="0"/>
              </a:spcAft>
              <a:buNone/>
              <a:defRPr sz="1800">
                <a:solidFill>
                  <a:schemeClr val="accent1"/>
                </a:solidFill>
                <a:latin typeface="+mj-lt"/>
              </a:defRPr>
            </a:lvl1pPr>
          </a:lstStyle>
          <a:p>
            <a:pPr lvl="0"/>
            <a:r>
              <a:rPr lang="en-US" dirty="0"/>
              <a:t>Heading</a:t>
            </a:r>
          </a:p>
        </p:txBody>
      </p:sp>
      <p:sp>
        <p:nvSpPr>
          <p:cNvPr id="9" name="Content Placeholder 2">
            <a:extLst>
              <a:ext uri="{FF2B5EF4-FFF2-40B4-BE49-F238E27FC236}">
                <a16:creationId xmlns:a16="http://schemas.microsoft.com/office/drawing/2014/main" id="{8145BD5C-F8FB-36C9-4EE1-AB37715D6736}"/>
              </a:ext>
            </a:extLst>
          </p:cNvPr>
          <p:cNvSpPr>
            <a:spLocks noGrp="1"/>
          </p:cNvSpPr>
          <p:nvPr>
            <p:ph idx="12" hasCustomPrompt="1"/>
          </p:nvPr>
        </p:nvSpPr>
        <p:spPr>
          <a:xfrm>
            <a:off x="428624"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6" name="Text Placeholder 3">
            <a:extLst>
              <a:ext uri="{FF2B5EF4-FFF2-40B4-BE49-F238E27FC236}">
                <a16:creationId xmlns:a16="http://schemas.microsoft.com/office/drawing/2014/main" id="{0005BD77-4BBE-2F03-AFA8-87F126BB6A24}"/>
              </a:ext>
            </a:extLst>
          </p:cNvPr>
          <p:cNvSpPr>
            <a:spLocks noGrp="1"/>
          </p:cNvSpPr>
          <p:nvPr>
            <p:ph type="body" sz="quarter" idx="26" hasCustomPrompt="1"/>
          </p:nvPr>
        </p:nvSpPr>
        <p:spPr>
          <a:xfrm>
            <a:off x="6276978" y="2968820"/>
            <a:ext cx="5486400" cy="548640"/>
          </a:xfrm>
        </p:spPr>
        <p:txBody>
          <a:bodyPr anchor="ctr"/>
          <a:lstStyle>
            <a:lvl1pPr marL="0" indent="0">
              <a:spcAft>
                <a:spcPts val="0"/>
              </a:spcAft>
              <a:buNone/>
              <a:defRPr sz="1800">
                <a:solidFill>
                  <a:schemeClr val="accent3"/>
                </a:solidFill>
                <a:latin typeface="+mj-lt"/>
              </a:defRPr>
            </a:lvl1pPr>
          </a:lstStyle>
          <a:p>
            <a:pPr lvl="0"/>
            <a:r>
              <a:rPr lang="en-US" dirty="0"/>
              <a:t>Heading</a:t>
            </a:r>
          </a:p>
        </p:txBody>
      </p:sp>
      <p:sp>
        <p:nvSpPr>
          <p:cNvPr id="10" name="Content Placeholder 2">
            <a:extLst>
              <a:ext uri="{FF2B5EF4-FFF2-40B4-BE49-F238E27FC236}">
                <a16:creationId xmlns:a16="http://schemas.microsoft.com/office/drawing/2014/main" id="{4DA3DC55-D289-438E-D71E-EB8529434583}"/>
              </a:ext>
            </a:extLst>
          </p:cNvPr>
          <p:cNvSpPr>
            <a:spLocks noGrp="1"/>
          </p:cNvSpPr>
          <p:nvPr>
            <p:ph idx="27" hasCustomPrompt="1"/>
          </p:nvPr>
        </p:nvSpPr>
        <p:spPr>
          <a:xfrm>
            <a:off x="6276978"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7" name="Slide Number Placeholder 5">
            <a:extLst>
              <a:ext uri="{FF2B5EF4-FFF2-40B4-BE49-F238E27FC236}">
                <a16:creationId xmlns:a16="http://schemas.microsoft.com/office/drawing/2014/main" id="{DF72C938-C047-38AD-D83C-189C1AC036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5486400" cy="1522607"/>
          </a:xfrm>
        </p:spPr>
        <p:txBody>
          <a:bodyPr anchor="ctr"/>
          <a:lstStyle>
            <a:lvl1pPr marL="0" indent="0" algn="ctr">
              <a:buNone/>
              <a:defRPr sz="1400"/>
            </a:lvl1pPr>
          </a:lstStyle>
          <a:p>
            <a:r>
              <a:rPr lang="fr-FR"/>
              <a:t>Cliquez sur l'icône pour ajouter une image</a:t>
            </a:r>
            <a:endParaRPr lang="en-US" dirty="0"/>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6276978" y="1446213"/>
            <a:ext cx="5486400" cy="1522607"/>
          </a:xfrm>
        </p:spPr>
        <p:txBody>
          <a:bodyPr anchor="ctr"/>
          <a:lstStyle>
            <a:lvl1pPr marL="0" indent="0" algn="ctr">
              <a:buNone/>
              <a:defRPr sz="1400"/>
            </a:lvl1pPr>
          </a:lstStyle>
          <a:p>
            <a:r>
              <a:rPr lang="fr-FR"/>
              <a:t>Cliquez sur l'icône pour ajouter une image</a:t>
            </a:r>
            <a:endParaRPr lang="en-US" dirty="0"/>
          </a:p>
        </p:txBody>
      </p:sp>
    </p:spTree>
    <p:extLst>
      <p:ext uri="{BB962C8B-B14F-4D97-AF65-F5344CB8AC3E}">
        <p14:creationId xmlns:p14="http://schemas.microsoft.com/office/powerpoint/2010/main" val="17461230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ree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Text Placeholder 3">
            <a:extLst>
              <a:ext uri="{FF2B5EF4-FFF2-40B4-BE49-F238E27FC236}">
                <a16:creationId xmlns:a16="http://schemas.microsoft.com/office/drawing/2014/main" id="{2C979499-D739-73B9-FE75-660BB28AD740}"/>
              </a:ext>
            </a:extLst>
          </p:cNvPr>
          <p:cNvSpPr>
            <a:spLocks noGrp="1"/>
          </p:cNvSpPr>
          <p:nvPr>
            <p:ph type="body" sz="quarter" idx="22" hasCustomPrompt="1"/>
          </p:nvPr>
        </p:nvSpPr>
        <p:spPr>
          <a:xfrm>
            <a:off x="428624" y="2968820"/>
            <a:ext cx="3566160" cy="548640"/>
          </a:xfrm>
        </p:spPr>
        <p:txBody>
          <a:bodyPr anchor="ctr"/>
          <a:lstStyle>
            <a:lvl1pPr marL="0" indent="0">
              <a:spcAft>
                <a:spcPts val="0"/>
              </a:spcAft>
              <a:buNone/>
              <a:defRPr sz="1600">
                <a:solidFill>
                  <a:schemeClr val="accent1"/>
                </a:solidFill>
                <a:latin typeface="+mj-lt"/>
              </a:defRPr>
            </a:lvl1pPr>
          </a:lstStyle>
          <a:p>
            <a:pPr lvl="0"/>
            <a:r>
              <a:rPr lang="en-US" dirty="0"/>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7" name="Text Placeholder 3">
            <a:extLst>
              <a:ext uri="{FF2B5EF4-FFF2-40B4-BE49-F238E27FC236}">
                <a16:creationId xmlns:a16="http://schemas.microsoft.com/office/drawing/2014/main" id="{30756F07-9227-C871-FCFC-7AA0F5D4A4FB}"/>
              </a:ext>
            </a:extLst>
          </p:cNvPr>
          <p:cNvSpPr>
            <a:spLocks noGrp="1"/>
          </p:cNvSpPr>
          <p:nvPr>
            <p:ph type="body" sz="quarter" idx="27" hasCustomPrompt="1"/>
          </p:nvPr>
        </p:nvSpPr>
        <p:spPr>
          <a:xfrm>
            <a:off x="4312920" y="2968820"/>
            <a:ext cx="3566160" cy="548640"/>
          </a:xfrm>
        </p:spPr>
        <p:txBody>
          <a:bodyPr anchor="ctr"/>
          <a:lstStyle>
            <a:lvl1pPr marL="0" indent="0">
              <a:spcAft>
                <a:spcPts val="0"/>
              </a:spcAft>
              <a:buNone/>
              <a:defRPr sz="1600">
                <a:solidFill>
                  <a:schemeClr val="accent3"/>
                </a:solidFill>
                <a:latin typeface="+mj-lt"/>
              </a:defRPr>
            </a:lvl1pPr>
          </a:lstStyle>
          <a:p>
            <a:pPr lvl="0"/>
            <a:r>
              <a:rPr lang="en-US" dirty="0"/>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4312920"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9" name="Text Placeholder 3">
            <a:extLst>
              <a:ext uri="{FF2B5EF4-FFF2-40B4-BE49-F238E27FC236}">
                <a16:creationId xmlns:a16="http://schemas.microsoft.com/office/drawing/2014/main" id="{2B6D4682-833F-2E78-0271-A3BC65DC1283}"/>
              </a:ext>
            </a:extLst>
          </p:cNvPr>
          <p:cNvSpPr>
            <a:spLocks noGrp="1"/>
          </p:cNvSpPr>
          <p:nvPr>
            <p:ph type="body" sz="quarter" idx="28" hasCustomPrompt="1"/>
          </p:nvPr>
        </p:nvSpPr>
        <p:spPr>
          <a:xfrm>
            <a:off x="8197215" y="2968820"/>
            <a:ext cx="3566160" cy="548640"/>
          </a:xfrm>
        </p:spPr>
        <p:txBody>
          <a:bodyPr anchor="ctr"/>
          <a:lstStyle>
            <a:lvl1pPr marL="0" indent="0">
              <a:spcAft>
                <a:spcPts val="0"/>
              </a:spcAft>
              <a:buNone/>
              <a:defRPr sz="1600">
                <a:solidFill>
                  <a:schemeClr val="accent5"/>
                </a:solidFill>
                <a:latin typeface="+mj-lt"/>
              </a:defRPr>
            </a:lvl1pPr>
          </a:lstStyle>
          <a:p>
            <a:pPr lvl="0"/>
            <a:r>
              <a:rPr lang="en-US" dirty="0"/>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8197215"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10" name="Slide Number Placeholder 5">
            <a:extLst>
              <a:ext uri="{FF2B5EF4-FFF2-40B4-BE49-F238E27FC236}">
                <a16:creationId xmlns:a16="http://schemas.microsoft.com/office/drawing/2014/main" id="{08CA3288-0FCF-ED06-AD6E-E7CB3C8DC965}"/>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3566160" cy="1522607"/>
          </a:xfrm>
        </p:spPr>
        <p:txBody>
          <a:bodyPr anchor="ctr"/>
          <a:lstStyle>
            <a:lvl1pPr marL="0" indent="0" algn="ctr">
              <a:buNone/>
              <a:defRPr sz="1400"/>
            </a:lvl1pPr>
          </a:lstStyle>
          <a:p>
            <a:r>
              <a:rPr lang="fr-FR"/>
              <a:t>Cliquez sur l'icône pour ajouter une image</a:t>
            </a:r>
            <a:endParaRPr lang="en-US" dirty="0"/>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4312920" y="1446213"/>
            <a:ext cx="3566160" cy="1522607"/>
          </a:xfrm>
        </p:spPr>
        <p:txBody>
          <a:bodyPr anchor="ctr"/>
          <a:lstStyle>
            <a:lvl1pPr marL="0" indent="0" algn="ctr">
              <a:buNone/>
              <a:defRPr sz="1400"/>
            </a:lvl1pPr>
          </a:lstStyle>
          <a:p>
            <a:r>
              <a:rPr lang="fr-FR"/>
              <a:t>Cliquez sur l'icône pour ajouter une image</a:t>
            </a:r>
            <a:endParaRPr lang="en-US" dirty="0"/>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8197215" y="1446213"/>
            <a:ext cx="3566160" cy="1522607"/>
          </a:xfrm>
        </p:spPr>
        <p:txBody>
          <a:bodyPr anchor="ctr"/>
          <a:lstStyle>
            <a:lvl1pPr marL="0" indent="0" algn="ctr">
              <a:buNone/>
              <a:defRPr sz="1400"/>
            </a:lvl1pPr>
          </a:lstStyle>
          <a:p>
            <a:r>
              <a:rPr lang="fr-FR"/>
              <a:t>Cliquez sur l'icône pour ajouter une image</a:t>
            </a:r>
            <a:endParaRPr lang="en-US" dirty="0"/>
          </a:p>
        </p:txBody>
      </p:sp>
    </p:spTree>
    <p:extLst>
      <p:ext uri="{BB962C8B-B14F-4D97-AF65-F5344CB8AC3E}">
        <p14:creationId xmlns:p14="http://schemas.microsoft.com/office/powerpoint/2010/main" val="41922170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our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Text Placeholder 3">
            <a:extLst>
              <a:ext uri="{FF2B5EF4-FFF2-40B4-BE49-F238E27FC236}">
                <a16:creationId xmlns:a16="http://schemas.microsoft.com/office/drawing/2014/main" id="{58EA87E5-B00B-294C-9BEB-D8AB1DA7D633}"/>
              </a:ext>
            </a:extLst>
          </p:cNvPr>
          <p:cNvSpPr>
            <a:spLocks noGrp="1"/>
          </p:cNvSpPr>
          <p:nvPr>
            <p:ph type="body" sz="quarter" idx="28" hasCustomPrompt="1"/>
          </p:nvPr>
        </p:nvSpPr>
        <p:spPr>
          <a:xfrm>
            <a:off x="428624" y="2968820"/>
            <a:ext cx="2697480" cy="548640"/>
          </a:xfrm>
        </p:spPr>
        <p:txBody>
          <a:bodyPr anchor="ctr"/>
          <a:lstStyle>
            <a:lvl1pPr marL="0" indent="0">
              <a:spcAft>
                <a:spcPts val="0"/>
              </a:spcAft>
              <a:buNone/>
              <a:defRPr sz="1600">
                <a:solidFill>
                  <a:schemeClr val="accent1"/>
                </a:solidFill>
                <a:latin typeface="+mj-lt"/>
              </a:defRPr>
            </a:lvl1pPr>
          </a:lstStyle>
          <a:p>
            <a:pPr lvl="0"/>
            <a:r>
              <a:rPr lang="en-US" dirty="0"/>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7" name="Text Placeholder 3">
            <a:extLst>
              <a:ext uri="{FF2B5EF4-FFF2-40B4-BE49-F238E27FC236}">
                <a16:creationId xmlns:a16="http://schemas.microsoft.com/office/drawing/2014/main" id="{2CC21B11-4BB9-E7F7-2D10-7A711FE51A2C}"/>
              </a:ext>
            </a:extLst>
          </p:cNvPr>
          <p:cNvSpPr>
            <a:spLocks noGrp="1"/>
          </p:cNvSpPr>
          <p:nvPr>
            <p:ph type="body" sz="quarter" idx="29" hasCustomPrompt="1"/>
          </p:nvPr>
        </p:nvSpPr>
        <p:spPr>
          <a:xfrm>
            <a:off x="3311573" y="2968820"/>
            <a:ext cx="2697480" cy="548640"/>
          </a:xfrm>
        </p:spPr>
        <p:txBody>
          <a:bodyPr anchor="ctr"/>
          <a:lstStyle>
            <a:lvl1pPr marL="0" indent="0">
              <a:spcAft>
                <a:spcPts val="0"/>
              </a:spcAft>
              <a:buNone/>
              <a:defRPr sz="1600">
                <a:solidFill>
                  <a:schemeClr val="accent3"/>
                </a:solidFill>
                <a:latin typeface="+mj-lt"/>
              </a:defRPr>
            </a:lvl1pPr>
          </a:lstStyle>
          <a:p>
            <a:pPr lvl="0"/>
            <a:r>
              <a:rPr lang="en-US" dirty="0"/>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3311573"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11" name="Text Placeholder 3">
            <a:extLst>
              <a:ext uri="{FF2B5EF4-FFF2-40B4-BE49-F238E27FC236}">
                <a16:creationId xmlns:a16="http://schemas.microsoft.com/office/drawing/2014/main" id="{60624600-098D-4116-2BA4-B77914ACDD08}"/>
              </a:ext>
            </a:extLst>
          </p:cNvPr>
          <p:cNvSpPr>
            <a:spLocks noGrp="1"/>
          </p:cNvSpPr>
          <p:nvPr>
            <p:ph type="body" sz="quarter" idx="30" hasCustomPrompt="1"/>
          </p:nvPr>
        </p:nvSpPr>
        <p:spPr>
          <a:xfrm>
            <a:off x="6194522" y="2968820"/>
            <a:ext cx="2697480" cy="548640"/>
          </a:xfrm>
        </p:spPr>
        <p:txBody>
          <a:bodyPr anchor="ctr"/>
          <a:lstStyle>
            <a:lvl1pPr marL="0" indent="0">
              <a:spcAft>
                <a:spcPts val="0"/>
              </a:spcAft>
              <a:buNone/>
              <a:defRPr sz="1600">
                <a:solidFill>
                  <a:schemeClr val="accent5"/>
                </a:solidFill>
                <a:latin typeface="+mj-lt"/>
              </a:defRPr>
            </a:lvl1pPr>
          </a:lstStyle>
          <a:p>
            <a:pPr lvl="0"/>
            <a:r>
              <a:rPr lang="en-US" dirty="0"/>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6194522"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13" name="Text Placeholder 3">
            <a:extLst>
              <a:ext uri="{FF2B5EF4-FFF2-40B4-BE49-F238E27FC236}">
                <a16:creationId xmlns:a16="http://schemas.microsoft.com/office/drawing/2014/main" id="{FBA7EB72-6B8C-7C86-47F1-FB927F697C15}"/>
              </a:ext>
            </a:extLst>
          </p:cNvPr>
          <p:cNvSpPr>
            <a:spLocks noGrp="1"/>
          </p:cNvSpPr>
          <p:nvPr>
            <p:ph type="body" sz="quarter" idx="31" hasCustomPrompt="1"/>
          </p:nvPr>
        </p:nvSpPr>
        <p:spPr>
          <a:xfrm>
            <a:off x="9077470" y="2968820"/>
            <a:ext cx="2697480" cy="548640"/>
          </a:xfrm>
        </p:spPr>
        <p:txBody>
          <a:bodyPr anchor="ctr"/>
          <a:lstStyle>
            <a:lvl1pPr marL="0" indent="0">
              <a:spcAft>
                <a:spcPts val="0"/>
              </a:spcAft>
              <a:buNone/>
              <a:defRPr sz="1600">
                <a:solidFill>
                  <a:schemeClr val="accent6"/>
                </a:solidFill>
                <a:latin typeface="+mj-lt"/>
              </a:defRPr>
            </a:lvl1pPr>
          </a:lstStyle>
          <a:p>
            <a:pPr lvl="0"/>
            <a:r>
              <a:rPr lang="en-US" dirty="0"/>
              <a:t>Heading</a:t>
            </a:r>
          </a:p>
        </p:txBody>
      </p:sp>
      <p:sp>
        <p:nvSpPr>
          <p:cNvPr id="9" name="Text Placeholder 11">
            <a:extLst>
              <a:ext uri="{FF2B5EF4-FFF2-40B4-BE49-F238E27FC236}">
                <a16:creationId xmlns:a16="http://schemas.microsoft.com/office/drawing/2014/main" id="{0FB8ABDB-A570-09B0-47F8-17E0EAF3EA3E}"/>
              </a:ext>
            </a:extLst>
          </p:cNvPr>
          <p:cNvSpPr>
            <a:spLocks noGrp="1"/>
          </p:cNvSpPr>
          <p:nvPr>
            <p:ph type="body" sz="quarter" idx="27" hasCustomPrompt="1"/>
          </p:nvPr>
        </p:nvSpPr>
        <p:spPr>
          <a:xfrm>
            <a:off x="9077470"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dirty="0"/>
              <a:t>Level 01</a:t>
            </a:r>
          </a:p>
          <a:p>
            <a:pPr lvl="1"/>
            <a:r>
              <a:rPr lang="en-US" dirty="0"/>
              <a:t>Level 02</a:t>
            </a:r>
          </a:p>
          <a:p>
            <a:pPr lvl="2"/>
            <a:r>
              <a:rPr lang="en-US" dirty="0"/>
              <a:t>Level 03</a:t>
            </a:r>
          </a:p>
          <a:p>
            <a:pPr lvl="3"/>
            <a:r>
              <a:rPr lang="en-US" dirty="0"/>
              <a:t>Level 04</a:t>
            </a:r>
          </a:p>
        </p:txBody>
      </p:sp>
      <p:sp>
        <p:nvSpPr>
          <p:cNvPr id="10" name="Slide Number Placeholder 5">
            <a:extLst>
              <a:ext uri="{FF2B5EF4-FFF2-40B4-BE49-F238E27FC236}">
                <a16:creationId xmlns:a16="http://schemas.microsoft.com/office/drawing/2014/main" id="{D8D0839C-757C-586E-BFC4-95B70BCF572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2697480" cy="1522607"/>
          </a:xfrm>
        </p:spPr>
        <p:txBody>
          <a:bodyPr anchor="ctr"/>
          <a:lstStyle>
            <a:lvl1pPr marL="0" indent="0" algn="ctr">
              <a:buNone/>
              <a:defRPr sz="1400"/>
            </a:lvl1pPr>
          </a:lstStyle>
          <a:p>
            <a:r>
              <a:rPr lang="fr-FR"/>
              <a:t>Cliquez sur l'icône pour ajouter une image</a:t>
            </a:r>
            <a:endParaRPr lang="en-US" dirty="0"/>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3311573" y="1446213"/>
            <a:ext cx="2697480" cy="1522607"/>
          </a:xfrm>
        </p:spPr>
        <p:txBody>
          <a:bodyPr anchor="ctr"/>
          <a:lstStyle>
            <a:lvl1pPr marL="0" indent="0" algn="ctr">
              <a:buNone/>
              <a:defRPr sz="1400"/>
            </a:lvl1pPr>
          </a:lstStyle>
          <a:p>
            <a:r>
              <a:rPr lang="fr-FR"/>
              <a:t>Cliquez sur l'icône pour ajouter une image</a:t>
            </a:r>
            <a:endParaRPr lang="en-US" dirty="0"/>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6194522" y="1446213"/>
            <a:ext cx="2697480" cy="1522607"/>
          </a:xfrm>
        </p:spPr>
        <p:txBody>
          <a:bodyPr anchor="ctr"/>
          <a:lstStyle>
            <a:lvl1pPr marL="0" indent="0" algn="ctr">
              <a:buNone/>
              <a:defRPr sz="1400"/>
            </a:lvl1pPr>
          </a:lstStyle>
          <a:p>
            <a:r>
              <a:rPr lang="fr-FR"/>
              <a:t>Cliquez sur l'icône pour ajouter une image</a:t>
            </a:r>
            <a:endParaRPr lang="en-US" dirty="0"/>
          </a:p>
        </p:txBody>
      </p:sp>
      <p:sp>
        <p:nvSpPr>
          <p:cNvPr id="26" name="Picture Placeholder 3">
            <a:extLst>
              <a:ext uri="{FF2B5EF4-FFF2-40B4-BE49-F238E27FC236}">
                <a16:creationId xmlns:a16="http://schemas.microsoft.com/office/drawing/2014/main" id="{A45CB8E2-394E-796C-52EE-17D17DF169E6}"/>
              </a:ext>
              <a:ext uri="{C183D7F6-B498-43B3-948B-1728B52AA6E4}">
                <adec:decorative xmlns:adec="http://schemas.microsoft.com/office/drawing/2017/decorative" val="1"/>
              </a:ext>
            </a:extLst>
          </p:cNvPr>
          <p:cNvSpPr>
            <a:spLocks noGrp="1"/>
          </p:cNvSpPr>
          <p:nvPr>
            <p:ph type="pic" sz="quarter" idx="22"/>
          </p:nvPr>
        </p:nvSpPr>
        <p:spPr>
          <a:xfrm>
            <a:off x="9077470" y="1446213"/>
            <a:ext cx="2697480" cy="1522607"/>
          </a:xfrm>
        </p:spPr>
        <p:txBody>
          <a:bodyPr anchor="ctr"/>
          <a:lstStyle>
            <a:lvl1pPr marL="0" indent="0" algn="ctr">
              <a:buNone/>
              <a:defRPr sz="1400"/>
            </a:lvl1pPr>
          </a:lstStyle>
          <a:p>
            <a:r>
              <a:rPr lang="fr-FR"/>
              <a:t>Cliquez sur l'icône pour ajouter une image</a:t>
            </a:r>
            <a:endParaRPr lang="en-US" dirty="0"/>
          </a:p>
        </p:txBody>
      </p:sp>
    </p:spTree>
    <p:extLst>
      <p:ext uri="{BB962C8B-B14F-4D97-AF65-F5344CB8AC3E}">
        <p14:creationId xmlns:p14="http://schemas.microsoft.com/office/powerpoint/2010/main" val="39188710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ue bo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10" name="Text Placeholder 11">
            <a:extLst>
              <a:ext uri="{FF2B5EF4-FFF2-40B4-BE49-F238E27FC236}">
                <a16:creationId xmlns:a16="http://schemas.microsoft.com/office/drawing/2014/main" id="{E75B62F6-55F7-EC3C-2ED6-BBCF8B1F3040}"/>
              </a:ext>
            </a:extLst>
          </p:cNvPr>
          <p:cNvSpPr>
            <a:spLocks noGrp="1"/>
          </p:cNvSpPr>
          <p:nvPr>
            <p:ph type="body" sz="quarter" idx="14" hasCustomPrompt="1"/>
          </p:nvPr>
        </p:nvSpPr>
        <p:spPr>
          <a:xfrm>
            <a:off x="428624" y="1446213"/>
            <a:ext cx="2697480" cy="4630737"/>
          </a:xfrm>
          <a:solidFill>
            <a:schemeClr val="accent1"/>
          </a:solidFill>
        </p:spPr>
        <p:txBody>
          <a:bodyPr lIns="91440" tIns="91440" rIns="91440" bIns="45720" anchor="t">
            <a:noAutofit/>
          </a:bodyPr>
          <a:lstStyle>
            <a:lvl1pPr marL="0" indent="0" algn="l">
              <a:buNone/>
              <a:defRPr sz="2000">
                <a:solidFill>
                  <a:schemeClr val="bg1"/>
                </a:solidFill>
                <a:latin typeface="+mj-lt"/>
              </a:defRPr>
            </a:lvl1pPr>
          </a:lstStyle>
          <a:p>
            <a:pPr lvl="0"/>
            <a:r>
              <a:rPr lang="en-US" dirty="0"/>
              <a:t>Heading</a:t>
            </a:r>
          </a:p>
        </p:txBody>
      </p:sp>
      <p:sp>
        <p:nvSpPr>
          <p:cNvPr id="5" name="Content Placeholder 2">
            <a:extLst>
              <a:ext uri="{FF2B5EF4-FFF2-40B4-BE49-F238E27FC236}">
                <a16:creationId xmlns:a16="http://schemas.microsoft.com/office/drawing/2014/main" id="{10E88463-50FF-3CD8-E203-3C696879E54D}"/>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4" name="Slide Number Placeholder 5">
            <a:extLst>
              <a:ext uri="{FF2B5EF4-FFF2-40B4-BE49-F238E27FC236}">
                <a16:creationId xmlns:a16="http://schemas.microsoft.com/office/drawing/2014/main" id="{A1B59311-C109-90D5-373E-703450BE437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Tree>
    <p:extLst>
      <p:ext uri="{BB962C8B-B14F-4D97-AF65-F5344CB8AC3E}">
        <p14:creationId xmlns:p14="http://schemas.microsoft.com/office/powerpoint/2010/main" val="1832050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6" name="Content Placeholder 2">
            <a:extLst>
              <a:ext uri="{FF2B5EF4-FFF2-40B4-BE49-F238E27FC236}">
                <a16:creationId xmlns:a16="http://schemas.microsoft.com/office/drawing/2014/main" id="{2BCEDC2E-0B96-BB68-C6CE-4DEBC490BB97}"/>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5" name="Slide Number Placeholder 5">
            <a:extLst>
              <a:ext uri="{FF2B5EF4-FFF2-40B4-BE49-F238E27FC236}">
                <a16:creationId xmlns:a16="http://schemas.microsoft.com/office/drawing/2014/main" id="{2816F5F7-DC15-93E3-03C3-BC68295C29D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4" name="Picture Placeholder 3">
            <a:extLst>
              <a:ext uri="{FF2B5EF4-FFF2-40B4-BE49-F238E27FC236}">
                <a16:creationId xmlns:a16="http://schemas.microsoft.com/office/drawing/2014/main" id="{78F88F08-9355-72DC-FA2D-5379EE038153}"/>
              </a:ext>
              <a:ext uri="{C183D7F6-B498-43B3-948B-1728B52AA6E4}">
                <adec:decorative xmlns:adec="http://schemas.microsoft.com/office/drawing/2017/decorative" val="1"/>
              </a:ext>
            </a:extLst>
          </p:cNvPr>
          <p:cNvSpPr>
            <a:spLocks noGrp="1"/>
          </p:cNvSpPr>
          <p:nvPr>
            <p:ph type="pic" sz="quarter" idx="21"/>
          </p:nvPr>
        </p:nvSpPr>
        <p:spPr>
          <a:xfrm>
            <a:off x="428624" y="1446213"/>
            <a:ext cx="2697480" cy="4630737"/>
          </a:xfrm>
        </p:spPr>
        <p:txBody>
          <a:bodyPr anchor="ctr"/>
          <a:lstStyle>
            <a:lvl1pPr marL="0" indent="0" algn="ctr">
              <a:buNone/>
              <a:defRPr sz="1600"/>
            </a:lvl1pPr>
          </a:lstStyle>
          <a:p>
            <a:r>
              <a:rPr lang="fr-FR"/>
              <a:t>Cliquez sur l'icône pour ajouter une image</a:t>
            </a:r>
            <a:endParaRPr lang="en-US" dirty="0"/>
          </a:p>
        </p:txBody>
      </p:sp>
    </p:spTree>
    <p:extLst>
      <p:ext uri="{BB962C8B-B14F-4D97-AF65-F5344CB8AC3E}">
        <p14:creationId xmlns:p14="http://schemas.microsoft.com/office/powerpoint/2010/main" val="308298416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ree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801504" y="1469073"/>
            <a:ext cx="9965046" cy="141732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5" name="Text Placeholder 11">
            <a:extLst>
              <a:ext uri="{FF2B5EF4-FFF2-40B4-BE49-F238E27FC236}">
                <a16:creationId xmlns:a16="http://schemas.microsoft.com/office/drawing/2014/main" id="{A1AB26F9-0173-EB8B-A0B2-71203D4C68A5}"/>
              </a:ext>
            </a:extLst>
          </p:cNvPr>
          <p:cNvSpPr>
            <a:spLocks noGrp="1"/>
          </p:cNvSpPr>
          <p:nvPr>
            <p:ph type="body" sz="quarter" idx="23" hasCustomPrompt="1"/>
          </p:nvPr>
        </p:nvSpPr>
        <p:spPr>
          <a:xfrm>
            <a:off x="1801504" y="3064352"/>
            <a:ext cx="9965046" cy="141732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6" name="Text Placeholder 11">
            <a:extLst>
              <a:ext uri="{FF2B5EF4-FFF2-40B4-BE49-F238E27FC236}">
                <a16:creationId xmlns:a16="http://schemas.microsoft.com/office/drawing/2014/main" id="{C5BC671B-E3BA-C641-C295-075806A97A8B}"/>
              </a:ext>
            </a:extLst>
          </p:cNvPr>
          <p:cNvSpPr>
            <a:spLocks noGrp="1"/>
          </p:cNvSpPr>
          <p:nvPr>
            <p:ph type="body" sz="quarter" idx="24" hasCustomPrompt="1"/>
          </p:nvPr>
        </p:nvSpPr>
        <p:spPr>
          <a:xfrm>
            <a:off x="1801504" y="4659630"/>
            <a:ext cx="9965046" cy="1417320"/>
          </a:xfrm>
        </p:spPr>
        <p:txBody>
          <a:bodyPr lIns="0" tIns="45720" rIns="0" bIns="45720" anchor="ctr"/>
          <a:lstStyle>
            <a:lvl1pPr marL="0" indent="0">
              <a:spcAft>
                <a:spcPts val="200"/>
              </a:spcAft>
              <a:buNone/>
              <a:defRPr sz="1600">
                <a:solidFill>
                  <a:schemeClr val="accent5"/>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9" name="Slide Number Placeholder 5">
            <a:extLst>
              <a:ext uri="{FF2B5EF4-FFF2-40B4-BE49-F238E27FC236}">
                <a16:creationId xmlns:a16="http://schemas.microsoft.com/office/drawing/2014/main" id="{B8D7EE73-BD0F-1407-31F4-45DE38083E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11" name="Group 10">
            <a:extLst>
              <a:ext uri="{FF2B5EF4-FFF2-40B4-BE49-F238E27FC236}">
                <a16:creationId xmlns:a16="http://schemas.microsoft.com/office/drawing/2014/main" id="{055B8971-4A56-8869-5B97-CA90764D9B26}"/>
              </a:ext>
              <a:ext uri="{C183D7F6-B498-43B3-948B-1728B52AA6E4}">
                <adec:decorative xmlns:adec="http://schemas.microsoft.com/office/drawing/2017/decorative" val="1"/>
              </a:ext>
            </a:extLst>
          </p:cNvPr>
          <p:cNvGrpSpPr/>
          <p:nvPr userDrawn="1"/>
        </p:nvGrpSpPr>
        <p:grpSpPr>
          <a:xfrm>
            <a:off x="1799590" y="2975372"/>
            <a:ext cx="9966960" cy="1595279"/>
            <a:chOff x="1799590" y="2975372"/>
            <a:chExt cx="9966960" cy="1595279"/>
          </a:xfrm>
        </p:grpSpPr>
        <p:cxnSp>
          <p:nvCxnSpPr>
            <p:cNvPr id="4" name="Straight Connector 3">
              <a:extLst>
                <a:ext uri="{FF2B5EF4-FFF2-40B4-BE49-F238E27FC236}">
                  <a16:creationId xmlns:a16="http://schemas.microsoft.com/office/drawing/2014/main" id="{B7476357-305F-5973-5369-7AC81D8D5961}"/>
                </a:ext>
              </a:extLst>
            </p:cNvPr>
            <p:cNvCxnSpPr>
              <a:cxnSpLocks/>
            </p:cNvCxnSpPr>
            <p:nvPr userDrawn="1"/>
          </p:nvCxnSpPr>
          <p:spPr>
            <a:xfrm>
              <a:off x="1799590" y="2975372"/>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D72055C-7159-2B40-7017-C8F627D20E68}"/>
                </a:ext>
              </a:extLst>
            </p:cNvPr>
            <p:cNvCxnSpPr>
              <a:cxnSpLocks/>
            </p:cNvCxnSpPr>
            <p:nvPr userDrawn="1"/>
          </p:nvCxnSpPr>
          <p:spPr>
            <a:xfrm>
              <a:off x="1799590" y="4570651"/>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10" name="Picture Placeholder 9">
            <a:extLst>
              <a:ext uri="{FF2B5EF4-FFF2-40B4-BE49-F238E27FC236}">
                <a16:creationId xmlns:a16="http://schemas.microsoft.com/office/drawing/2014/main" id="{7B65EF11-27C6-3489-DD6F-30BE392A095F}"/>
              </a:ext>
              <a:ext uri="{C183D7F6-B498-43B3-948B-1728B52AA6E4}">
                <adec:decorative xmlns:adec="http://schemas.microsoft.com/office/drawing/2017/decorative" val="1"/>
              </a:ext>
            </a:extLst>
          </p:cNvPr>
          <p:cNvSpPr>
            <a:spLocks noGrp="1" noChangeAspect="1"/>
          </p:cNvSpPr>
          <p:nvPr>
            <p:ph type="pic" sz="quarter" idx="20" hasCustomPrompt="1"/>
          </p:nvPr>
        </p:nvSpPr>
        <p:spPr>
          <a:xfrm>
            <a:off x="425450" y="1583373"/>
            <a:ext cx="1188720" cy="1188720"/>
          </a:xfrm>
          <a:prstGeom prst="rect">
            <a:avLst/>
          </a:prstGeom>
        </p:spPr>
        <p:txBody>
          <a:bodyPr anchor="ctr"/>
          <a:lstStyle>
            <a:lvl1pPr marL="0" indent="0" algn="ctr">
              <a:buNone/>
              <a:defRPr sz="1200"/>
            </a:lvl1pPr>
          </a:lstStyle>
          <a:p>
            <a:r>
              <a:rPr lang="en-US" dirty="0"/>
              <a:t>Click here to add icon</a:t>
            </a:r>
          </a:p>
        </p:txBody>
      </p:sp>
      <p:sp>
        <p:nvSpPr>
          <p:cNvPr id="14" name="Picture Placeholder 9">
            <a:extLst>
              <a:ext uri="{FF2B5EF4-FFF2-40B4-BE49-F238E27FC236}">
                <a16:creationId xmlns:a16="http://schemas.microsoft.com/office/drawing/2014/main" id="{34FDC33C-83ED-0DED-F0E9-23BB9B01EA18}"/>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425450" y="3178652"/>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dirty="0"/>
              <a:t>Click here to add icon</a:t>
            </a:r>
          </a:p>
        </p:txBody>
      </p:sp>
      <p:sp>
        <p:nvSpPr>
          <p:cNvPr id="15" name="Picture Placeholder 9">
            <a:extLst>
              <a:ext uri="{FF2B5EF4-FFF2-40B4-BE49-F238E27FC236}">
                <a16:creationId xmlns:a16="http://schemas.microsoft.com/office/drawing/2014/main" id="{C01BBE2D-9FF8-C873-8A2E-50CE50A2A903}"/>
              </a:ext>
              <a:ext uri="{C183D7F6-B498-43B3-948B-1728B52AA6E4}">
                <adec:decorative xmlns:adec="http://schemas.microsoft.com/office/drawing/2017/decorative" val="1"/>
              </a:ext>
            </a:extLst>
          </p:cNvPr>
          <p:cNvSpPr>
            <a:spLocks noGrp="1" noChangeAspect="1"/>
          </p:cNvSpPr>
          <p:nvPr>
            <p:ph type="pic" sz="quarter" idx="22" hasCustomPrompt="1"/>
          </p:nvPr>
        </p:nvSpPr>
        <p:spPr>
          <a:xfrm>
            <a:off x="425450" y="4773930"/>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dirty="0"/>
              <a:t>Click here to add icon</a:t>
            </a:r>
          </a:p>
        </p:txBody>
      </p:sp>
    </p:spTree>
    <p:extLst>
      <p:ext uri="{BB962C8B-B14F-4D97-AF65-F5344CB8AC3E}">
        <p14:creationId xmlns:p14="http://schemas.microsoft.com/office/powerpoint/2010/main" val="31733361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ight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11" name="Text Placeholder 11">
            <a:extLst>
              <a:ext uri="{FF2B5EF4-FFF2-40B4-BE49-F238E27FC236}">
                <a16:creationId xmlns:a16="http://schemas.microsoft.com/office/drawing/2014/main" id="{AD89EBC5-7786-3168-7F27-AA8125DACF78}"/>
              </a:ext>
            </a:extLst>
          </p:cNvPr>
          <p:cNvSpPr>
            <a:spLocks noGrp="1"/>
          </p:cNvSpPr>
          <p:nvPr>
            <p:ph type="body" sz="quarter" idx="36" hasCustomPrompt="1"/>
          </p:nvPr>
        </p:nvSpPr>
        <p:spPr>
          <a:xfrm>
            <a:off x="1512137"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15" name="Text Placeholder 11">
            <a:extLst>
              <a:ext uri="{FF2B5EF4-FFF2-40B4-BE49-F238E27FC236}">
                <a16:creationId xmlns:a16="http://schemas.microsoft.com/office/drawing/2014/main" id="{12771577-6DF7-C28B-98C1-13903E641423}"/>
              </a:ext>
            </a:extLst>
          </p:cNvPr>
          <p:cNvSpPr>
            <a:spLocks noGrp="1"/>
          </p:cNvSpPr>
          <p:nvPr>
            <p:ph type="body" sz="quarter" idx="39" hasCustomPrompt="1"/>
          </p:nvPr>
        </p:nvSpPr>
        <p:spPr>
          <a:xfrm>
            <a:off x="1512137"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13" name="Text Placeholder 11">
            <a:extLst>
              <a:ext uri="{FF2B5EF4-FFF2-40B4-BE49-F238E27FC236}">
                <a16:creationId xmlns:a16="http://schemas.microsoft.com/office/drawing/2014/main" id="{70C21BF9-98CF-2439-2FC3-3163C556C2CB}"/>
              </a:ext>
            </a:extLst>
          </p:cNvPr>
          <p:cNvSpPr>
            <a:spLocks noGrp="1"/>
          </p:cNvSpPr>
          <p:nvPr>
            <p:ph type="body" sz="quarter" idx="38" hasCustomPrompt="1"/>
          </p:nvPr>
        </p:nvSpPr>
        <p:spPr>
          <a:xfrm>
            <a:off x="1512137"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12" name="Text Placeholder 11">
            <a:extLst>
              <a:ext uri="{FF2B5EF4-FFF2-40B4-BE49-F238E27FC236}">
                <a16:creationId xmlns:a16="http://schemas.microsoft.com/office/drawing/2014/main" id="{8ACBFC19-88E9-647B-456B-987298401E2E}"/>
              </a:ext>
            </a:extLst>
          </p:cNvPr>
          <p:cNvSpPr>
            <a:spLocks noGrp="1"/>
          </p:cNvSpPr>
          <p:nvPr>
            <p:ph type="body" sz="quarter" idx="37" hasCustomPrompt="1"/>
          </p:nvPr>
        </p:nvSpPr>
        <p:spPr>
          <a:xfrm>
            <a:off x="1512137"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18" name="Text Placeholder 11">
            <a:extLst>
              <a:ext uri="{FF2B5EF4-FFF2-40B4-BE49-F238E27FC236}">
                <a16:creationId xmlns:a16="http://schemas.microsoft.com/office/drawing/2014/main" id="{E7C72D8B-534B-6DE5-0B48-3CB97967D311}"/>
              </a:ext>
            </a:extLst>
          </p:cNvPr>
          <p:cNvSpPr>
            <a:spLocks noGrp="1"/>
          </p:cNvSpPr>
          <p:nvPr>
            <p:ph type="body" sz="quarter" idx="40" hasCustomPrompt="1"/>
          </p:nvPr>
        </p:nvSpPr>
        <p:spPr>
          <a:xfrm>
            <a:off x="7385531"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19" name="Text Placeholder 11">
            <a:extLst>
              <a:ext uri="{FF2B5EF4-FFF2-40B4-BE49-F238E27FC236}">
                <a16:creationId xmlns:a16="http://schemas.microsoft.com/office/drawing/2014/main" id="{E56446B9-85DF-3D97-4D7B-6A4467036639}"/>
              </a:ext>
            </a:extLst>
          </p:cNvPr>
          <p:cNvSpPr>
            <a:spLocks noGrp="1"/>
          </p:cNvSpPr>
          <p:nvPr>
            <p:ph type="body" sz="quarter" idx="41" hasCustomPrompt="1"/>
          </p:nvPr>
        </p:nvSpPr>
        <p:spPr>
          <a:xfrm>
            <a:off x="7385531"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32" name="Text Placeholder 11">
            <a:extLst>
              <a:ext uri="{FF2B5EF4-FFF2-40B4-BE49-F238E27FC236}">
                <a16:creationId xmlns:a16="http://schemas.microsoft.com/office/drawing/2014/main" id="{CE2966E9-E5B2-905D-1BF4-C087E4D1BD05}"/>
              </a:ext>
            </a:extLst>
          </p:cNvPr>
          <p:cNvSpPr>
            <a:spLocks noGrp="1"/>
          </p:cNvSpPr>
          <p:nvPr>
            <p:ph type="body" sz="quarter" idx="42" hasCustomPrompt="1"/>
          </p:nvPr>
        </p:nvSpPr>
        <p:spPr>
          <a:xfrm>
            <a:off x="7385531"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33" name="Text Placeholder 11">
            <a:extLst>
              <a:ext uri="{FF2B5EF4-FFF2-40B4-BE49-F238E27FC236}">
                <a16:creationId xmlns:a16="http://schemas.microsoft.com/office/drawing/2014/main" id="{2291F0A7-9B4B-3796-A3FB-37ECE65A9A89}"/>
              </a:ext>
            </a:extLst>
          </p:cNvPr>
          <p:cNvSpPr>
            <a:spLocks noGrp="1"/>
          </p:cNvSpPr>
          <p:nvPr>
            <p:ph type="body" sz="quarter" idx="43" hasCustomPrompt="1"/>
          </p:nvPr>
        </p:nvSpPr>
        <p:spPr>
          <a:xfrm>
            <a:off x="7385531"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3" name="Slide Number Placeholder 5">
            <a:extLst>
              <a:ext uri="{FF2B5EF4-FFF2-40B4-BE49-F238E27FC236}">
                <a16:creationId xmlns:a16="http://schemas.microsoft.com/office/drawing/2014/main" id="{88F45AF8-A8C0-A223-DBED-02A7C9E91BF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4" name="Group 3">
            <a:extLst>
              <a:ext uri="{FF2B5EF4-FFF2-40B4-BE49-F238E27FC236}">
                <a16:creationId xmlns:a16="http://schemas.microsoft.com/office/drawing/2014/main" id="{D4998533-267D-FA29-C957-06907F5AB9F7}"/>
              </a:ext>
              <a:ext uri="{C183D7F6-B498-43B3-948B-1728B52AA6E4}">
                <adec:decorative xmlns:adec="http://schemas.microsoft.com/office/drawing/2017/decorative" val="1"/>
              </a:ext>
            </a:extLst>
          </p:cNvPr>
          <p:cNvGrpSpPr/>
          <p:nvPr userDrawn="1"/>
        </p:nvGrpSpPr>
        <p:grpSpPr>
          <a:xfrm>
            <a:off x="1512137" y="2437484"/>
            <a:ext cx="10262514" cy="2510164"/>
            <a:chOff x="1512137" y="2437484"/>
            <a:chExt cx="10262514" cy="2510164"/>
          </a:xfrm>
        </p:grpSpPr>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12137"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12137"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378A91-CE46-5522-9C0B-EA8A8EEE264C}"/>
                </a:ext>
              </a:extLst>
            </p:cNvPr>
            <p:cNvCxnSpPr>
              <a:cxnSpLocks/>
            </p:cNvCxnSpPr>
            <p:nvPr userDrawn="1"/>
          </p:nvCxnSpPr>
          <p:spPr>
            <a:xfrm>
              <a:off x="1512137"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55D23A-01AB-588F-517A-144079958FC2}"/>
                </a:ext>
              </a:extLst>
            </p:cNvPr>
            <p:cNvCxnSpPr>
              <a:cxnSpLocks/>
            </p:cNvCxnSpPr>
            <p:nvPr userDrawn="1"/>
          </p:nvCxnSpPr>
          <p:spPr>
            <a:xfrm>
              <a:off x="7385531"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326F57-826B-3ACC-E1E9-43A337E58CE7}"/>
                </a:ext>
              </a:extLst>
            </p:cNvPr>
            <p:cNvCxnSpPr>
              <a:cxnSpLocks/>
            </p:cNvCxnSpPr>
            <p:nvPr userDrawn="1"/>
          </p:nvCxnSpPr>
          <p:spPr>
            <a:xfrm>
              <a:off x="7385531"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9BA8E10-C301-B50F-BA49-15050943AAD9}"/>
                </a:ext>
              </a:extLst>
            </p:cNvPr>
            <p:cNvCxnSpPr>
              <a:cxnSpLocks/>
            </p:cNvCxnSpPr>
            <p:nvPr userDrawn="1"/>
          </p:nvCxnSpPr>
          <p:spPr>
            <a:xfrm>
              <a:off x="7385531"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24" name="Picture Placeholder 9">
            <a:extLst>
              <a:ext uri="{FF2B5EF4-FFF2-40B4-BE49-F238E27FC236}">
                <a16:creationId xmlns:a16="http://schemas.microsoft.com/office/drawing/2014/main" id="{B43F4B7B-2CB6-3C5D-41D4-F0733252324A}"/>
              </a:ext>
              <a:ext uri="{C183D7F6-B498-43B3-948B-1728B52AA6E4}">
                <adec:decorative xmlns:adec="http://schemas.microsoft.com/office/drawing/2017/decorative" val="1"/>
              </a:ext>
            </a:extLst>
          </p:cNvPr>
          <p:cNvSpPr>
            <a:spLocks noGrp="1" noChangeAspect="1"/>
          </p:cNvSpPr>
          <p:nvPr>
            <p:ph type="pic" sz="quarter" idx="28" hasCustomPrompt="1"/>
          </p:nvPr>
        </p:nvSpPr>
        <p:spPr>
          <a:xfrm>
            <a:off x="425450" y="1352743"/>
            <a:ext cx="914400" cy="914400"/>
          </a:xfrm>
          <a:prstGeom prst="rect">
            <a:avLst/>
          </a:prstGeom>
        </p:spPr>
        <p:txBody>
          <a:bodyPr anchor="ctr"/>
          <a:lstStyle>
            <a:lvl1pPr marL="0" indent="0" algn="ctr">
              <a:buNone/>
              <a:defRPr sz="1200"/>
            </a:lvl1pPr>
          </a:lstStyle>
          <a:p>
            <a:r>
              <a:rPr lang="en-US" dirty="0"/>
              <a:t>Click here to add icon</a:t>
            </a:r>
          </a:p>
        </p:txBody>
      </p:sp>
      <p:sp>
        <p:nvSpPr>
          <p:cNvPr id="26" name="Picture Placeholder 9">
            <a:extLst>
              <a:ext uri="{FF2B5EF4-FFF2-40B4-BE49-F238E27FC236}">
                <a16:creationId xmlns:a16="http://schemas.microsoft.com/office/drawing/2014/main" id="{EB7D8D35-559F-0ECB-0A77-87FEE0425347}"/>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25450" y="2607825"/>
            <a:ext cx="914400" cy="914400"/>
          </a:xfrm>
          <a:prstGeom prst="rect">
            <a:avLst/>
          </a:prstGeom>
        </p:spPr>
        <p:txBody>
          <a:bodyPr anchor="ctr"/>
          <a:lstStyle>
            <a:lvl1pPr marL="0" indent="0" algn="ctr">
              <a:buNone/>
              <a:defRPr sz="1200"/>
            </a:lvl1pPr>
          </a:lstStyle>
          <a:p>
            <a:r>
              <a:rPr lang="en-US" dirty="0"/>
              <a:t>Click here to add icon</a:t>
            </a:r>
          </a:p>
        </p:txBody>
      </p:sp>
      <p:sp>
        <p:nvSpPr>
          <p:cNvPr id="28" name="Picture Placeholder 9">
            <a:extLst>
              <a:ext uri="{FF2B5EF4-FFF2-40B4-BE49-F238E27FC236}">
                <a16:creationId xmlns:a16="http://schemas.microsoft.com/office/drawing/2014/main" id="{0815622D-F593-5765-4DE3-9C3B3DA20081}"/>
              </a:ext>
              <a:ext uri="{C183D7F6-B498-43B3-948B-1728B52AA6E4}">
                <adec:decorative xmlns:adec="http://schemas.microsoft.com/office/drawing/2017/decorative" val="1"/>
              </a:ext>
            </a:extLst>
          </p:cNvPr>
          <p:cNvSpPr>
            <a:spLocks noGrp="1" noChangeAspect="1"/>
          </p:cNvSpPr>
          <p:nvPr>
            <p:ph type="pic" sz="quarter" idx="32" hasCustomPrompt="1"/>
          </p:nvPr>
        </p:nvSpPr>
        <p:spPr>
          <a:xfrm>
            <a:off x="425450" y="3862907"/>
            <a:ext cx="914400" cy="914400"/>
          </a:xfrm>
          <a:prstGeom prst="rect">
            <a:avLst/>
          </a:prstGeom>
        </p:spPr>
        <p:txBody>
          <a:bodyPr anchor="ctr"/>
          <a:lstStyle>
            <a:lvl1pPr marL="0" indent="0" algn="ctr">
              <a:buNone/>
              <a:defRPr sz="1200"/>
            </a:lvl1pPr>
          </a:lstStyle>
          <a:p>
            <a:r>
              <a:rPr lang="en-US" dirty="0"/>
              <a:t>Click here to add icon</a:t>
            </a:r>
          </a:p>
        </p:txBody>
      </p:sp>
      <p:sp>
        <p:nvSpPr>
          <p:cNvPr id="30" name="Picture Placeholder 9">
            <a:extLst>
              <a:ext uri="{FF2B5EF4-FFF2-40B4-BE49-F238E27FC236}">
                <a16:creationId xmlns:a16="http://schemas.microsoft.com/office/drawing/2014/main" id="{B1B97117-9F24-6123-995B-5C808A68E78F}"/>
              </a:ext>
              <a:ext uri="{C183D7F6-B498-43B3-948B-1728B52AA6E4}">
                <adec:decorative xmlns:adec="http://schemas.microsoft.com/office/drawing/2017/decorative" val="1"/>
              </a:ext>
            </a:extLst>
          </p:cNvPr>
          <p:cNvSpPr>
            <a:spLocks noGrp="1" noChangeAspect="1"/>
          </p:cNvSpPr>
          <p:nvPr>
            <p:ph type="pic" sz="quarter" idx="34" hasCustomPrompt="1"/>
          </p:nvPr>
        </p:nvSpPr>
        <p:spPr>
          <a:xfrm>
            <a:off x="425450" y="5117990"/>
            <a:ext cx="914400" cy="914400"/>
          </a:xfrm>
          <a:prstGeom prst="rect">
            <a:avLst/>
          </a:prstGeom>
        </p:spPr>
        <p:txBody>
          <a:bodyPr anchor="ctr"/>
          <a:lstStyle>
            <a:lvl1pPr marL="0" indent="0" algn="ctr">
              <a:buNone/>
              <a:defRPr sz="1200"/>
            </a:lvl1pPr>
          </a:lstStyle>
          <a:p>
            <a:r>
              <a:rPr lang="en-US" dirty="0"/>
              <a:t>Click here to add icon</a:t>
            </a:r>
          </a:p>
        </p:txBody>
      </p:sp>
      <p:sp>
        <p:nvSpPr>
          <p:cNvPr id="25" name="Picture Placeholder 9">
            <a:extLst>
              <a:ext uri="{FF2B5EF4-FFF2-40B4-BE49-F238E27FC236}">
                <a16:creationId xmlns:a16="http://schemas.microsoft.com/office/drawing/2014/main" id="{0D74B06B-61ED-CEFB-E3B3-9FC646969EA4}"/>
              </a:ext>
              <a:ext uri="{C183D7F6-B498-43B3-948B-1728B52AA6E4}">
                <adec:decorative xmlns:adec="http://schemas.microsoft.com/office/drawing/2017/decorative" val="1"/>
              </a:ext>
            </a:extLst>
          </p:cNvPr>
          <p:cNvSpPr>
            <a:spLocks noGrp="1" noChangeAspect="1"/>
          </p:cNvSpPr>
          <p:nvPr>
            <p:ph type="pic" sz="quarter" idx="29" hasCustomPrompt="1"/>
          </p:nvPr>
        </p:nvSpPr>
        <p:spPr>
          <a:xfrm>
            <a:off x="6305389" y="1352743"/>
            <a:ext cx="914400" cy="914400"/>
          </a:xfrm>
          <a:prstGeom prst="rect">
            <a:avLst/>
          </a:prstGeom>
        </p:spPr>
        <p:txBody>
          <a:bodyPr anchor="ctr"/>
          <a:lstStyle>
            <a:lvl1pPr marL="0" indent="0" algn="ctr">
              <a:buNone/>
              <a:defRPr sz="1200"/>
            </a:lvl1pPr>
          </a:lstStyle>
          <a:p>
            <a:r>
              <a:rPr lang="en-US" dirty="0"/>
              <a:t>Click here to add icon</a:t>
            </a:r>
          </a:p>
        </p:txBody>
      </p:sp>
      <p:sp>
        <p:nvSpPr>
          <p:cNvPr id="27" name="Picture Placeholder 9">
            <a:extLst>
              <a:ext uri="{FF2B5EF4-FFF2-40B4-BE49-F238E27FC236}">
                <a16:creationId xmlns:a16="http://schemas.microsoft.com/office/drawing/2014/main" id="{C8F1CBD6-68D2-0E56-C57A-4BB197422862}"/>
              </a:ext>
              <a:ext uri="{C183D7F6-B498-43B3-948B-1728B52AA6E4}">
                <adec:decorative xmlns:adec="http://schemas.microsoft.com/office/drawing/2017/decorative" val="1"/>
              </a:ext>
            </a:extLst>
          </p:cNvPr>
          <p:cNvSpPr>
            <a:spLocks noGrp="1" noChangeAspect="1"/>
          </p:cNvSpPr>
          <p:nvPr>
            <p:ph type="pic" sz="quarter" idx="31" hasCustomPrompt="1"/>
          </p:nvPr>
        </p:nvSpPr>
        <p:spPr>
          <a:xfrm>
            <a:off x="6305389" y="2607825"/>
            <a:ext cx="914400" cy="914400"/>
          </a:xfrm>
          <a:prstGeom prst="rect">
            <a:avLst/>
          </a:prstGeom>
        </p:spPr>
        <p:txBody>
          <a:bodyPr anchor="ctr"/>
          <a:lstStyle>
            <a:lvl1pPr marL="0" indent="0" algn="ctr">
              <a:buNone/>
              <a:defRPr sz="1200"/>
            </a:lvl1pPr>
          </a:lstStyle>
          <a:p>
            <a:r>
              <a:rPr lang="en-US" dirty="0"/>
              <a:t>Click here to add icon</a:t>
            </a:r>
          </a:p>
        </p:txBody>
      </p:sp>
      <p:sp>
        <p:nvSpPr>
          <p:cNvPr id="29" name="Picture Placeholder 9">
            <a:extLst>
              <a:ext uri="{FF2B5EF4-FFF2-40B4-BE49-F238E27FC236}">
                <a16:creationId xmlns:a16="http://schemas.microsoft.com/office/drawing/2014/main" id="{8A4B5D9B-DD42-E12C-B8B1-D148773ADFC2}"/>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305389" y="3862907"/>
            <a:ext cx="914400" cy="914400"/>
          </a:xfrm>
          <a:prstGeom prst="rect">
            <a:avLst/>
          </a:prstGeom>
        </p:spPr>
        <p:txBody>
          <a:bodyPr anchor="ctr"/>
          <a:lstStyle>
            <a:lvl1pPr marL="0" indent="0" algn="ctr">
              <a:buNone/>
              <a:defRPr sz="1200"/>
            </a:lvl1pPr>
          </a:lstStyle>
          <a:p>
            <a:r>
              <a:rPr lang="en-US" dirty="0"/>
              <a:t>Click here to add icon</a:t>
            </a:r>
          </a:p>
        </p:txBody>
      </p:sp>
      <p:sp>
        <p:nvSpPr>
          <p:cNvPr id="31" name="Picture Placeholder 9">
            <a:extLst>
              <a:ext uri="{FF2B5EF4-FFF2-40B4-BE49-F238E27FC236}">
                <a16:creationId xmlns:a16="http://schemas.microsoft.com/office/drawing/2014/main" id="{4FE3643B-04DC-9C04-EC21-6FC260035471}"/>
              </a:ext>
              <a:ext uri="{C183D7F6-B498-43B3-948B-1728B52AA6E4}">
                <adec:decorative xmlns:adec="http://schemas.microsoft.com/office/drawing/2017/decorative" val="1"/>
              </a:ext>
            </a:extLst>
          </p:cNvPr>
          <p:cNvSpPr>
            <a:spLocks noGrp="1" noChangeAspect="1"/>
          </p:cNvSpPr>
          <p:nvPr>
            <p:ph type="pic" sz="quarter" idx="35" hasCustomPrompt="1"/>
          </p:nvPr>
        </p:nvSpPr>
        <p:spPr>
          <a:xfrm>
            <a:off x="6305389" y="5117990"/>
            <a:ext cx="914400" cy="914400"/>
          </a:xfrm>
          <a:prstGeom prst="rect">
            <a:avLst/>
          </a:prstGeom>
        </p:spPr>
        <p:txBody>
          <a:bodyPr anchor="ctr"/>
          <a:lstStyle>
            <a:lvl1pPr marL="0" indent="0" algn="ctr">
              <a:buNone/>
              <a:defRPr sz="1200"/>
            </a:lvl1pPr>
          </a:lstStyle>
          <a:p>
            <a:r>
              <a:rPr lang="en-US" dirty="0"/>
              <a:t>Click here to add icon</a:t>
            </a:r>
          </a:p>
        </p:txBody>
      </p:sp>
    </p:spTree>
    <p:extLst>
      <p:ext uri="{BB962C8B-B14F-4D97-AF65-F5344CB8AC3E}">
        <p14:creationId xmlns:p14="http://schemas.microsoft.com/office/powerpoint/2010/main" val="166490713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our circle tex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4" name="Text Placeholder 11">
            <a:extLst>
              <a:ext uri="{FF2B5EF4-FFF2-40B4-BE49-F238E27FC236}">
                <a16:creationId xmlns:a16="http://schemas.microsoft.com/office/drawing/2014/main" id="{F190266A-6EA5-DA1F-2689-9203581580EC}"/>
              </a:ext>
            </a:extLst>
          </p:cNvPr>
          <p:cNvSpPr>
            <a:spLocks noGrp="1"/>
          </p:cNvSpPr>
          <p:nvPr>
            <p:ph type="body" sz="quarter" idx="36" hasCustomPrompt="1"/>
          </p:nvPr>
        </p:nvSpPr>
        <p:spPr>
          <a:xfrm>
            <a:off x="1643606" y="1469073"/>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12" name="Text Placeholder 11">
            <a:extLst>
              <a:ext uri="{FF2B5EF4-FFF2-40B4-BE49-F238E27FC236}">
                <a16:creationId xmlns:a16="http://schemas.microsoft.com/office/drawing/2014/main" id="{51F13AE0-9183-D602-5CE3-A9A8CFB65524}"/>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5" name="Text Placeholder 11">
            <a:extLst>
              <a:ext uri="{FF2B5EF4-FFF2-40B4-BE49-F238E27FC236}">
                <a16:creationId xmlns:a16="http://schemas.microsoft.com/office/drawing/2014/main" id="{5401359C-8F5C-6329-FB4C-ACDB3E530D46}"/>
              </a:ext>
            </a:extLst>
          </p:cNvPr>
          <p:cNvSpPr>
            <a:spLocks noGrp="1"/>
          </p:cNvSpPr>
          <p:nvPr>
            <p:ph type="body" sz="quarter" idx="37" hasCustomPrompt="1"/>
          </p:nvPr>
        </p:nvSpPr>
        <p:spPr>
          <a:xfrm>
            <a:off x="1643606" y="2661324"/>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13" name="Text Placeholder 11">
            <a:extLst>
              <a:ext uri="{FF2B5EF4-FFF2-40B4-BE49-F238E27FC236}">
                <a16:creationId xmlns:a16="http://schemas.microsoft.com/office/drawing/2014/main" id="{9AAE432B-E20C-7DDA-7B74-202DD9899130}"/>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6" name="Text Placeholder 11">
            <a:extLst>
              <a:ext uri="{FF2B5EF4-FFF2-40B4-BE49-F238E27FC236}">
                <a16:creationId xmlns:a16="http://schemas.microsoft.com/office/drawing/2014/main" id="{46420016-65BB-65D1-7A9B-BC72F9D6828A}"/>
              </a:ext>
            </a:extLst>
          </p:cNvPr>
          <p:cNvSpPr>
            <a:spLocks noGrp="1"/>
          </p:cNvSpPr>
          <p:nvPr>
            <p:ph type="body" sz="quarter" idx="38" hasCustomPrompt="1"/>
          </p:nvPr>
        </p:nvSpPr>
        <p:spPr>
          <a:xfrm>
            <a:off x="1643606" y="3855191"/>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15" name="Text Placeholder 11">
            <a:extLst>
              <a:ext uri="{FF2B5EF4-FFF2-40B4-BE49-F238E27FC236}">
                <a16:creationId xmlns:a16="http://schemas.microsoft.com/office/drawing/2014/main" id="{6AA48CE4-D48F-1815-952F-AE9234ABC8B0}"/>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7" name="Text Placeholder 11">
            <a:extLst>
              <a:ext uri="{FF2B5EF4-FFF2-40B4-BE49-F238E27FC236}">
                <a16:creationId xmlns:a16="http://schemas.microsoft.com/office/drawing/2014/main" id="{2E30510B-0B2F-B2B8-13C1-8A4B008236D0}"/>
              </a:ext>
            </a:extLst>
          </p:cNvPr>
          <p:cNvSpPr>
            <a:spLocks noGrp="1"/>
          </p:cNvSpPr>
          <p:nvPr>
            <p:ph type="body" sz="quarter" idx="39" hasCustomPrompt="1"/>
          </p:nvPr>
        </p:nvSpPr>
        <p:spPr>
          <a:xfrm>
            <a:off x="1643606" y="5048250"/>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dirty="0"/>
              <a:t>Heading</a:t>
            </a:r>
          </a:p>
          <a:p>
            <a:pPr lvl="1"/>
            <a:r>
              <a:rPr lang="en-US" dirty="0"/>
              <a:t>Body text</a:t>
            </a:r>
          </a:p>
        </p:txBody>
      </p:sp>
      <p:sp>
        <p:nvSpPr>
          <p:cNvPr id="3" name="Slide Number Placeholder 5">
            <a:extLst>
              <a:ext uri="{FF2B5EF4-FFF2-40B4-BE49-F238E27FC236}">
                <a16:creationId xmlns:a16="http://schemas.microsoft.com/office/drawing/2014/main" id="{B7F83E17-8512-7962-C5E1-591C2FB9ADD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9" name="Group 8">
            <a:extLst>
              <a:ext uri="{FF2B5EF4-FFF2-40B4-BE49-F238E27FC236}">
                <a16:creationId xmlns:a16="http://schemas.microsoft.com/office/drawing/2014/main" id="{EE0F0882-44F5-44B1-C186-702F2480C0F2}"/>
              </a:ext>
              <a:ext uri="{C183D7F6-B498-43B3-948B-1728B52AA6E4}">
                <adec:decorative xmlns:adec="http://schemas.microsoft.com/office/drawing/2017/decorative" val="1"/>
              </a:ext>
            </a:extLst>
          </p:cNvPr>
          <p:cNvGrpSpPr/>
          <p:nvPr userDrawn="1"/>
        </p:nvGrpSpPr>
        <p:grpSpPr>
          <a:xfrm>
            <a:off x="1643606" y="2568119"/>
            <a:ext cx="10122943" cy="2386522"/>
            <a:chOff x="1643606" y="2568119"/>
            <a:chExt cx="10122943" cy="2386522"/>
          </a:xfrm>
        </p:grpSpPr>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7562859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Four circle tex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Text Placeholder 11">
            <a:extLst>
              <a:ext uri="{FF2B5EF4-FFF2-40B4-BE49-F238E27FC236}">
                <a16:creationId xmlns:a16="http://schemas.microsoft.com/office/drawing/2014/main" id="{D73F7F6A-A03C-29C6-C5D4-5A7B3542360A}"/>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643606" y="1469073"/>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5" name="Text Placeholder 11">
            <a:extLst>
              <a:ext uri="{FF2B5EF4-FFF2-40B4-BE49-F238E27FC236}">
                <a16:creationId xmlns:a16="http://schemas.microsoft.com/office/drawing/2014/main" id="{B7BFB2D0-1EAF-DCB0-6345-DF88DCCF0E69}"/>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643606" y="2661324"/>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6" name="Text Placeholder 11">
            <a:extLst>
              <a:ext uri="{FF2B5EF4-FFF2-40B4-BE49-F238E27FC236}">
                <a16:creationId xmlns:a16="http://schemas.microsoft.com/office/drawing/2014/main" id="{42951087-268C-82C9-8EE2-ACDB75F9C8F8}"/>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643606" y="3855191"/>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7" name="Text Placeholder 11">
            <a:extLst>
              <a:ext uri="{FF2B5EF4-FFF2-40B4-BE49-F238E27FC236}">
                <a16:creationId xmlns:a16="http://schemas.microsoft.com/office/drawing/2014/main" id="{D6FBDD42-ED0C-5362-9314-8816E840A6CF}"/>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18" name="Text Placeholder 11">
            <a:extLst>
              <a:ext uri="{FF2B5EF4-FFF2-40B4-BE49-F238E27FC236}">
                <a16:creationId xmlns:a16="http://schemas.microsoft.com/office/drawing/2014/main" id="{25BAE7B8-AA80-9379-0D79-99D8A5FB8883}"/>
              </a:ext>
            </a:extLst>
          </p:cNvPr>
          <p:cNvSpPr>
            <a:spLocks noGrp="1"/>
          </p:cNvSpPr>
          <p:nvPr>
            <p:ph type="body" sz="quarter" idx="20" hasCustomPrompt="1"/>
          </p:nvPr>
        </p:nvSpPr>
        <p:spPr>
          <a:xfrm>
            <a:off x="1643606" y="5048250"/>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9" name="Slide Number Placeholder 5">
            <a:extLst>
              <a:ext uri="{FF2B5EF4-FFF2-40B4-BE49-F238E27FC236}">
                <a16:creationId xmlns:a16="http://schemas.microsoft.com/office/drawing/2014/main" id="{25805B27-E793-67C5-14F5-AF17640665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10" name="Group 9">
            <a:extLst>
              <a:ext uri="{FF2B5EF4-FFF2-40B4-BE49-F238E27FC236}">
                <a16:creationId xmlns:a16="http://schemas.microsoft.com/office/drawing/2014/main" id="{B7BA0B3A-C5FE-73FE-0313-2D261BC14E1D}"/>
              </a:ext>
              <a:ext uri="{C183D7F6-B498-43B3-948B-1728B52AA6E4}">
                <adec:decorative xmlns:adec="http://schemas.microsoft.com/office/drawing/2017/decorative" val="1"/>
              </a:ext>
            </a:extLst>
          </p:cNvPr>
          <p:cNvGrpSpPr/>
          <p:nvPr userDrawn="1"/>
        </p:nvGrpSpPr>
        <p:grpSpPr>
          <a:xfrm>
            <a:off x="1643606" y="2568119"/>
            <a:ext cx="10122943" cy="2386522"/>
            <a:chOff x="1643606" y="2568119"/>
            <a:chExt cx="10122943" cy="2386522"/>
          </a:xfrm>
        </p:grpSpPr>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5201706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ight circl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585732"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9" name="Text Placeholder 11">
            <a:extLst>
              <a:ext uri="{FF2B5EF4-FFF2-40B4-BE49-F238E27FC236}">
                <a16:creationId xmlns:a16="http://schemas.microsoft.com/office/drawing/2014/main" id="{F21F880F-FB7C-4634-306F-F1211CD4DE2E}"/>
              </a:ext>
            </a:extLst>
          </p:cNvPr>
          <p:cNvSpPr>
            <a:spLocks noGrp="1" noChangeAspect="1"/>
          </p:cNvSpPr>
          <p:nvPr>
            <p:ph type="body" sz="quarter" idx="27" hasCustomPrompt="1"/>
          </p:nvPr>
        </p:nvSpPr>
        <p:spPr>
          <a:xfrm>
            <a:off x="425450"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585732"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10" name="Text Placeholder 11">
            <a:extLst>
              <a:ext uri="{FF2B5EF4-FFF2-40B4-BE49-F238E27FC236}">
                <a16:creationId xmlns:a16="http://schemas.microsoft.com/office/drawing/2014/main" id="{279C447D-3CA9-F6B7-7D94-8FE95A45534D}"/>
              </a:ext>
            </a:extLst>
          </p:cNvPr>
          <p:cNvSpPr>
            <a:spLocks noGrp="1" noChangeAspect="1"/>
          </p:cNvSpPr>
          <p:nvPr>
            <p:ph type="body" sz="quarter" idx="28" hasCustomPrompt="1"/>
          </p:nvPr>
        </p:nvSpPr>
        <p:spPr>
          <a:xfrm>
            <a:off x="425450"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585732"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24" name="Text Placeholder 11">
            <a:extLst>
              <a:ext uri="{FF2B5EF4-FFF2-40B4-BE49-F238E27FC236}">
                <a16:creationId xmlns:a16="http://schemas.microsoft.com/office/drawing/2014/main" id="{E8B13DF0-07C0-23DB-928E-C1C480CADC08}"/>
              </a:ext>
            </a:extLst>
          </p:cNvPr>
          <p:cNvSpPr>
            <a:spLocks noGrp="1" noChangeAspect="1"/>
          </p:cNvSpPr>
          <p:nvPr>
            <p:ph type="body" sz="quarter" idx="29" hasCustomPrompt="1"/>
          </p:nvPr>
        </p:nvSpPr>
        <p:spPr>
          <a:xfrm>
            <a:off x="425450"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4" name="Text Placeholder 11">
            <a:extLst>
              <a:ext uri="{FF2B5EF4-FFF2-40B4-BE49-F238E27FC236}">
                <a16:creationId xmlns:a16="http://schemas.microsoft.com/office/drawing/2014/main" id="{A275FC47-DC0A-178E-6514-4A3C25D30369}"/>
              </a:ext>
            </a:extLst>
          </p:cNvPr>
          <p:cNvSpPr>
            <a:spLocks noGrp="1"/>
          </p:cNvSpPr>
          <p:nvPr>
            <p:ph type="body" sz="quarter" idx="26" hasCustomPrompt="1"/>
          </p:nvPr>
        </p:nvSpPr>
        <p:spPr>
          <a:xfrm>
            <a:off x="1585732"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26" name="Text Placeholder 11">
            <a:extLst>
              <a:ext uri="{FF2B5EF4-FFF2-40B4-BE49-F238E27FC236}">
                <a16:creationId xmlns:a16="http://schemas.microsoft.com/office/drawing/2014/main" id="{38FFF44D-3DD9-2074-EE5A-CD230E0EF2E3}"/>
              </a:ext>
            </a:extLst>
          </p:cNvPr>
          <p:cNvSpPr>
            <a:spLocks noGrp="1" noChangeAspect="1"/>
          </p:cNvSpPr>
          <p:nvPr>
            <p:ph type="body" sz="quarter" idx="31" hasCustomPrompt="1"/>
          </p:nvPr>
        </p:nvSpPr>
        <p:spPr>
          <a:xfrm>
            <a:off x="6277612"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25" name="Text Placeholder 11">
            <a:extLst>
              <a:ext uri="{FF2B5EF4-FFF2-40B4-BE49-F238E27FC236}">
                <a16:creationId xmlns:a16="http://schemas.microsoft.com/office/drawing/2014/main" id="{2FD121F6-8F18-F351-DBC7-3754FAF17745}"/>
              </a:ext>
            </a:extLst>
          </p:cNvPr>
          <p:cNvSpPr>
            <a:spLocks noGrp="1"/>
          </p:cNvSpPr>
          <p:nvPr>
            <p:ph type="body" sz="quarter" idx="30" hasCustomPrompt="1"/>
          </p:nvPr>
        </p:nvSpPr>
        <p:spPr>
          <a:xfrm>
            <a:off x="7437894"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33" name="Text Placeholder 11">
            <a:extLst>
              <a:ext uri="{FF2B5EF4-FFF2-40B4-BE49-F238E27FC236}">
                <a16:creationId xmlns:a16="http://schemas.microsoft.com/office/drawing/2014/main" id="{E8B77CFA-033A-8C42-DC31-5E9EB70B6CB6}"/>
              </a:ext>
            </a:extLst>
          </p:cNvPr>
          <p:cNvSpPr>
            <a:spLocks noGrp="1" noChangeAspect="1"/>
          </p:cNvSpPr>
          <p:nvPr>
            <p:ph type="body" sz="quarter" idx="35" hasCustomPrompt="1"/>
          </p:nvPr>
        </p:nvSpPr>
        <p:spPr>
          <a:xfrm>
            <a:off x="6277612"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27" name="Text Placeholder 11">
            <a:extLst>
              <a:ext uri="{FF2B5EF4-FFF2-40B4-BE49-F238E27FC236}">
                <a16:creationId xmlns:a16="http://schemas.microsoft.com/office/drawing/2014/main" id="{767642CB-C789-58FD-115F-E4DFAD0EB09C}"/>
              </a:ext>
            </a:extLst>
          </p:cNvPr>
          <p:cNvSpPr>
            <a:spLocks noGrp="1"/>
          </p:cNvSpPr>
          <p:nvPr>
            <p:ph type="body" sz="quarter" idx="32" hasCustomPrompt="1"/>
          </p:nvPr>
        </p:nvSpPr>
        <p:spPr>
          <a:xfrm>
            <a:off x="7437894"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34" name="Text Placeholder 11">
            <a:extLst>
              <a:ext uri="{FF2B5EF4-FFF2-40B4-BE49-F238E27FC236}">
                <a16:creationId xmlns:a16="http://schemas.microsoft.com/office/drawing/2014/main" id="{763A6193-E0FB-D95B-DE6F-0B20335C56ED}"/>
              </a:ext>
            </a:extLst>
          </p:cNvPr>
          <p:cNvSpPr>
            <a:spLocks noGrp="1" noChangeAspect="1"/>
          </p:cNvSpPr>
          <p:nvPr>
            <p:ph type="body" sz="quarter" idx="36" hasCustomPrompt="1"/>
          </p:nvPr>
        </p:nvSpPr>
        <p:spPr>
          <a:xfrm>
            <a:off x="6277612"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28" name="Text Placeholder 11">
            <a:extLst>
              <a:ext uri="{FF2B5EF4-FFF2-40B4-BE49-F238E27FC236}">
                <a16:creationId xmlns:a16="http://schemas.microsoft.com/office/drawing/2014/main" id="{303C1E23-393C-1C89-1D7F-C9C3B6C502F6}"/>
              </a:ext>
            </a:extLst>
          </p:cNvPr>
          <p:cNvSpPr>
            <a:spLocks noGrp="1"/>
          </p:cNvSpPr>
          <p:nvPr>
            <p:ph type="body" sz="quarter" idx="33" hasCustomPrompt="1"/>
          </p:nvPr>
        </p:nvSpPr>
        <p:spPr>
          <a:xfrm>
            <a:off x="7437894"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35" name="Text Placeholder 11">
            <a:extLst>
              <a:ext uri="{FF2B5EF4-FFF2-40B4-BE49-F238E27FC236}">
                <a16:creationId xmlns:a16="http://schemas.microsoft.com/office/drawing/2014/main" id="{91EE428F-3890-D952-4727-56BDAAAEACA7}"/>
              </a:ext>
            </a:extLst>
          </p:cNvPr>
          <p:cNvSpPr>
            <a:spLocks noGrp="1" noChangeAspect="1"/>
          </p:cNvSpPr>
          <p:nvPr>
            <p:ph type="body" sz="quarter" idx="37" hasCustomPrompt="1"/>
          </p:nvPr>
        </p:nvSpPr>
        <p:spPr>
          <a:xfrm>
            <a:off x="6277612"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dirty="0"/>
              <a:t>Text only</a:t>
            </a:r>
            <a:endParaRPr lang="en-US" dirty="0"/>
          </a:p>
        </p:txBody>
      </p:sp>
      <p:sp>
        <p:nvSpPr>
          <p:cNvPr id="31" name="Text Placeholder 11">
            <a:extLst>
              <a:ext uri="{FF2B5EF4-FFF2-40B4-BE49-F238E27FC236}">
                <a16:creationId xmlns:a16="http://schemas.microsoft.com/office/drawing/2014/main" id="{3E87BD83-BA4C-45EB-3B54-F2529CA84476}"/>
              </a:ext>
            </a:extLst>
          </p:cNvPr>
          <p:cNvSpPr>
            <a:spLocks noGrp="1"/>
          </p:cNvSpPr>
          <p:nvPr>
            <p:ph type="body" sz="quarter" idx="34" hasCustomPrompt="1"/>
          </p:nvPr>
        </p:nvSpPr>
        <p:spPr>
          <a:xfrm>
            <a:off x="7437894"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dirty="0"/>
              <a:t>Body text</a:t>
            </a:r>
          </a:p>
        </p:txBody>
      </p:sp>
      <p:sp>
        <p:nvSpPr>
          <p:cNvPr id="12" name="Slide Number Placeholder 5">
            <a:extLst>
              <a:ext uri="{FF2B5EF4-FFF2-40B4-BE49-F238E27FC236}">
                <a16:creationId xmlns:a16="http://schemas.microsoft.com/office/drawing/2014/main" id="{59A5C8E2-2ADE-518A-D8DD-1D93CC3C251F}"/>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13" name="Group 12">
            <a:extLst>
              <a:ext uri="{FF2B5EF4-FFF2-40B4-BE49-F238E27FC236}">
                <a16:creationId xmlns:a16="http://schemas.microsoft.com/office/drawing/2014/main" id="{A11A5917-6CBF-E43C-C0D8-255CE71EA4ED}"/>
              </a:ext>
              <a:ext uri="{C183D7F6-B498-43B3-948B-1728B52AA6E4}">
                <adec:decorative xmlns:adec="http://schemas.microsoft.com/office/drawing/2017/decorative" val="1"/>
              </a:ext>
            </a:extLst>
          </p:cNvPr>
          <p:cNvGrpSpPr/>
          <p:nvPr userDrawn="1"/>
        </p:nvGrpSpPr>
        <p:grpSpPr>
          <a:xfrm>
            <a:off x="1585732" y="2572332"/>
            <a:ext cx="10177274" cy="2401356"/>
            <a:chOff x="1585732" y="2572332"/>
            <a:chExt cx="10177274" cy="2401356"/>
          </a:xfrm>
        </p:grpSpPr>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85732"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85732"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CDB6E7F-7626-2933-1F97-7A46A34A7E06}"/>
                </a:ext>
              </a:extLst>
            </p:cNvPr>
            <p:cNvCxnSpPr>
              <a:cxnSpLocks/>
            </p:cNvCxnSpPr>
            <p:nvPr userDrawn="1"/>
          </p:nvCxnSpPr>
          <p:spPr>
            <a:xfrm>
              <a:off x="1585732"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1415C93-4DCF-B7CB-80ED-110311DD037A}"/>
                </a:ext>
              </a:extLst>
            </p:cNvPr>
            <p:cNvCxnSpPr>
              <a:cxnSpLocks/>
            </p:cNvCxnSpPr>
            <p:nvPr userDrawn="1"/>
          </p:nvCxnSpPr>
          <p:spPr>
            <a:xfrm>
              <a:off x="7437894"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A2FDD71-D37A-FD5D-32D8-73CE6AAACBFF}"/>
                </a:ext>
              </a:extLst>
            </p:cNvPr>
            <p:cNvCxnSpPr>
              <a:cxnSpLocks/>
            </p:cNvCxnSpPr>
            <p:nvPr userDrawn="1"/>
          </p:nvCxnSpPr>
          <p:spPr>
            <a:xfrm>
              <a:off x="7437894"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F9CE9F6-6355-A268-FC3F-D648B8F23A64}"/>
                </a:ext>
              </a:extLst>
            </p:cNvPr>
            <p:cNvCxnSpPr>
              <a:cxnSpLocks/>
            </p:cNvCxnSpPr>
            <p:nvPr userDrawn="1"/>
          </p:nvCxnSpPr>
          <p:spPr>
            <a:xfrm>
              <a:off x="7437894"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523254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ircle curv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8298687"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4" y="709990"/>
            <a:ext cx="82986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A3280943-14D9-E1AA-7579-C65E38FD82CA}"/>
              </a:ext>
            </a:extLst>
          </p:cNvPr>
          <p:cNvSpPr>
            <a:spLocks noGrp="1"/>
          </p:cNvSpPr>
          <p:nvPr>
            <p:ph idx="13" hasCustomPrompt="1"/>
          </p:nvPr>
        </p:nvSpPr>
        <p:spPr>
          <a:xfrm>
            <a:off x="428624" y="1446212"/>
            <a:ext cx="5394960"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3" name="Slide Number Placeholder 5">
            <a:extLst>
              <a:ext uri="{FF2B5EF4-FFF2-40B4-BE49-F238E27FC236}">
                <a16:creationId xmlns:a16="http://schemas.microsoft.com/office/drawing/2014/main" id="{29F78020-D828-4016-3BC7-400A2B1744A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a:off x="5961999"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 uri="{C183D7F6-B498-43B3-948B-1728B52AA6E4}">
                <adec:decorative xmlns:adec="http://schemas.microsoft.com/office/drawing/2017/decorative" val="1"/>
              </a:ext>
            </a:extLst>
          </p:cNvPr>
          <p:cNvSpPr>
            <a:spLocks noGrp="1" noChangeAspect="1"/>
          </p:cNvSpPr>
          <p:nvPr>
            <p:ph type="pic" sz="quarter" idx="11"/>
          </p:nvPr>
        </p:nvSpPr>
        <p:spPr>
          <a:xfrm>
            <a:off x="7130379" y="1441448"/>
            <a:ext cx="3474722" cy="3474720"/>
          </a:xfrm>
          <a:prstGeom prst="ellipse">
            <a:avLst/>
          </a:prstGeom>
        </p:spPr>
        <p:txBody>
          <a:bodyPr anchor="ctr"/>
          <a:lstStyle>
            <a:lvl1pPr marL="0" indent="0" algn="ctr">
              <a:buNone/>
              <a:defRPr/>
            </a:lvl1pPr>
          </a:lstStyle>
          <a:p>
            <a:r>
              <a:rPr lang="fr-FR"/>
              <a:t>Cliquez sur l'icône pour ajouter une image</a:t>
            </a:r>
            <a:endParaRPr lang="en-US" dirty="0"/>
          </a:p>
        </p:txBody>
      </p:sp>
    </p:spTree>
    <p:extLst>
      <p:ext uri="{BB962C8B-B14F-4D97-AF65-F5344CB8AC3E}">
        <p14:creationId xmlns:p14="http://schemas.microsoft.com/office/powerpoint/2010/main" val="2703643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ircle curv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3514164" y="291451"/>
            <a:ext cx="8252386"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3514164" y="709990"/>
            <a:ext cx="82523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4" name="Content Placeholder 2">
            <a:extLst>
              <a:ext uri="{FF2B5EF4-FFF2-40B4-BE49-F238E27FC236}">
                <a16:creationId xmlns:a16="http://schemas.microsoft.com/office/drawing/2014/main" id="{1754A373-88C4-A82B-E350-FCFB019D452F}"/>
              </a:ext>
            </a:extLst>
          </p:cNvPr>
          <p:cNvSpPr>
            <a:spLocks noGrp="1"/>
          </p:cNvSpPr>
          <p:nvPr>
            <p:ph idx="13" hasCustomPrompt="1"/>
          </p:nvPr>
        </p:nvSpPr>
        <p:spPr>
          <a:xfrm>
            <a:off x="6450568" y="1446212"/>
            <a:ext cx="5315982"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3" name="Slide Number Placeholder 5">
            <a:extLst>
              <a:ext uri="{FF2B5EF4-FFF2-40B4-BE49-F238E27FC236}">
                <a16:creationId xmlns:a16="http://schemas.microsoft.com/office/drawing/2014/main" id="{516BDD6C-589C-E59D-505F-90F87C6A5387}"/>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flipH="1">
            <a:off x="428623"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 uri="{C183D7F6-B498-43B3-948B-1728B52AA6E4}">
                <adec:decorative xmlns:adec="http://schemas.microsoft.com/office/drawing/2017/decorative" val="1"/>
              </a:ext>
            </a:extLst>
          </p:cNvPr>
          <p:cNvSpPr>
            <a:spLocks noGrp="1" noChangeAspect="1"/>
          </p:cNvSpPr>
          <p:nvPr>
            <p:ph type="pic" sz="quarter" idx="11"/>
          </p:nvPr>
        </p:nvSpPr>
        <p:spPr>
          <a:xfrm>
            <a:off x="1597003" y="1441448"/>
            <a:ext cx="3474722" cy="3474720"/>
          </a:xfrm>
          <a:prstGeom prst="ellipse">
            <a:avLst/>
          </a:prstGeom>
        </p:spPr>
        <p:txBody>
          <a:bodyPr anchor="ctr"/>
          <a:lstStyle>
            <a:lvl1pPr marL="0" indent="0" algn="ctr">
              <a:buNone/>
              <a:defRPr/>
            </a:lvl1pPr>
          </a:lstStyle>
          <a:p>
            <a:r>
              <a:rPr lang="fr-FR"/>
              <a:t>Cliquez sur l'icône pour ajouter une image</a:t>
            </a:r>
            <a:endParaRPr lang="en-US" dirty="0"/>
          </a:p>
        </p:txBody>
      </p:sp>
    </p:spTree>
    <p:extLst>
      <p:ext uri="{BB962C8B-B14F-4D97-AF65-F5344CB8AC3E}">
        <p14:creationId xmlns:p14="http://schemas.microsoft.com/office/powerpoint/2010/main" val="5022127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ircle curv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dirty="0"/>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10" name="Content Placeholder 2">
            <a:extLst>
              <a:ext uri="{FF2B5EF4-FFF2-40B4-BE49-F238E27FC236}">
                <a16:creationId xmlns:a16="http://schemas.microsoft.com/office/drawing/2014/main" id="{15D281C0-60B3-6172-E427-F7E32C30796B}"/>
              </a:ext>
            </a:extLst>
          </p:cNvPr>
          <p:cNvSpPr>
            <a:spLocks noGrp="1"/>
          </p:cNvSpPr>
          <p:nvPr>
            <p:ph idx="13" hasCustomPrompt="1"/>
          </p:nvPr>
        </p:nvSpPr>
        <p:spPr>
          <a:xfrm>
            <a:off x="5254906" y="1446212"/>
            <a:ext cx="6511644"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dirty="0"/>
              <a:t>Level 01</a:t>
            </a:r>
          </a:p>
          <a:p>
            <a:pPr lvl="1"/>
            <a:r>
              <a:rPr lang="en-US" dirty="0"/>
              <a:t>Level 02</a:t>
            </a:r>
          </a:p>
          <a:p>
            <a:pPr lvl="2"/>
            <a:r>
              <a:rPr lang="en-US" dirty="0"/>
              <a:t>Level 03</a:t>
            </a:r>
          </a:p>
          <a:p>
            <a:pPr lvl="3"/>
            <a:r>
              <a:rPr lang="en-US" dirty="0"/>
              <a:t>Level 04</a:t>
            </a:r>
          </a:p>
          <a:p>
            <a:pPr lvl="4"/>
            <a:r>
              <a:rPr lang="en-US" dirty="0"/>
              <a:t>Level 05</a:t>
            </a:r>
          </a:p>
          <a:p>
            <a:pPr lvl="5"/>
            <a:r>
              <a:rPr lang="en-US" dirty="0"/>
              <a:t>Level 06</a:t>
            </a:r>
          </a:p>
        </p:txBody>
      </p:sp>
      <p:sp>
        <p:nvSpPr>
          <p:cNvPr id="9" name="Slide Number Placeholder 5">
            <a:extLst>
              <a:ext uri="{FF2B5EF4-FFF2-40B4-BE49-F238E27FC236}">
                <a16:creationId xmlns:a16="http://schemas.microsoft.com/office/drawing/2014/main" id="{7708C7AB-438A-DC8C-37D8-D7D68BAB13CD}"/>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4" name="Group 3">
            <a:extLst>
              <a:ext uri="{FF2B5EF4-FFF2-40B4-BE49-F238E27FC236}">
                <a16:creationId xmlns:a16="http://schemas.microsoft.com/office/drawing/2014/main" id="{37533B7B-CFCE-C743-5F19-2A8A364B144A}"/>
              </a:ext>
              <a:ext uri="{C183D7F6-B498-43B3-948B-1728B52AA6E4}">
                <adec:decorative xmlns:adec="http://schemas.microsoft.com/office/drawing/2017/decorative" val="1"/>
              </a:ext>
            </a:extLst>
          </p:cNvPr>
          <p:cNvGrpSpPr/>
          <p:nvPr userDrawn="1"/>
        </p:nvGrpSpPr>
        <p:grpSpPr>
          <a:xfrm flipH="1">
            <a:off x="428625" y="1456405"/>
            <a:ext cx="4631138" cy="4631138"/>
            <a:chOff x="6364404" y="688572"/>
            <a:chExt cx="5398971" cy="5398971"/>
          </a:xfrm>
        </p:grpSpPr>
        <p:pic>
          <p:nvPicPr>
            <p:cNvPr id="5" name="Graphic 4">
              <a:extLst>
                <a:ext uri="{FF2B5EF4-FFF2-40B4-BE49-F238E27FC236}">
                  <a16:creationId xmlns:a16="http://schemas.microsoft.com/office/drawing/2014/main" id="{F0EA9041-DFBD-0DC8-66E1-193CA3018F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6" name="Graphic 5">
              <a:extLst>
                <a:ext uri="{FF2B5EF4-FFF2-40B4-BE49-F238E27FC236}">
                  <a16:creationId xmlns:a16="http://schemas.microsoft.com/office/drawing/2014/main" id="{14ADEFBA-0047-A23F-7A01-9D71C4274E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7" name="Picture Placeholder 6">
            <a:extLst>
              <a:ext uri="{FF2B5EF4-FFF2-40B4-BE49-F238E27FC236}">
                <a16:creationId xmlns:a16="http://schemas.microsoft.com/office/drawing/2014/main" id="{4A8ACBE3-F84F-9311-A090-BF6945A40482}"/>
              </a:ext>
              <a:ext uri="{C183D7F6-B498-43B3-948B-1728B52AA6E4}">
                <adec:decorative xmlns:adec="http://schemas.microsoft.com/office/drawing/2017/decorative" val="1"/>
              </a:ext>
            </a:extLst>
          </p:cNvPr>
          <p:cNvSpPr>
            <a:spLocks noGrp="1" noChangeAspect="1"/>
          </p:cNvSpPr>
          <p:nvPr>
            <p:ph type="pic" sz="quarter" idx="11"/>
          </p:nvPr>
        </p:nvSpPr>
        <p:spPr>
          <a:xfrm>
            <a:off x="1358739" y="2390067"/>
            <a:ext cx="2765586" cy="2765584"/>
          </a:xfrm>
          <a:prstGeom prst="ellipse">
            <a:avLst/>
          </a:prstGeom>
        </p:spPr>
        <p:txBody>
          <a:bodyPr anchor="ctr"/>
          <a:lstStyle>
            <a:lvl1pPr marL="0" indent="0" algn="ctr">
              <a:buNone/>
              <a:defRPr/>
            </a:lvl1pPr>
          </a:lstStyle>
          <a:p>
            <a:r>
              <a:rPr lang="fr-FR"/>
              <a:t>Cliquez sur l'icône pour ajouter une image</a:t>
            </a:r>
            <a:endParaRPr lang="en-US" dirty="0"/>
          </a:p>
        </p:txBody>
      </p:sp>
    </p:spTree>
    <p:extLst>
      <p:ext uri="{BB962C8B-B14F-4D97-AF65-F5344CB8AC3E}">
        <p14:creationId xmlns:p14="http://schemas.microsoft.com/office/powerpoint/2010/main" val="27326355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ircle curve quot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08C7D-CAC2-E061-16C4-46C8B746882D}"/>
              </a:ext>
            </a:extLst>
          </p:cNvPr>
          <p:cNvSpPr>
            <a:spLocks noGrp="1"/>
          </p:cNvSpPr>
          <p:nvPr>
            <p:ph type="title" hasCustomPrompt="1"/>
          </p:nvPr>
        </p:nvSpPr>
        <p:spPr>
          <a:xfrm>
            <a:off x="428624" y="-972518"/>
            <a:ext cx="11337925" cy="796568"/>
          </a:xfrm>
        </p:spPr>
        <p:txBody>
          <a:bodyPr anchor="b"/>
          <a:lstStyle>
            <a:lvl1pPr>
              <a:defRPr/>
            </a:lvl1pPr>
          </a:lstStyle>
          <a:p>
            <a:r>
              <a:rPr lang="en-US" dirty="0"/>
              <a:t>Title</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dirty="0"/>
              <a:t>Quote/Body text</a:t>
            </a:r>
          </a:p>
        </p:txBody>
      </p:sp>
      <p:sp>
        <p:nvSpPr>
          <p:cNvPr id="2" name="Slide Number Placeholder 5">
            <a:extLst>
              <a:ext uri="{FF2B5EF4-FFF2-40B4-BE49-F238E27FC236}">
                <a16:creationId xmlns:a16="http://schemas.microsoft.com/office/drawing/2014/main" id="{512E530A-B778-4B96-FF9C-7B751B733D7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5" name="Graphique 10" descr="Atos logo">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grpSp>
        <p:nvGrpSpPr>
          <p:cNvPr id="6" name="Group 5">
            <a:extLst>
              <a:ext uri="{FF2B5EF4-FFF2-40B4-BE49-F238E27FC236}">
                <a16:creationId xmlns:a16="http://schemas.microsoft.com/office/drawing/2014/main" id="{19778ECC-DF3B-21C8-2028-9C37F39EDD7F}"/>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Picture Placeholder 6">
            <a:extLst>
              <a:ext uri="{FF2B5EF4-FFF2-40B4-BE49-F238E27FC236}">
                <a16:creationId xmlns:a16="http://schemas.microsoft.com/office/drawing/2014/main" id="{7BB21A47-0ACD-51C0-D2C7-23A1141D8604}"/>
              </a:ext>
              <a:ext uri="{C183D7F6-B498-43B3-948B-1728B52AA6E4}">
                <adec:decorative xmlns:adec="http://schemas.microsoft.com/office/drawing/2017/decorative" val="1"/>
              </a:ext>
            </a:extLst>
          </p:cNvPr>
          <p:cNvSpPr>
            <a:spLocks noGrp="1" noChangeAspect="1"/>
          </p:cNvSpPr>
          <p:nvPr>
            <p:ph type="pic" sz="quarter" idx="11"/>
          </p:nvPr>
        </p:nvSpPr>
        <p:spPr>
          <a:xfrm>
            <a:off x="1516747" y="1776294"/>
            <a:ext cx="3218690" cy="3218688"/>
          </a:xfrm>
          <a:prstGeom prst="ellipse">
            <a:avLst/>
          </a:prstGeom>
        </p:spPr>
        <p:txBody>
          <a:bodyPr anchor="ctr"/>
          <a:lstStyle>
            <a:lvl1pPr marL="0" indent="0" algn="ctr">
              <a:buNone/>
              <a:defRPr/>
            </a:lvl1pPr>
          </a:lstStyle>
          <a:p>
            <a:r>
              <a:rPr lang="fr-FR"/>
              <a:t>Cliquez sur l'icône pour ajouter une image</a:t>
            </a:r>
            <a:endParaRPr lang="en-US" dirty="0"/>
          </a:p>
        </p:txBody>
      </p:sp>
    </p:spTree>
    <p:extLst>
      <p:ext uri="{BB962C8B-B14F-4D97-AF65-F5344CB8AC3E}">
        <p14:creationId xmlns:p14="http://schemas.microsoft.com/office/powerpoint/2010/main" val="257236671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ircle curve quot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5FD19C8-A9BF-5C73-C5BC-BA598A545343}"/>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Title 6">
            <a:extLst>
              <a:ext uri="{FF2B5EF4-FFF2-40B4-BE49-F238E27FC236}">
                <a16:creationId xmlns:a16="http://schemas.microsoft.com/office/drawing/2014/main" id="{571E8B8B-07EF-1513-B4C6-C31171443239}"/>
              </a:ext>
            </a:extLst>
          </p:cNvPr>
          <p:cNvSpPr>
            <a:spLocks noGrp="1"/>
          </p:cNvSpPr>
          <p:nvPr>
            <p:ph type="title" hasCustomPrompt="1"/>
          </p:nvPr>
        </p:nvSpPr>
        <p:spPr>
          <a:xfrm>
            <a:off x="1518765" y="1778713"/>
            <a:ext cx="3218690" cy="3218688"/>
          </a:xfrm>
        </p:spPr>
        <p:txBody>
          <a:bodyPr anchor="ctr"/>
          <a:lstStyle>
            <a:lvl1pPr algn="ctr">
              <a:defRPr>
                <a:solidFill>
                  <a:schemeClr val="accent3"/>
                </a:solidFill>
              </a:defRPr>
            </a:lvl1pPr>
          </a:lstStyle>
          <a:p>
            <a:r>
              <a:rPr lang="en-US" dirty="0"/>
              <a:t>Title example </a:t>
            </a:r>
            <a:br>
              <a:rPr lang="en-US" dirty="0"/>
            </a:br>
            <a:r>
              <a:rPr lang="en-US" dirty="0"/>
              <a:t>over two lines</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dirty="0"/>
              <a:t>Quote/Body text</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5" name="Graphique 10" descr="Atos logo">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38678148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ircle curve quote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01E3036-17F2-B2D8-A1D0-CDDB9D0DD68D}"/>
              </a:ext>
              <a:ext uri="{C183D7F6-B498-43B3-948B-1728B52AA6E4}">
                <adec:decorative xmlns:adec="http://schemas.microsoft.com/office/drawing/2017/decorative" val="1"/>
              </a:ext>
            </a:extLst>
          </p:cNvPr>
          <p:cNvGrpSpPr/>
          <p:nvPr userDrawn="1"/>
        </p:nvGrpSpPr>
        <p:grpSpPr>
          <a:xfrm>
            <a:off x="0" y="0"/>
            <a:ext cx="6096000" cy="6858000"/>
            <a:chOff x="0" y="0"/>
            <a:chExt cx="6096000" cy="6858000"/>
          </a:xfrm>
        </p:grpSpPr>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95FD19C8-A9BF-5C73-C5BC-BA598A545343}"/>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grpSp>
      <p:sp>
        <p:nvSpPr>
          <p:cNvPr id="7" name="Title 6">
            <a:extLst>
              <a:ext uri="{FF2B5EF4-FFF2-40B4-BE49-F238E27FC236}">
                <a16:creationId xmlns:a16="http://schemas.microsoft.com/office/drawing/2014/main" id="{571E8B8B-07EF-1513-B4C6-C31171443239}"/>
              </a:ext>
            </a:extLst>
          </p:cNvPr>
          <p:cNvSpPr>
            <a:spLocks noGrp="1"/>
          </p:cNvSpPr>
          <p:nvPr>
            <p:ph type="title" hasCustomPrompt="1"/>
          </p:nvPr>
        </p:nvSpPr>
        <p:spPr>
          <a:xfrm>
            <a:off x="1518765" y="1778713"/>
            <a:ext cx="3218690" cy="3218688"/>
          </a:xfrm>
        </p:spPr>
        <p:txBody>
          <a:bodyPr anchor="ctr"/>
          <a:lstStyle>
            <a:lvl1pPr algn="ctr">
              <a:defRPr sz="3200">
                <a:solidFill>
                  <a:schemeClr val="bg1"/>
                </a:solidFill>
              </a:defRPr>
            </a:lvl1pPr>
          </a:lstStyle>
          <a:p>
            <a:r>
              <a:rPr lang="en-US" dirty="0"/>
              <a:t>Presentation</a:t>
            </a:r>
            <a:br>
              <a:rPr lang="en-US" dirty="0"/>
            </a:br>
            <a:r>
              <a:rPr lang="en-US" dirty="0"/>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accent3"/>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dirty="0"/>
              <a:t>Quote/Body text</a:t>
            </a:r>
          </a:p>
        </p:txBody>
      </p:sp>
    </p:spTree>
    <p:extLst>
      <p:ext uri="{BB962C8B-B14F-4D97-AF65-F5344CB8AC3E}">
        <p14:creationId xmlns:p14="http://schemas.microsoft.com/office/powerpoint/2010/main" val="40144856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orizontal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3249094-6A68-D834-0DBC-9A7F16E75AD2}"/>
              </a:ext>
            </a:extLst>
          </p:cNvPr>
          <p:cNvSpPr>
            <a:spLocks noGrp="1"/>
          </p:cNvSpPr>
          <p:nvPr>
            <p:ph type="title" hasCustomPrompt="1"/>
          </p:nvPr>
        </p:nvSpPr>
        <p:spPr>
          <a:xfrm>
            <a:off x="428623" y="4548851"/>
            <a:ext cx="3622941" cy="1528100"/>
          </a:xfrm>
        </p:spPr>
        <p:txBody>
          <a:bodyPr/>
          <a:lstStyle>
            <a:lvl1pPr>
              <a:defRPr/>
            </a:lvl1pPr>
          </a:lstStyle>
          <a:p>
            <a:pPr lvl="0"/>
            <a:r>
              <a:rPr lang="en-US" dirty="0"/>
              <a:t>Presentation title</a:t>
            </a:r>
          </a:p>
        </p:txBody>
      </p:sp>
      <p:sp>
        <p:nvSpPr>
          <p:cNvPr id="15" name="Text Placeholder 13">
            <a:extLst>
              <a:ext uri="{FF2B5EF4-FFF2-40B4-BE49-F238E27FC236}">
                <a16:creationId xmlns:a16="http://schemas.microsoft.com/office/drawing/2014/main" id="{0857F230-011F-060B-4FB1-562515D958C8}"/>
              </a:ext>
            </a:extLst>
          </p:cNvPr>
          <p:cNvSpPr>
            <a:spLocks noGrp="1"/>
          </p:cNvSpPr>
          <p:nvPr>
            <p:ph type="body" sz="quarter" idx="12" hasCustomPrompt="1"/>
          </p:nvPr>
        </p:nvSpPr>
        <p:spPr>
          <a:xfrm>
            <a:off x="4284529" y="2899336"/>
            <a:ext cx="3622941" cy="3177613"/>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dirty="0"/>
              <a:t>Text to come</a:t>
            </a:r>
          </a:p>
          <a:p>
            <a:pPr lvl="1"/>
            <a:r>
              <a:rPr lang="en-US" dirty="0"/>
              <a:t>Text to come</a:t>
            </a:r>
          </a:p>
        </p:txBody>
      </p:sp>
      <p:sp>
        <p:nvSpPr>
          <p:cNvPr id="17" name="Text Placeholder 13">
            <a:extLst>
              <a:ext uri="{FF2B5EF4-FFF2-40B4-BE49-F238E27FC236}">
                <a16:creationId xmlns:a16="http://schemas.microsoft.com/office/drawing/2014/main" id="{1A32E384-2A06-73AA-FF5C-EEF843B9C278}"/>
              </a:ext>
            </a:extLst>
          </p:cNvPr>
          <p:cNvSpPr>
            <a:spLocks noGrp="1"/>
          </p:cNvSpPr>
          <p:nvPr>
            <p:ph type="body" sz="quarter" idx="13" hasCustomPrompt="1"/>
          </p:nvPr>
        </p:nvSpPr>
        <p:spPr>
          <a:xfrm>
            <a:off x="8140436" y="2899336"/>
            <a:ext cx="3622941" cy="3177613"/>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dirty="0"/>
              <a:t>Text to come</a:t>
            </a:r>
          </a:p>
          <a:p>
            <a:pPr lvl="1"/>
            <a:r>
              <a:rPr lang="en-US" dirty="0"/>
              <a:t>Text to come</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9" name="Picture Placeholder 8">
            <a:extLst>
              <a:ext uri="{FF2B5EF4-FFF2-40B4-BE49-F238E27FC236}">
                <a16:creationId xmlns:a16="http://schemas.microsoft.com/office/drawing/2014/main" id="{74402166-D4C7-46DF-2D53-A61654BC1272}"/>
              </a:ext>
              <a:ext uri="{C183D7F6-B498-43B3-948B-1728B52AA6E4}">
                <adec:decorative xmlns:adec="http://schemas.microsoft.com/office/drawing/2017/decorative" val="1"/>
              </a:ext>
            </a:extLst>
          </p:cNvPr>
          <p:cNvSpPr>
            <a:spLocks noGrp="1"/>
          </p:cNvSpPr>
          <p:nvPr>
            <p:ph type="pic" sz="quarter" idx="10" hasCustomPrompt="1"/>
          </p:nvPr>
        </p:nvSpPr>
        <p:spPr>
          <a:xfrm>
            <a:off x="0" y="-2"/>
            <a:ext cx="12192000" cy="2743200"/>
          </a:xfrm>
        </p:spPr>
        <p:txBody>
          <a:bodyPr tIns="1280160" anchor="ctr"/>
          <a:lstStyle>
            <a:lvl1pPr marL="0" indent="0" algn="ctr">
              <a:spcAft>
                <a:spcPts val="0"/>
              </a:spcAft>
              <a:buNone/>
              <a:defRPr/>
            </a:lvl1pPr>
          </a:lstStyle>
          <a:p>
            <a:r>
              <a:rPr lang="en-US" dirty="0"/>
              <a:t>Click icon to add picture</a:t>
            </a:r>
            <a:br>
              <a:rPr lang="en-US" dirty="0"/>
            </a:br>
            <a:r>
              <a:rPr lang="en-US" dirty="0"/>
              <a:t>[Reading order of this slide is failing currently as you need to either label your image decorative]</a:t>
            </a:r>
          </a:p>
        </p:txBody>
      </p:sp>
      <p:pic>
        <p:nvPicPr>
          <p:cNvPr id="10" name="Graphic 9">
            <a:extLst>
              <a:ext uri="{FF2B5EF4-FFF2-40B4-BE49-F238E27FC236}">
                <a16:creationId xmlns:a16="http://schemas.microsoft.com/office/drawing/2014/main" id="{4BC43108-4F2C-DF07-1B76-A5BC5199721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428623" y="2899337"/>
            <a:ext cx="1536654" cy="1536654"/>
          </a:xfrm>
          <a:prstGeom prst="rect">
            <a:avLst/>
          </a:prstGeom>
        </p:spPr>
      </p:pic>
    </p:spTree>
    <p:extLst>
      <p:ext uri="{BB962C8B-B14F-4D97-AF65-F5344CB8AC3E}">
        <p14:creationId xmlns:p14="http://schemas.microsoft.com/office/powerpoint/2010/main" val="237062111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orizontal custom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77251B7-BDA4-7CFC-7E11-BE1B143D5B8A}"/>
              </a:ext>
            </a:extLst>
          </p:cNvPr>
          <p:cNvSpPr>
            <a:spLocks noGrp="1"/>
          </p:cNvSpPr>
          <p:nvPr>
            <p:ph type="title" hasCustomPrompt="1"/>
          </p:nvPr>
        </p:nvSpPr>
        <p:spPr>
          <a:xfrm>
            <a:off x="428623" y="3948242"/>
            <a:ext cx="3622941" cy="2128709"/>
          </a:xfrm>
        </p:spPr>
        <p:txBody>
          <a:bodyPr/>
          <a:lstStyle>
            <a:lvl1pPr>
              <a:defRPr sz="2800"/>
            </a:lvl1pPr>
          </a:lstStyle>
          <a:p>
            <a:pPr lvl="0"/>
            <a:r>
              <a:rPr lang="en-US" dirty="0"/>
              <a:t>Presentation title</a:t>
            </a:r>
          </a:p>
        </p:txBody>
      </p:sp>
      <p:sp>
        <p:nvSpPr>
          <p:cNvPr id="15" name="Text Placeholder 13">
            <a:extLst>
              <a:ext uri="{FF2B5EF4-FFF2-40B4-BE49-F238E27FC236}">
                <a16:creationId xmlns:a16="http://schemas.microsoft.com/office/drawing/2014/main" id="{0857F230-011F-060B-4FB1-562515D958C8}"/>
              </a:ext>
            </a:extLst>
          </p:cNvPr>
          <p:cNvSpPr>
            <a:spLocks noGrp="1"/>
          </p:cNvSpPr>
          <p:nvPr>
            <p:ph type="body" sz="quarter" idx="12" hasCustomPrompt="1"/>
          </p:nvPr>
        </p:nvSpPr>
        <p:spPr>
          <a:xfrm>
            <a:off x="4284529" y="2280214"/>
            <a:ext cx="3622941" cy="3796736"/>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dirty="0"/>
              <a:t>Text to come</a:t>
            </a:r>
          </a:p>
          <a:p>
            <a:pPr lvl="1"/>
            <a:r>
              <a:rPr lang="en-US" dirty="0"/>
              <a:t>Text to come</a:t>
            </a:r>
          </a:p>
        </p:txBody>
      </p:sp>
      <p:sp>
        <p:nvSpPr>
          <p:cNvPr id="17" name="Text Placeholder 13">
            <a:extLst>
              <a:ext uri="{FF2B5EF4-FFF2-40B4-BE49-F238E27FC236}">
                <a16:creationId xmlns:a16="http://schemas.microsoft.com/office/drawing/2014/main" id="{1A32E384-2A06-73AA-FF5C-EEF843B9C278}"/>
              </a:ext>
            </a:extLst>
          </p:cNvPr>
          <p:cNvSpPr>
            <a:spLocks noGrp="1"/>
          </p:cNvSpPr>
          <p:nvPr>
            <p:ph type="body" sz="quarter" idx="13" hasCustomPrompt="1"/>
          </p:nvPr>
        </p:nvSpPr>
        <p:spPr>
          <a:xfrm>
            <a:off x="8140436" y="2280214"/>
            <a:ext cx="3622941" cy="3796736"/>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dirty="0"/>
              <a:t>Text to come</a:t>
            </a:r>
          </a:p>
          <a:p>
            <a:pPr lvl="1"/>
            <a:r>
              <a:rPr lang="en-US" dirty="0"/>
              <a:t>Text to come</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16" name="Picture Placeholder 15">
            <a:extLst>
              <a:ext uri="{FF2B5EF4-FFF2-40B4-BE49-F238E27FC236}">
                <a16:creationId xmlns:a16="http://schemas.microsoft.com/office/drawing/2014/main" id="{06A16EC3-E042-9D3B-ABB3-350B46674C08}"/>
              </a:ext>
              <a:ext uri="{C183D7F6-B498-43B3-948B-1728B52AA6E4}">
                <adec:decorative xmlns:adec="http://schemas.microsoft.com/office/drawing/2017/decorative" val="1"/>
              </a:ext>
            </a:extLst>
          </p:cNvPr>
          <p:cNvSpPr>
            <a:spLocks noGrp="1"/>
          </p:cNvSpPr>
          <p:nvPr>
            <p:ph type="pic" sz="quarter" idx="10" hasCustomPrompt="1"/>
          </p:nvPr>
        </p:nvSpPr>
        <p:spPr>
          <a:xfrm>
            <a:off x="1" y="0"/>
            <a:ext cx="7936707" cy="2148840"/>
          </a:xfrm>
          <a:custGeom>
            <a:avLst/>
            <a:gdLst>
              <a:gd name="connsiteX0" fmla="*/ 0 w 7936707"/>
              <a:gd name="connsiteY0" fmla="*/ 0 h 2148840"/>
              <a:gd name="connsiteX1" fmla="*/ 7936707 w 7936707"/>
              <a:gd name="connsiteY1" fmla="*/ 0 h 2148840"/>
              <a:gd name="connsiteX2" fmla="*/ 7916112 w 7936707"/>
              <a:gd name="connsiteY2" fmla="*/ 152642 h 2148840"/>
              <a:gd name="connsiteX3" fmla="*/ 7772397 w 7936707"/>
              <a:gd name="connsiteY3" fmla="*/ 428627 h 2148840"/>
              <a:gd name="connsiteX4" fmla="*/ 7291388 w 7936707"/>
              <a:gd name="connsiteY4" fmla="*/ 645318 h 2148840"/>
              <a:gd name="connsiteX5" fmla="*/ 7292983 w 7936707"/>
              <a:gd name="connsiteY5" fmla="*/ 1076537 h 2148840"/>
              <a:gd name="connsiteX6" fmla="*/ 7179447 w 7936707"/>
              <a:gd name="connsiteY6" fmla="*/ 1084178 h 2148840"/>
              <a:gd name="connsiteX7" fmla="*/ 6527006 w 7936707"/>
              <a:gd name="connsiteY7" fmla="*/ 1400174 h 2148840"/>
              <a:gd name="connsiteX8" fmla="*/ 6241917 w 7936707"/>
              <a:gd name="connsiteY8" fmla="*/ 1943760 h 2148840"/>
              <a:gd name="connsiteX9" fmla="*/ 6220226 w 7936707"/>
              <a:gd name="connsiteY9" fmla="*/ 2148840 h 2148840"/>
              <a:gd name="connsiteX10" fmla="*/ 0 w 7936707"/>
              <a:gd name="connsiteY10" fmla="*/ 2148840 h 214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36707" h="2148840">
                <a:moveTo>
                  <a:pt x="0" y="0"/>
                </a:moveTo>
                <a:lnTo>
                  <a:pt x="7936707" y="0"/>
                </a:lnTo>
                <a:lnTo>
                  <a:pt x="7916112" y="152642"/>
                </a:lnTo>
                <a:cubicBezTo>
                  <a:pt x="7880150" y="293192"/>
                  <a:pt x="7806627" y="394397"/>
                  <a:pt x="7772397" y="428627"/>
                </a:cubicBezTo>
                <a:cubicBezTo>
                  <a:pt x="7726757" y="474267"/>
                  <a:pt x="7599362" y="630237"/>
                  <a:pt x="7291388" y="645318"/>
                </a:cubicBezTo>
                <a:lnTo>
                  <a:pt x="7292983" y="1076537"/>
                </a:lnTo>
                <a:lnTo>
                  <a:pt x="7179447" y="1084178"/>
                </a:lnTo>
                <a:cubicBezTo>
                  <a:pt x="6913730" y="1115401"/>
                  <a:pt x="6694389" y="1234878"/>
                  <a:pt x="6527006" y="1400174"/>
                </a:cubicBezTo>
                <a:cubicBezTo>
                  <a:pt x="6383536" y="1541857"/>
                  <a:pt x="6283809" y="1737115"/>
                  <a:pt x="6241917" y="1943760"/>
                </a:cubicBezTo>
                <a:lnTo>
                  <a:pt x="6220226" y="2148840"/>
                </a:lnTo>
                <a:lnTo>
                  <a:pt x="0" y="2148840"/>
                </a:lnTo>
                <a:close/>
              </a:path>
            </a:pathLst>
          </a:custGeom>
        </p:spPr>
        <p:txBody>
          <a:bodyPr wrap="square" tIns="1371600" anchor="ctr">
            <a:noAutofit/>
          </a:bodyPr>
          <a:lstStyle>
            <a:lvl1pPr marL="0" indent="0" algn="ctr">
              <a:spcAft>
                <a:spcPts val="0"/>
              </a:spcAft>
              <a:buNone/>
              <a:defRPr sz="1400"/>
            </a:lvl1pPr>
          </a:lstStyle>
          <a:p>
            <a:r>
              <a:rPr lang="en-US" dirty="0"/>
              <a:t>Click icon to add picture</a:t>
            </a:r>
            <a:br>
              <a:rPr lang="en-US" dirty="0"/>
            </a:br>
            <a:r>
              <a:rPr lang="en-US" dirty="0"/>
              <a:t>[Reading order of this slide is failing currently as</a:t>
            </a:r>
            <a:br>
              <a:rPr lang="en-US" dirty="0"/>
            </a:br>
            <a:r>
              <a:rPr lang="en-US" dirty="0"/>
              <a:t>you need to either label your image decorative]</a:t>
            </a:r>
          </a:p>
        </p:txBody>
      </p:sp>
      <p:grpSp>
        <p:nvGrpSpPr>
          <p:cNvPr id="6" name="Group 5">
            <a:extLst>
              <a:ext uri="{FF2B5EF4-FFF2-40B4-BE49-F238E27FC236}">
                <a16:creationId xmlns:a16="http://schemas.microsoft.com/office/drawing/2014/main" id="{98028403-CA56-3044-0754-28BCEA1221EF}"/>
              </a:ext>
              <a:ext uri="{C183D7F6-B498-43B3-948B-1728B52AA6E4}">
                <adec:decorative xmlns:adec="http://schemas.microsoft.com/office/drawing/2017/decorative" val="1"/>
              </a:ext>
            </a:extLst>
          </p:cNvPr>
          <p:cNvGrpSpPr/>
          <p:nvPr userDrawn="1"/>
        </p:nvGrpSpPr>
        <p:grpSpPr>
          <a:xfrm>
            <a:off x="428623" y="0"/>
            <a:ext cx="7937782" cy="3816868"/>
            <a:chOff x="428623" y="0"/>
            <a:chExt cx="7937782" cy="3816868"/>
          </a:xfrm>
        </p:grpSpPr>
        <p:pic>
          <p:nvPicPr>
            <p:cNvPr id="10" name="Graphic 9">
              <a:extLst>
                <a:ext uri="{FF2B5EF4-FFF2-40B4-BE49-F238E27FC236}">
                  <a16:creationId xmlns:a16="http://schemas.microsoft.com/office/drawing/2014/main" id="{4BC43108-4F2C-DF07-1B76-A5BC5199721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428623" y="2280214"/>
              <a:ext cx="1536654" cy="1536654"/>
            </a:xfrm>
            <a:prstGeom prst="rect">
              <a:avLst/>
            </a:prstGeom>
          </p:spPr>
        </p:pic>
        <p:pic>
          <p:nvPicPr>
            <p:cNvPr id="3" name="Graphic 2">
              <a:extLst>
                <a:ext uri="{FF2B5EF4-FFF2-40B4-BE49-F238E27FC236}">
                  <a16:creationId xmlns:a16="http://schemas.microsoft.com/office/drawing/2014/main" id="{9FB87B71-100B-41E3-AFCA-8DDCC0E4D60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7291985" y="0"/>
              <a:ext cx="1074420" cy="1074420"/>
            </a:xfrm>
            <a:prstGeom prst="rect">
              <a:avLst/>
            </a:prstGeom>
          </p:spPr>
        </p:pic>
        <p:pic>
          <p:nvPicPr>
            <p:cNvPr id="4" name="Graphic 3">
              <a:extLst>
                <a:ext uri="{FF2B5EF4-FFF2-40B4-BE49-F238E27FC236}">
                  <a16:creationId xmlns:a16="http://schemas.microsoft.com/office/drawing/2014/main" id="{3C478359-C705-F6C2-2562-F7E6ECCBC5A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V="1">
              <a:off x="6217565" y="1074420"/>
              <a:ext cx="1074420" cy="1074420"/>
            </a:xfrm>
            <a:prstGeom prst="rect">
              <a:avLst/>
            </a:prstGeom>
          </p:spPr>
        </p:pic>
      </p:grpSp>
    </p:spTree>
    <p:extLst>
      <p:ext uri="{BB962C8B-B14F-4D97-AF65-F5344CB8AC3E}">
        <p14:creationId xmlns:p14="http://schemas.microsoft.com/office/powerpoint/2010/main" val="237131809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ustomer use ca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5" y="291451"/>
            <a:ext cx="10217944" cy="912315"/>
          </a:xfrm>
        </p:spPr>
        <p:txBody>
          <a:bodyPr/>
          <a:lstStyle>
            <a:lvl1pPr>
              <a:defRPr/>
            </a:lvl1pPr>
          </a:lstStyle>
          <a:p>
            <a:r>
              <a:rPr lang="en-US" noProof="0" dirty="0"/>
              <a:t>Customer Name or “Leading Company in Industry” 3</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6" y="709990"/>
            <a:ext cx="10217944"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914400" rtl="0" eaLnBrk="1" fontAlgn="auto" latinLnBrk="0" hangingPunct="1">
              <a:lnSpc>
                <a:spcPct val="100000"/>
              </a:lnSpc>
              <a:spcBef>
                <a:spcPts val="0"/>
              </a:spcBef>
              <a:spcAft>
                <a:spcPts val="400"/>
              </a:spcAft>
              <a:buClr>
                <a:srgbClr val="FFFFFF"/>
              </a:buClr>
              <a:buSzPct val="100000"/>
              <a:buFont typeface="Arial" panose="020B0604020202020204" pitchFamily="34" charset="0"/>
              <a:buNone/>
              <a:tabLst/>
              <a:defRPr/>
            </a:pPr>
            <a:r>
              <a:rPr lang="en-US" noProof="0" dirty="0"/>
              <a:t>Project Name / Short Project Description</a:t>
            </a:r>
          </a:p>
        </p:txBody>
      </p:sp>
      <p:sp>
        <p:nvSpPr>
          <p:cNvPr id="20" name="Text Placeholder 19">
            <a:extLst>
              <a:ext uri="{FF2B5EF4-FFF2-40B4-BE49-F238E27FC236}">
                <a16:creationId xmlns:a16="http://schemas.microsoft.com/office/drawing/2014/main" id="{16E3656E-2604-07A1-7264-51DBED1E9925}"/>
              </a:ext>
            </a:extLst>
          </p:cNvPr>
          <p:cNvSpPr>
            <a:spLocks noGrp="1"/>
          </p:cNvSpPr>
          <p:nvPr>
            <p:ph type="body" sz="quarter" idx="43" hasCustomPrompt="1"/>
          </p:nvPr>
        </p:nvSpPr>
        <p:spPr>
          <a:xfrm>
            <a:off x="428624" y="1448539"/>
            <a:ext cx="11346324" cy="685800"/>
          </a:xfrm>
        </p:spPr>
        <p:txBody>
          <a:bodyPr/>
          <a:lstStyle>
            <a:lvl1pPr marL="0" indent="0">
              <a:buFontTx/>
              <a:buNone/>
              <a:defRPr sz="1400">
                <a:latin typeface="+mn-lt"/>
              </a:defRPr>
            </a:lvl1pPr>
            <a:lvl2pPr marL="228600" indent="0">
              <a:buFontTx/>
              <a:buNone/>
              <a:defRPr sz="1400">
                <a:latin typeface="+mn-lt"/>
              </a:defRPr>
            </a:lvl2pPr>
            <a:lvl3pPr marL="457200" indent="0">
              <a:buFontTx/>
              <a:buNone/>
              <a:defRPr sz="1400">
                <a:latin typeface="+mn-lt"/>
              </a:defRPr>
            </a:lvl3pPr>
            <a:lvl4pPr marL="685800" indent="0">
              <a:buFontTx/>
              <a:buNone/>
              <a:defRPr sz="1400">
                <a:latin typeface="+mn-lt"/>
              </a:defRPr>
            </a:lvl4pPr>
            <a:lvl5pPr>
              <a:buFontTx/>
              <a:buNone/>
              <a:defRPr sz="1400">
                <a:latin typeface="+mn-lt"/>
              </a:defRPr>
            </a:lvl5pPr>
          </a:lstStyle>
          <a:p>
            <a:pPr lvl="0"/>
            <a:r>
              <a:rPr lang="en-US" dirty="0"/>
              <a:t>Client description</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1059542" y="2273528"/>
            <a:ext cx="2935241" cy="548640"/>
          </a:xfrm>
        </p:spPr>
        <p:txBody>
          <a:bodyPr anchor="ctr"/>
          <a:lstStyle>
            <a:lvl1pPr marL="0" indent="0">
              <a:spcAft>
                <a:spcPts val="0"/>
              </a:spcAft>
              <a:buNone/>
              <a:defRPr sz="1800">
                <a:solidFill>
                  <a:schemeClr val="accent1"/>
                </a:solidFill>
                <a:latin typeface="+mj-lt"/>
              </a:defRPr>
            </a:lvl1pPr>
          </a:lstStyle>
          <a:p>
            <a:r>
              <a:rPr lang="en-IN" dirty="0"/>
              <a:t>Challenge</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dirty="0"/>
              <a:t>Level 01</a:t>
            </a:r>
          </a:p>
          <a:p>
            <a:pPr lvl="1"/>
            <a:r>
              <a:rPr lang="en-US" noProof="0" dirty="0"/>
              <a:t>Level 02</a:t>
            </a:r>
          </a:p>
          <a:p>
            <a:pPr lvl="2"/>
            <a:r>
              <a:rPr lang="en-US" noProof="0" dirty="0"/>
              <a:t>Level 03</a:t>
            </a:r>
          </a:p>
          <a:p>
            <a:pPr lvl="3"/>
            <a:r>
              <a:rPr lang="en-US" noProof="0" dirty="0"/>
              <a:t>Level 04</a:t>
            </a:r>
          </a:p>
        </p:txBody>
      </p: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949625" y="2273528"/>
            <a:ext cx="2935241" cy="548640"/>
          </a:xfrm>
        </p:spPr>
        <p:txBody>
          <a:bodyPr anchor="ctr"/>
          <a:lstStyle>
            <a:lvl1pPr marL="0" indent="0">
              <a:spcAft>
                <a:spcPts val="0"/>
              </a:spcAft>
              <a:buNone/>
              <a:defRPr sz="1800">
                <a:solidFill>
                  <a:schemeClr val="accent1"/>
                </a:solidFill>
                <a:latin typeface="+mj-lt"/>
              </a:defRPr>
            </a:lvl1pPr>
          </a:lstStyle>
          <a:p>
            <a:r>
              <a:rPr lang="en-IN" dirty="0"/>
              <a:t>Solution</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dirty="0"/>
              <a:t>Level 01</a:t>
            </a:r>
          </a:p>
          <a:p>
            <a:pPr lvl="1"/>
            <a:r>
              <a:rPr lang="en-US" noProof="0" dirty="0"/>
              <a:t>Level 02</a:t>
            </a:r>
          </a:p>
          <a:p>
            <a:pPr lvl="2"/>
            <a:r>
              <a:rPr lang="en-US" noProof="0" dirty="0"/>
              <a:t>Level 03</a:t>
            </a:r>
          </a:p>
          <a:p>
            <a:pPr lvl="3"/>
            <a:r>
              <a:rPr lang="en-US" noProof="0" dirty="0"/>
              <a:t>Level 04</a:t>
            </a:r>
          </a:p>
        </p:txBody>
      </p: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839708" y="2273528"/>
            <a:ext cx="2935241" cy="548640"/>
          </a:xfrm>
        </p:spPr>
        <p:txBody>
          <a:bodyPr anchor="ctr"/>
          <a:lstStyle>
            <a:lvl1pPr marL="0" indent="0">
              <a:spcAft>
                <a:spcPts val="0"/>
              </a:spcAft>
              <a:buNone/>
              <a:defRPr sz="1800">
                <a:solidFill>
                  <a:schemeClr val="accent1"/>
                </a:solidFill>
                <a:latin typeface="+mj-lt"/>
              </a:defRPr>
            </a:lvl1pPr>
          </a:lstStyle>
          <a:p>
            <a:r>
              <a:rPr lang="en-IN" dirty="0"/>
              <a:t>Business benefits</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dirty="0"/>
              <a:t>Level 01</a:t>
            </a:r>
          </a:p>
          <a:p>
            <a:pPr lvl="1"/>
            <a:r>
              <a:rPr lang="en-US" noProof="0" dirty="0"/>
              <a:t>Level 02</a:t>
            </a:r>
          </a:p>
          <a:p>
            <a:pPr lvl="2"/>
            <a:r>
              <a:rPr lang="en-US" noProof="0" dirty="0"/>
              <a:t>Level 03</a:t>
            </a:r>
          </a:p>
          <a:p>
            <a:pPr lvl="3"/>
            <a:r>
              <a:rPr lang="en-US" noProof="0" dirty="0"/>
              <a:t>Level 04</a:t>
            </a:r>
          </a:p>
        </p:txBody>
      </p:sp>
      <p:sp>
        <p:nvSpPr>
          <p:cNvPr id="3" name="Slide Number Placeholder 5">
            <a:extLst>
              <a:ext uri="{FF2B5EF4-FFF2-40B4-BE49-F238E27FC236}">
                <a16:creationId xmlns:a16="http://schemas.microsoft.com/office/drawing/2014/main" id="{86B26CC1-EC68-EFF1-594A-E7D62DC165B8}"/>
              </a:ext>
            </a:extLst>
          </p:cNvPr>
          <p:cNvSpPr>
            <a:spLocks noGrp="1"/>
          </p:cNvSpPr>
          <p:nvPr userDrawn="1">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
        <p:nvSpPr>
          <p:cNvPr id="19" name="internal use only">
            <a:extLst>
              <a:ext uri="{FF2B5EF4-FFF2-40B4-BE49-F238E27FC236}">
                <a16:creationId xmlns:a16="http://schemas.microsoft.com/office/drawing/2014/main" id="{01155420-5447-22ED-0B97-FFAF06EAB069}"/>
              </a:ext>
            </a:extLst>
          </p:cNvPr>
          <p:cNvSpPr txBox="1"/>
          <p:nvPr userDrawn="1"/>
        </p:nvSpPr>
        <p:spPr>
          <a:xfrm>
            <a:off x="4789859" y="6347606"/>
            <a:ext cx="1371600" cy="276999"/>
          </a:xfrm>
          <a:prstGeom prst="rect">
            <a:avLst/>
          </a:prstGeom>
          <a:solidFill>
            <a:schemeClr val="accent3"/>
          </a:solidFill>
          <a:ln>
            <a:noFill/>
          </a:ln>
        </p:spPr>
        <p:txBody>
          <a:bodyPr wrap="square" lIns="45720" tIns="45720" rIns="45720" bIns="45720" rtlCol="0" anchor="ctr">
            <a:spAutoFit/>
          </a:bodyPr>
          <a:lstStyle>
            <a:defPPr>
              <a:defRPr lang="en-US"/>
            </a:defPPr>
            <a:lvl1pPr marR="0" lvl="0" indent="0" algn="ctr" fontAlgn="auto">
              <a:lnSpc>
                <a:spcPct val="100000"/>
              </a:lnSpc>
              <a:spcBef>
                <a:spcPts val="0"/>
              </a:spcBef>
              <a:spcAft>
                <a:spcPts val="0"/>
              </a:spcAft>
              <a:buClrTx/>
              <a:buSzTx/>
              <a:buFontTx/>
              <a:buNone/>
              <a:tabLst/>
              <a:defRPr sz="1200">
                <a:solidFill>
                  <a:srgbClr val="FFFFFF"/>
                </a:solidFill>
              </a:defRPr>
            </a:lvl1pPr>
          </a:lstStyle>
          <a:p>
            <a:r>
              <a:rPr lang="en-US" dirty="0">
                <a:solidFill>
                  <a:schemeClr val="bg1"/>
                </a:solidFill>
              </a:rPr>
              <a:t>Atos Portfolio L1</a:t>
            </a:r>
          </a:p>
        </p:txBody>
      </p:sp>
      <p:sp>
        <p:nvSpPr>
          <p:cNvPr id="21" name="internal use only">
            <a:extLst>
              <a:ext uri="{FF2B5EF4-FFF2-40B4-BE49-F238E27FC236}">
                <a16:creationId xmlns:a16="http://schemas.microsoft.com/office/drawing/2014/main" id="{028F9F4E-5FDF-D2FA-E8CF-E280BC09AD98}"/>
              </a:ext>
            </a:extLst>
          </p:cNvPr>
          <p:cNvSpPr txBox="1"/>
          <p:nvPr userDrawn="1"/>
        </p:nvSpPr>
        <p:spPr>
          <a:xfrm>
            <a:off x="6263056" y="6347604"/>
            <a:ext cx="2153208" cy="276999"/>
          </a:xfrm>
          <a:prstGeom prst="rect">
            <a:avLst/>
          </a:prstGeom>
          <a:solidFill>
            <a:schemeClr val="accent1"/>
          </a:solidFill>
          <a:ln>
            <a:noFill/>
          </a:ln>
        </p:spPr>
        <p:txBody>
          <a:bodyPr wrap="square" lIns="45720" tIns="45720" rIns="4572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Atos Portfolio L2 (optional)</a:t>
            </a:r>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22" name="internal use only">
            <a:extLst>
              <a:ext uri="{FF2B5EF4-FFF2-40B4-BE49-F238E27FC236}">
                <a16:creationId xmlns:a16="http://schemas.microsoft.com/office/drawing/2014/main" id="{F33C5A73-D06E-7E4A-D948-24044C841C39}"/>
              </a:ext>
            </a:extLst>
          </p:cNvPr>
          <p:cNvSpPr txBox="1"/>
          <p:nvPr userDrawn="1"/>
        </p:nvSpPr>
        <p:spPr>
          <a:xfrm>
            <a:off x="8517861" y="6339094"/>
            <a:ext cx="1371600" cy="276999"/>
          </a:xfrm>
          <a:prstGeom prst="rect">
            <a:avLst/>
          </a:prstGeom>
          <a:noFill/>
          <a:ln w="12700">
            <a:solidFill>
              <a:schemeClr val="accent3"/>
            </a:solidFill>
          </a:ln>
        </p:spPr>
        <p:txBody>
          <a:bodyPr wrap="square" lIns="45720" tIns="45720" rIns="4572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3"/>
                </a:solidFill>
                <a:effectLst/>
                <a:uLnTx/>
                <a:uFillTx/>
                <a:latin typeface="+mn-lt"/>
                <a:ea typeface="+mn-ea"/>
                <a:cs typeface="+mn-cs"/>
              </a:rPr>
              <a:t>External use  </a:t>
            </a:r>
          </a:p>
        </p:txBody>
      </p:sp>
      <p:grpSp>
        <p:nvGrpSpPr>
          <p:cNvPr id="10" name="Group 9">
            <a:extLst>
              <a:ext uri="{FF2B5EF4-FFF2-40B4-BE49-F238E27FC236}">
                <a16:creationId xmlns:a16="http://schemas.microsoft.com/office/drawing/2014/main" id="{B775A699-A18D-BB21-EF78-E5C6F2A0665E}"/>
              </a:ext>
              <a:ext uri="{C183D7F6-B498-43B3-948B-1728B52AA6E4}">
                <adec:decorative xmlns:adec="http://schemas.microsoft.com/office/drawing/2017/decorative" val="1"/>
              </a:ext>
            </a:extLst>
          </p:cNvPr>
          <p:cNvGrpSpPr/>
          <p:nvPr userDrawn="1"/>
        </p:nvGrpSpPr>
        <p:grpSpPr>
          <a:xfrm>
            <a:off x="4153852" y="2273528"/>
            <a:ext cx="3892977" cy="3803422"/>
            <a:chOff x="4153852" y="1446213"/>
            <a:chExt cx="3892977" cy="4630737"/>
          </a:xfrm>
        </p:grpSpPr>
        <p:cxnSp>
          <p:nvCxnSpPr>
            <p:cNvPr id="7" name="Straight Connector 6">
              <a:extLst>
                <a:ext uri="{FF2B5EF4-FFF2-40B4-BE49-F238E27FC236}">
                  <a16:creationId xmlns:a16="http://schemas.microsoft.com/office/drawing/2014/main" id="{8055F457-6C59-9205-5BC8-37A6E312F763}"/>
                </a:ext>
                <a:ext uri="{C183D7F6-B498-43B3-948B-1728B52AA6E4}">
                  <adec:decorative xmlns:adec="http://schemas.microsoft.com/office/drawing/2017/decorative" val="1"/>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317E02-C121-6BA0-DE8E-02D7575D7C7C}"/>
                </a:ext>
                <a:ext uri="{C183D7F6-B498-43B3-948B-1728B52AA6E4}">
                  <adec:decorative xmlns:adec="http://schemas.microsoft.com/office/drawing/2017/decorative" val="1"/>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13" name="Picture Placeholder 12">
            <a:extLst>
              <a:ext uri="{FF2B5EF4-FFF2-40B4-BE49-F238E27FC236}">
                <a16:creationId xmlns:a16="http://schemas.microsoft.com/office/drawing/2014/main" id="{A3671B79-3EC2-65ED-38A8-41F17F6B9984}"/>
              </a:ext>
              <a:ext uri="{C183D7F6-B498-43B3-948B-1728B52AA6E4}">
                <adec:decorative xmlns:adec="http://schemas.microsoft.com/office/drawing/2017/decorative" val="1"/>
              </a:ext>
            </a:extLst>
          </p:cNvPr>
          <p:cNvSpPr>
            <a:spLocks noGrp="1"/>
          </p:cNvSpPr>
          <p:nvPr userDrawn="1">
            <p:ph type="pic" sz="quarter" idx="42" hasCustomPrompt="1"/>
          </p:nvPr>
        </p:nvSpPr>
        <p:spPr>
          <a:xfrm>
            <a:off x="10731500" y="291451"/>
            <a:ext cx="1033272" cy="912315"/>
          </a:xfrm>
        </p:spPr>
        <p:txBody>
          <a:bodyPr bIns="18288" anchor="b"/>
          <a:lstStyle>
            <a:lvl1pPr marL="0" indent="0" algn="ctr">
              <a:buNone/>
              <a:defRPr sz="1100"/>
            </a:lvl1pPr>
          </a:lstStyle>
          <a:p>
            <a:r>
              <a:rPr lang="en-US" dirty="0"/>
              <a:t>Click icon to add logo</a:t>
            </a:r>
          </a:p>
        </p:txBody>
      </p:sp>
      <p:grpSp>
        <p:nvGrpSpPr>
          <p:cNvPr id="17" name="Group 16">
            <a:extLst>
              <a:ext uri="{FF2B5EF4-FFF2-40B4-BE49-F238E27FC236}">
                <a16:creationId xmlns:a16="http://schemas.microsoft.com/office/drawing/2014/main" id="{109FA632-2867-FF12-3F3B-EF231A97B567}"/>
              </a:ext>
              <a:ext uri="{C183D7F6-B498-43B3-948B-1728B52AA6E4}">
                <adec:decorative xmlns:adec="http://schemas.microsoft.com/office/drawing/2017/decorative" val="1"/>
              </a:ext>
            </a:extLst>
          </p:cNvPr>
          <p:cNvGrpSpPr/>
          <p:nvPr userDrawn="1"/>
        </p:nvGrpSpPr>
        <p:grpSpPr>
          <a:xfrm>
            <a:off x="324627" y="2152824"/>
            <a:ext cx="8520069" cy="751546"/>
            <a:chOff x="324627" y="2152824"/>
            <a:chExt cx="8520069" cy="751546"/>
          </a:xfrm>
        </p:grpSpPr>
        <p:pic>
          <p:nvPicPr>
            <p:cNvPr id="11" name="Image 25" descr="Une image contenant Graphique, symbole, logo, cercle&#10;&#10;Description générée automatiquement">
              <a:extLst>
                <a:ext uri="{FF2B5EF4-FFF2-40B4-BE49-F238E27FC236}">
                  <a16:creationId xmlns:a16="http://schemas.microsoft.com/office/drawing/2014/main" id="{4193AB0D-E43A-4E8F-0DC6-7A92C372BE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2590" y="2192264"/>
              <a:ext cx="712106" cy="712106"/>
            </a:xfrm>
            <a:prstGeom prst="rect">
              <a:avLst/>
            </a:prstGeom>
          </p:spPr>
        </p:pic>
        <p:pic>
          <p:nvPicPr>
            <p:cNvPr id="14" name="Image 27" descr="Une image contenant Graphique, symbole, logo, Police&#10;&#10;Description générée automatiquement">
              <a:extLst>
                <a:ext uri="{FF2B5EF4-FFF2-40B4-BE49-F238E27FC236}">
                  <a16:creationId xmlns:a16="http://schemas.microsoft.com/office/drawing/2014/main" id="{0968E7AA-E813-3568-2FA4-2B71A09604A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28298" y="2169404"/>
              <a:ext cx="712106" cy="712106"/>
            </a:xfrm>
            <a:prstGeom prst="rect">
              <a:avLst/>
            </a:prstGeom>
          </p:spPr>
        </p:pic>
        <p:pic>
          <p:nvPicPr>
            <p:cNvPr id="15" name="Image 29" descr="Une image contenant Graphique, symbole, Police, graphisme&#10;&#10;Description générée automatiquement">
              <a:extLst>
                <a:ext uri="{FF2B5EF4-FFF2-40B4-BE49-F238E27FC236}">
                  <a16:creationId xmlns:a16="http://schemas.microsoft.com/office/drawing/2014/main" id="{7F86DC0E-1477-1A82-B5C3-6B6A2C31CB4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24627" y="2152824"/>
              <a:ext cx="712106" cy="710331"/>
            </a:xfrm>
            <a:prstGeom prst="rect">
              <a:avLst/>
            </a:prstGeom>
          </p:spPr>
        </p:pic>
      </p:grpSp>
    </p:spTree>
    <p:extLst>
      <p:ext uri="{BB962C8B-B14F-4D97-AF65-F5344CB8AC3E}">
        <p14:creationId xmlns:p14="http://schemas.microsoft.com/office/powerpoint/2010/main" val="24688819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0EEAF6F-C479-0460-933D-9A1AE8B05440}"/>
              </a:ext>
              <a:ext uri="{C183D7F6-B498-43B3-948B-1728B52AA6E4}">
                <adec:decorative xmlns:adec="http://schemas.microsoft.com/office/drawing/2017/decorative" val="1"/>
              </a:ext>
            </a:extLst>
          </p:cNvPr>
          <p:cNvGrpSpPr/>
          <p:nvPr userDrawn="1"/>
        </p:nvGrpSpPr>
        <p:grpSpPr>
          <a:xfrm>
            <a:off x="0" y="0"/>
            <a:ext cx="12192000" cy="2235997"/>
            <a:chOff x="0" y="0"/>
            <a:chExt cx="12192000" cy="2235997"/>
          </a:xfrm>
        </p:grpSpPr>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a:spLocks/>
            </p:cNvSpPr>
            <p:nvPr userDrawn="1"/>
          </p:nvSpPr>
          <p:spPr>
            <a:xfrm>
              <a:off x="0" y="0"/>
              <a:ext cx="12192000" cy="114774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4" name="Group 13">
              <a:extLst>
                <a:ext uri="{FF2B5EF4-FFF2-40B4-BE49-F238E27FC236}">
                  <a16:creationId xmlns:a16="http://schemas.microsoft.com/office/drawing/2014/main" id="{87EF5BB1-9EC5-C075-5CF1-D55B8363DFE7}"/>
                </a:ext>
                <a:ext uri="{C183D7F6-B498-43B3-948B-1728B52AA6E4}">
                  <adec:decorative xmlns:adec="http://schemas.microsoft.com/office/drawing/2017/decorative" val="1"/>
                </a:ext>
              </a:extLst>
            </p:cNvPr>
            <p:cNvGrpSpPr/>
            <p:nvPr userDrawn="1"/>
          </p:nvGrpSpPr>
          <p:grpSpPr>
            <a:xfrm>
              <a:off x="436910" y="61381"/>
              <a:ext cx="2174616" cy="2174616"/>
              <a:chOff x="428625" y="688572"/>
              <a:chExt cx="5398972" cy="5398972"/>
            </a:xfrm>
          </p:grpSpPr>
          <p:sp>
            <p:nvSpPr>
              <p:cNvPr id="10" name="Graphic 12">
                <a:extLst>
                  <a:ext uri="{FF2B5EF4-FFF2-40B4-BE49-F238E27FC236}">
                    <a16:creationId xmlns:a16="http://schemas.microsoft.com/office/drawing/2014/main" id="{867E329A-F569-FD2D-40BC-C949E9EC7C6C}"/>
                  </a:ext>
                  <a:ext uri="{C183D7F6-B498-43B3-948B-1728B52AA6E4}">
                    <adec:decorative xmlns:adec="http://schemas.microsoft.com/office/drawing/2017/decorative" val="1"/>
                  </a:ext>
                </a:extLst>
              </p:cNvPr>
              <p:cNvSpPr/>
              <p:nvPr/>
            </p:nvSpPr>
            <p:spPr>
              <a:xfrm rot="5400000">
                <a:off x="3128111" y="688572"/>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2"/>
              </a:solidFill>
              <a:ln w="2246" cap="flat">
                <a:noFill/>
                <a:prstDash val="solid"/>
                <a:miter/>
              </a:ln>
            </p:spPr>
            <p:txBody>
              <a:bodyPr rtlCol="0" anchor="ctr"/>
              <a:lstStyle/>
              <a:p>
                <a:endParaRPr lang="en-US" noProof="0"/>
              </a:p>
            </p:txBody>
          </p:sp>
          <p:sp>
            <p:nvSpPr>
              <p:cNvPr id="11" name="Graphic 11">
                <a:extLst>
                  <a:ext uri="{FF2B5EF4-FFF2-40B4-BE49-F238E27FC236}">
                    <a16:creationId xmlns:a16="http://schemas.microsoft.com/office/drawing/2014/main" id="{DDD74B7C-D695-9400-9632-BD81C62538EB}"/>
                  </a:ext>
                  <a:ext uri="{C183D7F6-B498-43B3-948B-1728B52AA6E4}">
                    <adec:decorative xmlns:adec="http://schemas.microsoft.com/office/drawing/2017/decorative" val="1"/>
                  </a:ext>
                </a:extLst>
              </p:cNvPr>
              <p:cNvSpPr/>
              <p:nvPr/>
            </p:nvSpPr>
            <p:spPr>
              <a:xfrm rot="16200000">
                <a:off x="428625" y="3388058"/>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1"/>
              </a:solidFill>
              <a:ln w="2246" cap="flat">
                <a:noFill/>
                <a:prstDash val="solid"/>
                <a:miter/>
              </a:ln>
            </p:spPr>
            <p:txBody>
              <a:bodyPr rtlCol="0" anchor="ctr"/>
              <a:lstStyle/>
              <a:p>
                <a:endParaRPr lang="en-US" noProof="0"/>
              </a:p>
            </p:txBody>
          </p:sp>
        </p:grpSp>
      </p:grpSp>
      <p:sp>
        <p:nvSpPr>
          <p:cNvPr id="3" name="Title 2">
            <a:extLst>
              <a:ext uri="{FF2B5EF4-FFF2-40B4-BE49-F238E27FC236}">
                <a16:creationId xmlns:a16="http://schemas.microsoft.com/office/drawing/2014/main" id="{AC6A2842-98CF-DBDF-5B71-0947B0AD63D5}"/>
              </a:ext>
            </a:extLst>
          </p:cNvPr>
          <p:cNvSpPr>
            <a:spLocks noGrp="1"/>
          </p:cNvSpPr>
          <p:nvPr>
            <p:ph type="title" hasCustomPrompt="1"/>
          </p:nvPr>
        </p:nvSpPr>
        <p:spPr>
          <a:xfrm>
            <a:off x="2772016" y="216497"/>
            <a:ext cx="7124338" cy="387705"/>
          </a:xfrm>
        </p:spPr>
        <p:txBody>
          <a:bodyPr/>
          <a:lstStyle>
            <a:lvl1pPr>
              <a:defRPr sz="2400">
                <a:solidFill>
                  <a:schemeClr val="bg1"/>
                </a:solidFill>
              </a:defRPr>
            </a:lvl1pPr>
          </a:lstStyle>
          <a:p>
            <a:r>
              <a:rPr lang="en-US" noProof="0" dirty="0"/>
              <a:t>Click to enter consultant’s name</a:t>
            </a:r>
          </a:p>
        </p:txBody>
      </p:sp>
      <p:sp>
        <p:nvSpPr>
          <p:cNvPr id="27" name="Text Placeholder 26">
            <a:extLst>
              <a:ext uri="{FF2B5EF4-FFF2-40B4-BE49-F238E27FC236}">
                <a16:creationId xmlns:a16="http://schemas.microsoft.com/office/drawing/2014/main" id="{5C537275-6DEE-641D-F9A0-865D8402FAC1}"/>
              </a:ext>
            </a:extLst>
          </p:cNvPr>
          <p:cNvSpPr>
            <a:spLocks noGrp="1"/>
          </p:cNvSpPr>
          <p:nvPr>
            <p:ph type="body" sz="quarter" idx="29" hasCustomPrompt="1"/>
          </p:nvPr>
        </p:nvSpPr>
        <p:spPr>
          <a:xfrm>
            <a:off x="2772017" y="607046"/>
            <a:ext cx="7124338" cy="414511"/>
          </a:xfrm>
        </p:spPr>
        <p:txBody>
          <a:bodyPr anchor="t"/>
          <a:lstStyle>
            <a:lvl1pPr marL="0" indent="0">
              <a:buNone/>
              <a:defRPr sz="1800">
                <a:solidFill>
                  <a:srgbClr val="3DC7FF"/>
                </a:solidFill>
                <a:latin typeface="+mj-lt"/>
              </a:defRPr>
            </a:lvl1pPr>
          </a:lstStyle>
          <a:p>
            <a:pPr lvl="0"/>
            <a:r>
              <a:rPr lang="en-US" noProof="0" dirty="0"/>
              <a:t>Click to enter role</a:t>
            </a:r>
          </a:p>
        </p:txBody>
      </p:sp>
      <p:sp>
        <p:nvSpPr>
          <p:cNvPr id="2" name="Text Placeholder 26">
            <a:extLst>
              <a:ext uri="{FF2B5EF4-FFF2-40B4-BE49-F238E27FC236}">
                <a16:creationId xmlns:a16="http://schemas.microsoft.com/office/drawing/2014/main" id="{7084BAAC-A14B-0D20-2A26-C8D646B16BBA}"/>
              </a:ext>
            </a:extLst>
          </p:cNvPr>
          <p:cNvSpPr>
            <a:spLocks noGrp="1"/>
          </p:cNvSpPr>
          <p:nvPr>
            <p:ph type="body" sz="quarter" idx="48" hasCustomPrompt="1"/>
          </p:nvPr>
        </p:nvSpPr>
        <p:spPr>
          <a:xfrm>
            <a:off x="10053638" y="257175"/>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dirty="0"/>
              <a:t>Country:</a:t>
            </a:r>
          </a:p>
        </p:txBody>
      </p:sp>
      <p:sp>
        <p:nvSpPr>
          <p:cNvPr id="46" name="Text Placeholder 45">
            <a:extLst>
              <a:ext uri="{FF2B5EF4-FFF2-40B4-BE49-F238E27FC236}">
                <a16:creationId xmlns:a16="http://schemas.microsoft.com/office/drawing/2014/main" id="{0EB4AB2E-8AF8-1890-41F0-FE1A716E06B2}"/>
              </a:ext>
            </a:extLst>
          </p:cNvPr>
          <p:cNvSpPr>
            <a:spLocks noGrp="1"/>
          </p:cNvSpPr>
          <p:nvPr>
            <p:ph type="body" sz="quarter" idx="38" hasCustomPrompt="1"/>
          </p:nvPr>
        </p:nvSpPr>
        <p:spPr>
          <a:xfrm>
            <a:off x="10991850" y="257175"/>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dirty="0"/>
              <a:t>ABC</a:t>
            </a:r>
          </a:p>
        </p:txBody>
      </p:sp>
      <p:sp>
        <p:nvSpPr>
          <p:cNvPr id="5" name="Text Placeholder 26">
            <a:extLst>
              <a:ext uri="{FF2B5EF4-FFF2-40B4-BE49-F238E27FC236}">
                <a16:creationId xmlns:a16="http://schemas.microsoft.com/office/drawing/2014/main" id="{E41CF282-98B5-0DCD-8CD3-865399C1809C}"/>
              </a:ext>
            </a:extLst>
          </p:cNvPr>
          <p:cNvSpPr>
            <a:spLocks noGrp="1"/>
          </p:cNvSpPr>
          <p:nvPr>
            <p:ph type="body" sz="quarter" idx="51" hasCustomPrompt="1"/>
          </p:nvPr>
        </p:nvSpPr>
        <p:spPr>
          <a:xfrm>
            <a:off x="10053638" y="655227"/>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dirty="0"/>
              <a:t>Availability:</a:t>
            </a:r>
          </a:p>
        </p:txBody>
      </p:sp>
      <p:sp>
        <p:nvSpPr>
          <p:cNvPr id="47" name="Text Placeholder 45">
            <a:extLst>
              <a:ext uri="{FF2B5EF4-FFF2-40B4-BE49-F238E27FC236}">
                <a16:creationId xmlns:a16="http://schemas.microsoft.com/office/drawing/2014/main" id="{17BB8357-25D8-1F26-B27B-AEBD9BD231A9}"/>
              </a:ext>
            </a:extLst>
          </p:cNvPr>
          <p:cNvSpPr>
            <a:spLocks noGrp="1"/>
          </p:cNvSpPr>
          <p:nvPr>
            <p:ph type="body" sz="quarter" idx="39" hasCustomPrompt="1"/>
          </p:nvPr>
        </p:nvSpPr>
        <p:spPr>
          <a:xfrm>
            <a:off x="10991850" y="655227"/>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dirty="0"/>
              <a:t>n Days</a:t>
            </a:r>
          </a:p>
        </p:txBody>
      </p:sp>
      <p:sp>
        <p:nvSpPr>
          <p:cNvPr id="4" name="Text Placeholder 3">
            <a:extLst>
              <a:ext uri="{FF2B5EF4-FFF2-40B4-BE49-F238E27FC236}">
                <a16:creationId xmlns:a16="http://schemas.microsoft.com/office/drawing/2014/main" id="{FDC52ABD-39DB-5DAA-B9C8-27265064FF03}"/>
              </a:ext>
            </a:extLst>
          </p:cNvPr>
          <p:cNvSpPr>
            <a:spLocks noGrp="1"/>
          </p:cNvSpPr>
          <p:nvPr>
            <p:ph type="body" sz="quarter" idx="41" hasCustomPrompt="1"/>
          </p:nvPr>
        </p:nvSpPr>
        <p:spPr>
          <a:xfrm>
            <a:off x="2262267" y="1189796"/>
            <a:ext cx="1835172" cy="327672"/>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marL="0" marR="0" lvl="0" indent="0" algn="l" defTabSz="914400" rtl="0" eaLnBrk="1" fontAlgn="auto" latinLnBrk="0" hangingPunct="1">
              <a:lnSpc>
                <a:spcPct val="100000"/>
              </a:lnSpc>
              <a:spcBef>
                <a:spcPts val="0"/>
              </a:spcBef>
              <a:spcAft>
                <a:spcPts val="600"/>
              </a:spcAft>
              <a:buClr>
                <a:schemeClr val="accent3"/>
              </a:buClr>
              <a:buSzTx/>
              <a:buFontTx/>
              <a:buNone/>
              <a:tabLst/>
              <a:defRPr/>
            </a:pPr>
            <a:r>
              <a:rPr lang="en-US" sz="1600" b="1" noProof="0" dirty="0">
                <a:solidFill>
                  <a:srgbClr val="0073E6"/>
                </a:solidFill>
                <a:latin typeface="+mj-lt"/>
                <a:cs typeface="+mn-cs"/>
              </a:rPr>
              <a:t>Competencies</a:t>
            </a:r>
            <a:endParaRPr lang="en-US" sz="1600" noProof="0" dirty="0">
              <a:solidFill>
                <a:srgbClr val="0073E6"/>
              </a:solidFill>
              <a:latin typeface="+mj-lt"/>
              <a:cs typeface="+mn-cs"/>
            </a:endParaRPr>
          </a:p>
        </p:txBody>
      </p:sp>
      <p:sp>
        <p:nvSpPr>
          <p:cNvPr id="36" name="Text Placeholder 28">
            <a:extLst>
              <a:ext uri="{FF2B5EF4-FFF2-40B4-BE49-F238E27FC236}">
                <a16:creationId xmlns:a16="http://schemas.microsoft.com/office/drawing/2014/main" id="{BA232C89-42B1-3DE0-EB93-B4A3D1FD1C45}"/>
              </a:ext>
            </a:extLst>
          </p:cNvPr>
          <p:cNvSpPr>
            <a:spLocks noGrp="1"/>
          </p:cNvSpPr>
          <p:nvPr>
            <p:ph type="body" sz="quarter" idx="32" hasCustomPrompt="1"/>
          </p:nvPr>
        </p:nvSpPr>
        <p:spPr>
          <a:xfrm>
            <a:off x="2262265" y="1542349"/>
            <a:ext cx="1835173" cy="1290773"/>
          </a:xfrm>
        </p:spPr>
        <p:txBody>
          <a:bodyPr anchor="t"/>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Expertise &amp; </a:t>
            </a:r>
            <a:br>
              <a:rPr lang="en-US" noProof="0" dirty="0"/>
            </a:br>
            <a:r>
              <a:rPr lang="en-US" noProof="0" dirty="0"/>
              <a:t>Core Competencies</a:t>
            </a:r>
          </a:p>
        </p:txBody>
      </p:sp>
      <p:sp>
        <p:nvSpPr>
          <p:cNvPr id="68" name="Text Placeholder 3">
            <a:extLst>
              <a:ext uri="{FF2B5EF4-FFF2-40B4-BE49-F238E27FC236}">
                <a16:creationId xmlns:a16="http://schemas.microsoft.com/office/drawing/2014/main" id="{4AF37B7A-C4FA-DE0B-2C2B-676A8950CCE9}"/>
              </a:ext>
            </a:extLst>
          </p:cNvPr>
          <p:cNvSpPr>
            <a:spLocks noGrp="1"/>
          </p:cNvSpPr>
          <p:nvPr>
            <p:ph type="body" sz="quarter" idx="44" hasCustomPrompt="1"/>
          </p:nvPr>
        </p:nvSpPr>
        <p:spPr>
          <a:xfrm>
            <a:off x="436909" y="2886691"/>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eaLnBrk="1" hangingPunct="1">
              <a:spcAft>
                <a:spcPts val="800"/>
              </a:spcAft>
              <a:defRPr/>
            </a:pPr>
            <a:r>
              <a:rPr lang="en-US" sz="1600" b="1" noProof="0" dirty="0">
                <a:solidFill>
                  <a:srgbClr val="0073E6"/>
                </a:solidFill>
                <a:latin typeface="+mj-lt"/>
                <a:cs typeface="+mn-cs"/>
              </a:rPr>
              <a:t>Summary</a:t>
            </a:r>
            <a:endParaRPr lang="en-US" sz="1600" noProof="0" dirty="0">
              <a:solidFill>
                <a:srgbClr val="0073E6"/>
              </a:solidFill>
              <a:latin typeface="+mj-lt"/>
              <a:cs typeface="+mn-cs"/>
            </a:endParaRPr>
          </a:p>
        </p:txBody>
      </p:sp>
      <p:sp>
        <p:nvSpPr>
          <p:cNvPr id="66" name="Text Placeholder 28">
            <a:extLst>
              <a:ext uri="{FF2B5EF4-FFF2-40B4-BE49-F238E27FC236}">
                <a16:creationId xmlns:a16="http://schemas.microsoft.com/office/drawing/2014/main" id="{DE80A998-D14B-6B29-B910-50F0801E3320}"/>
              </a:ext>
            </a:extLst>
          </p:cNvPr>
          <p:cNvSpPr>
            <a:spLocks noGrp="1"/>
          </p:cNvSpPr>
          <p:nvPr>
            <p:ph type="body" sz="quarter" idx="40" hasCustomPrompt="1"/>
          </p:nvPr>
        </p:nvSpPr>
        <p:spPr>
          <a:xfrm>
            <a:off x="436909" y="3243582"/>
            <a:ext cx="3660529" cy="1810956"/>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Summary</a:t>
            </a:r>
          </a:p>
        </p:txBody>
      </p:sp>
      <p:sp>
        <p:nvSpPr>
          <p:cNvPr id="69" name="Text Placeholder 3">
            <a:extLst>
              <a:ext uri="{FF2B5EF4-FFF2-40B4-BE49-F238E27FC236}">
                <a16:creationId xmlns:a16="http://schemas.microsoft.com/office/drawing/2014/main" id="{DFC24B06-9A7D-A46A-608E-6AC443F50503}"/>
              </a:ext>
            </a:extLst>
          </p:cNvPr>
          <p:cNvSpPr>
            <a:spLocks noGrp="1"/>
          </p:cNvSpPr>
          <p:nvPr>
            <p:ph type="body" sz="quarter" idx="45" hasCustomPrompt="1"/>
          </p:nvPr>
        </p:nvSpPr>
        <p:spPr>
          <a:xfrm>
            <a:off x="436909" y="5113079"/>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algn="l">
              <a:lnSpc>
                <a:spcPct val="110000"/>
              </a:lnSpc>
              <a:defRPr/>
            </a:pPr>
            <a:r>
              <a:rPr lang="en-US" sz="1600" b="1" noProof="0" dirty="0">
                <a:solidFill>
                  <a:srgbClr val="0073E6"/>
                </a:solidFill>
                <a:latin typeface="+mj-lt"/>
                <a:cs typeface="+mn-cs"/>
              </a:rPr>
              <a:t>Languages</a:t>
            </a:r>
            <a:endParaRPr lang="en-US" sz="1400" noProof="0" dirty="0">
              <a:solidFill>
                <a:srgbClr val="0073E6"/>
              </a:solidFill>
              <a:latin typeface="+mj-lt"/>
              <a:cs typeface="+mn-cs"/>
            </a:endParaRPr>
          </a:p>
        </p:txBody>
      </p:sp>
      <p:sp>
        <p:nvSpPr>
          <p:cNvPr id="39" name="Text Placeholder 28">
            <a:extLst>
              <a:ext uri="{FF2B5EF4-FFF2-40B4-BE49-F238E27FC236}">
                <a16:creationId xmlns:a16="http://schemas.microsoft.com/office/drawing/2014/main" id="{B9111369-C4AB-C6AD-C404-DE77749484D9}"/>
              </a:ext>
            </a:extLst>
          </p:cNvPr>
          <p:cNvSpPr>
            <a:spLocks noGrp="1"/>
          </p:cNvSpPr>
          <p:nvPr>
            <p:ph type="body" sz="quarter" idx="35" hasCustomPrompt="1"/>
          </p:nvPr>
        </p:nvSpPr>
        <p:spPr>
          <a:xfrm>
            <a:off x="436909" y="5507118"/>
            <a:ext cx="3660529" cy="583902"/>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languages. If you use flags or images: add alt text to each graphic</a:t>
            </a:r>
          </a:p>
        </p:txBody>
      </p:sp>
      <p:sp>
        <p:nvSpPr>
          <p:cNvPr id="25" name="Text Placeholder 3">
            <a:extLst>
              <a:ext uri="{FF2B5EF4-FFF2-40B4-BE49-F238E27FC236}">
                <a16:creationId xmlns:a16="http://schemas.microsoft.com/office/drawing/2014/main" id="{E66F3C00-4E75-245A-984B-8B18DB0D6D69}"/>
              </a:ext>
            </a:extLst>
          </p:cNvPr>
          <p:cNvSpPr>
            <a:spLocks noGrp="1"/>
          </p:cNvSpPr>
          <p:nvPr>
            <p:ph type="body" sz="quarter" idx="42" hasCustomPrompt="1"/>
          </p:nvPr>
        </p:nvSpPr>
        <p:spPr>
          <a:xfrm>
            <a:off x="4258088" y="1189796"/>
            <a:ext cx="3725255"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dirty="0">
                <a:solidFill>
                  <a:srgbClr val="0073E6"/>
                </a:solidFill>
                <a:latin typeface="+mj-lt"/>
                <a:cs typeface="+mn-cs"/>
              </a:rPr>
              <a:t>Education</a:t>
            </a:r>
            <a:endParaRPr lang="en-US" sz="1600" noProof="0" dirty="0">
              <a:solidFill>
                <a:srgbClr val="0073E6"/>
              </a:solidFill>
              <a:latin typeface="+mj-lt"/>
              <a:cs typeface="+mn-cs"/>
            </a:endParaRPr>
          </a:p>
        </p:txBody>
      </p:sp>
      <p:sp>
        <p:nvSpPr>
          <p:cNvPr id="29" name="Text Placeholder 28">
            <a:extLst>
              <a:ext uri="{FF2B5EF4-FFF2-40B4-BE49-F238E27FC236}">
                <a16:creationId xmlns:a16="http://schemas.microsoft.com/office/drawing/2014/main" id="{B779871B-7F68-A96B-54E8-BA8714375523}"/>
              </a:ext>
            </a:extLst>
          </p:cNvPr>
          <p:cNvSpPr>
            <a:spLocks noGrp="1"/>
          </p:cNvSpPr>
          <p:nvPr>
            <p:ph type="body" sz="quarter" idx="30" hasCustomPrompt="1"/>
          </p:nvPr>
        </p:nvSpPr>
        <p:spPr>
          <a:xfrm>
            <a:off x="4258088" y="1542350"/>
            <a:ext cx="3725255" cy="2300446"/>
          </a:xfrm>
        </p:spPr>
        <p:txBody>
          <a:bodyPr/>
          <a:lstStyle>
            <a:lvl1pPr marL="0" indent="0">
              <a:spcAft>
                <a:spcPts val="200"/>
              </a:spcAft>
              <a:buFontTx/>
              <a:buNone/>
              <a:defRPr sz="1200">
                <a:solidFill>
                  <a:schemeClr val="accent3"/>
                </a:solidFill>
                <a:latin typeface="+mj-lt"/>
              </a:defRPr>
            </a:lvl1pPr>
            <a:lvl2pPr marL="0" indent="0">
              <a:spcAft>
                <a:spcPts val="200"/>
              </a:spcAft>
              <a:buNone/>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YYYY: Institution. City</a:t>
            </a:r>
          </a:p>
          <a:p>
            <a:pPr lvl="1"/>
            <a:r>
              <a:rPr lang="en-US" noProof="0" dirty="0"/>
              <a:t>Description</a:t>
            </a:r>
          </a:p>
        </p:txBody>
      </p:sp>
      <p:sp>
        <p:nvSpPr>
          <p:cNvPr id="72" name="Text Placeholder 3">
            <a:extLst>
              <a:ext uri="{FF2B5EF4-FFF2-40B4-BE49-F238E27FC236}">
                <a16:creationId xmlns:a16="http://schemas.microsoft.com/office/drawing/2014/main" id="{1C1F265D-FCB6-808F-BF90-B89F32A88201}"/>
              </a:ext>
            </a:extLst>
          </p:cNvPr>
          <p:cNvSpPr>
            <a:spLocks noGrp="1"/>
          </p:cNvSpPr>
          <p:nvPr>
            <p:ph type="body" sz="quarter" idx="47" hasCustomPrompt="1"/>
          </p:nvPr>
        </p:nvSpPr>
        <p:spPr>
          <a:xfrm>
            <a:off x="4258088" y="3933140"/>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noProof="0" dirty="0">
                <a:solidFill>
                  <a:srgbClr val="0073E6"/>
                </a:solidFill>
                <a:latin typeface="+mj-lt"/>
                <a:cs typeface="+mn-cs"/>
              </a:rPr>
              <a:t>Industry Expertise</a:t>
            </a:r>
          </a:p>
        </p:txBody>
      </p:sp>
      <p:sp>
        <p:nvSpPr>
          <p:cNvPr id="37" name="Text Placeholder 28">
            <a:extLst>
              <a:ext uri="{FF2B5EF4-FFF2-40B4-BE49-F238E27FC236}">
                <a16:creationId xmlns:a16="http://schemas.microsoft.com/office/drawing/2014/main" id="{FC467BED-11E1-7E0B-9A78-B431FDF4732A}"/>
              </a:ext>
            </a:extLst>
          </p:cNvPr>
          <p:cNvSpPr>
            <a:spLocks noGrp="1"/>
          </p:cNvSpPr>
          <p:nvPr>
            <p:ph type="body" sz="quarter" idx="33" hasCustomPrompt="1"/>
          </p:nvPr>
        </p:nvSpPr>
        <p:spPr>
          <a:xfrm>
            <a:off x="4258088" y="4326526"/>
            <a:ext cx="3725255" cy="728011"/>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Industry Expertise</a:t>
            </a:r>
          </a:p>
          <a:p>
            <a:pPr lvl="0"/>
            <a:endParaRPr lang="en-US" noProof="0" dirty="0"/>
          </a:p>
        </p:txBody>
      </p:sp>
      <p:sp>
        <p:nvSpPr>
          <p:cNvPr id="71" name="Text Placeholder 3">
            <a:extLst>
              <a:ext uri="{FF2B5EF4-FFF2-40B4-BE49-F238E27FC236}">
                <a16:creationId xmlns:a16="http://schemas.microsoft.com/office/drawing/2014/main" id="{EE7C65D9-CD83-91F0-6A68-8A89F0102FD2}"/>
              </a:ext>
            </a:extLst>
          </p:cNvPr>
          <p:cNvSpPr>
            <a:spLocks noGrp="1"/>
          </p:cNvSpPr>
          <p:nvPr>
            <p:ph type="body" sz="quarter" idx="46" hasCustomPrompt="1"/>
          </p:nvPr>
        </p:nvSpPr>
        <p:spPr>
          <a:xfrm>
            <a:off x="4258088" y="5113079"/>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b="1" noProof="0" dirty="0">
                <a:solidFill>
                  <a:srgbClr val="0073E6"/>
                </a:solidFill>
                <a:latin typeface="+mj-lt"/>
                <a:cs typeface="+mn-cs"/>
              </a:rPr>
              <a:t>Certificates / Accreditations</a:t>
            </a:r>
            <a:endParaRPr lang="en-US" sz="1600" noProof="0" dirty="0">
              <a:solidFill>
                <a:srgbClr val="0073E6"/>
              </a:solidFill>
              <a:latin typeface="+mj-lt"/>
              <a:cs typeface="+mn-cs"/>
            </a:endParaRPr>
          </a:p>
        </p:txBody>
      </p:sp>
      <p:sp>
        <p:nvSpPr>
          <p:cNvPr id="38" name="Text Placeholder 28">
            <a:extLst>
              <a:ext uri="{FF2B5EF4-FFF2-40B4-BE49-F238E27FC236}">
                <a16:creationId xmlns:a16="http://schemas.microsoft.com/office/drawing/2014/main" id="{03919262-CF56-C9AD-8C74-CA1547F934AE}"/>
              </a:ext>
            </a:extLst>
          </p:cNvPr>
          <p:cNvSpPr>
            <a:spLocks noGrp="1"/>
          </p:cNvSpPr>
          <p:nvPr>
            <p:ph type="body" sz="quarter" idx="34" hasCustomPrompt="1"/>
          </p:nvPr>
        </p:nvSpPr>
        <p:spPr>
          <a:xfrm>
            <a:off x="4258088" y="5507118"/>
            <a:ext cx="3725255" cy="583902"/>
          </a:xfrm>
        </p:spPr>
        <p:txBody>
          <a:bodyPr/>
          <a:lstStyle>
            <a:lvl1pPr marL="0" indent="0">
              <a:spcAft>
                <a:spcPts val="200"/>
              </a:spcAft>
              <a:buFontTx/>
              <a:buNone/>
              <a:defRPr lang="en-US" sz="1200" kern="1200" dirty="0">
                <a:solidFill>
                  <a:srgbClr val="00005C"/>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Certificates / Accreditations</a:t>
            </a:r>
          </a:p>
        </p:txBody>
      </p:sp>
      <p:sp>
        <p:nvSpPr>
          <p:cNvPr id="64" name="Text Placeholder 3">
            <a:extLst>
              <a:ext uri="{FF2B5EF4-FFF2-40B4-BE49-F238E27FC236}">
                <a16:creationId xmlns:a16="http://schemas.microsoft.com/office/drawing/2014/main" id="{E2303F15-2EEE-E407-2816-5B0A449FC214}"/>
              </a:ext>
            </a:extLst>
          </p:cNvPr>
          <p:cNvSpPr>
            <a:spLocks noGrp="1"/>
          </p:cNvSpPr>
          <p:nvPr>
            <p:ph type="body" sz="quarter" idx="43" hasCustomPrompt="1"/>
          </p:nvPr>
        </p:nvSpPr>
        <p:spPr>
          <a:xfrm>
            <a:off x="8116084" y="1189796"/>
            <a:ext cx="3650466"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dirty="0">
                <a:solidFill>
                  <a:srgbClr val="0073E6"/>
                </a:solidFill>
                <a:latin typeface="+mj-lt"/>
                <a:cs typeface="+mn-cs"/>
              </a:rPr>
              <a:t>Professional Achievements</a:t>
            </a:r>
          </a:p>
        </p:txBody>
      </p:sp>
      <p:sp>
        <p:nvSpPr>
          <p:cNvPr id="30" name="Text Placeholder 28">
            <a:extLst>
              <a:ext uri="{FF2B5EF4-FFF2-40B4-BE49-F238E27FC236}">
                <a16:creationId xmlns:a16="http://schemas.microsoft.com/office/drawing/2014/main" id="{350F2CF5-469D-C575-9109-B970FD69F9E5}"/>
              </a:ext>
            </a:extLst>
          </p:cNvPr>
          <p:cNvSpPr>
            <a:spLocks noGrp="1"/>
          </p:cNvSpPr>
          <p:nvPr>
            <p:ph type="body" sz="quarter" idx="31" hasCustomPrompt="1"/>
          </p:nvPr>
        </p:nvSpPr>
        <p:spPr>
          <a:xfrm>
            <a:off x="8116084" y="1542349"/>
            <a:ext cx="3650466" cy="4534601"/>
          </a:xfrm>
        </p:spPr>
        <p:txBody>
          <a:bodyPr/>
          <a:lstStyle>
            <a:lvl1pPr marL="0" indent="0">
              <a:spcAft>
                <a:spcPts val="200"/>
              </a:spcAft>
              <a:buClr>
                <a:schemeClr val="bg1"/>
              </a:buClr>
              <a:buFont typeface="Arial" panose="020B0604020202020204" pitchFamily="34" charset="0"/>
              <a:buNone/>
              <a:defRPr sz="1200">
                <a:solidFill>
                  <a:schemeClr val="accent3"/>
                </a:solidFill>
                <a:latin typeface="+mj-lt"/>
              </a:defRPr>
            </a:lvl1pPr>
            <a:lvl2pPr marL="182880" indent="-182880">
              <a:spcAft>
                <a:spcPts val="200"/>
              </a:spcAft>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Company Name 1</a:t>
            </a:r>
          </a:p>
          <a:p>
            <a:pPr lvl="1"/>
            <a:r>
              <a:rPr lang="en-US" noProof="0" dirty="0"/>
              <a:t>Achievement 1</a:t>
            </a:r>
          </a:p>
          <a:p>
            <a:pPr marL="182880" marR="0" lvl="1" indent="-18288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noProof="0" dirty="0"/>
              <a:t>Achievement 2</a:t>
            </a:r>
          </a:p>
          <a:p>
            <a:pPr lvl="0"/>
            <a:r>
              <a:rPr lang="en-US" noProof="0" dirty="0"/>
              <a:t>Company Name 2 </a:t>
            </a:r>
          </a:p>
          <a:p>
            <a:pPr lvl="1"/>
            <a:r>
              <a:rPr lang="en-US" noProof="0" dirty="0"/>
              <a:t>Achievement 1</a:t>
            </a:r>
          </a:p>
        </p:txBody>
      </p:sp>
      <p:sp>
        <p:nvSpPr>
          <p:cNvPr id="67" name="Slide Number Placeholder 5">
            <a:extLst>
              <a:ext uri="{FF2B5EF4-FFF2-40B4-BE49-F238E27FC236}">
                <a16:creationId xmlns:a16="http://schemas.microsoft.com/office/drawing/2014/main" id="{54D4718F-C303-5B98-D8FC-8DAA206E604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
        <p:nvSpPr>
          <p:cNvPr id="12" name="Picture Placeholder 11">
            <a:extLst>
              <a:ext uri="{FF2B5EF4-FFF2-40B4-BE49-F238E27FC236}">
                <a16:creationId xmlns:a16="http://schemas.microsoft.com/office/drawing/2014/main" id="{FCE3776D-9014-8A4F-0EE5-470C197905CE}"/>
              </a:ext>
              <a:ext uri="{C183D7F6-B498-43B3-948B-1728B52AA6E4}">
                <adec:decorative xmlns:adec="http://schemas.microsoft.com/office/drawing/2017/decorative" val="1"/>
              </a:ext>
            </a:extLst>
          </p:cNvPr>
          <p:cNvSpPr>
            <a:spLocks noGrp="1" noChangeAspect="1"/>
          </p:cNvSpPr>
          <p:nvPr>
            <p:ph type="pic" sz="quarter" idx="53"/>
          </p:nvPr>
        </p:nvSpPr>
        <p:spPr>
          <a:xfrm>
            <a:off x="876001" y="500472"/>
            <a:ext cx="1298448" cy="1298448"/>
          </a:xfrm>
          <a:prstGeom prst="ellipse">
            <a:avLst/>
          </a:prstGeom>
        </p:spPr>
        <p:txBody>
          <a:bodyPr anchor="b"/>
          <a:lstStyle>
            <a:lvl1pPr marL="0" indent="0" algn="ctr">
              <a:buNone/>
              <a:defRPr sz="1200"/>
            </a:lvl1pPr>
          </a:lstStyle>
          <a:p>
            <a:r>
              <a:rPr lang="fr-FR"/>
              <a:t>Cliquez sur l'icône pour ajouter une image</a:t>
            </a:r>
            <a:endParaRPr lang="en-US" dirty="0"/>
          </a:p>
        </p:txBody>
      </p:sp>
      <p:sp>
        <p:nvSpPr>
          <p:cNvPr id="41" name="Picture Placeholder 40">
            <a:extLst>
              <a:ext uri="{FF2B5EF4-FFF2-40B4-BE49-F238E27FC236}">
                <a16:creationId xmlns:a16="http://schemas.microsoft.com/office/drawing/2014/main" id="{9A1DCCCA-D724-F19A-C20F-0460DDD0D365}"/>
              </a:ext>
              <a:ext uri="{C183D7F6-B498-43B3-948B-1728B52AA6E4}">
                <adec:decorative xmlns:adec="http://schemas.microsoft.com/office/drawing/2017/decorative" val="1"/>
              </a:ext>
            </a:extLst>
          </p:cNvPr>
          <p:cNvSpPr>
            <a:spLocks noGrp="1"/>
          </p:cNvSpPr>
          <p:nvPr>
            <p:ph type="pic" sz="quarter" idx="36" hasCustomPrompt="1"/>
          </p:nvPr>
        </p:nvSpPr>
        <p:spPr>
          <a:xfrm>
            <a:off x="434086" y="2338724"/>
            <a:ext cx="547990" cy="445242"/>
          </a:xfrm>
        </p:spPr>
        <p:txBody>
          <a:bodyPr anchor="ctr"/>
          <a:lstStyle>
            <a:lvl1pPr marL="0" indent="0" algn="ctr">
              <a:buNone/>
              <a:defRPr sz="600">
                <a:solidFill>
                  <a:srgbClr val="00005C"/>
                </a:solidFill>
              </a:defRPr>
            </a:lvl1pPr>
          </a:lstStyle>
          <a:p>
            <a:r>
              <a:rPr lang="en-US" noProof="0" dirty="0"/>
              <a:t>Social media </a:t>
            </a:r>
            <a:r>
              <a:rPr lang="en-US" noProof="0" dirty="0" err="1"/>
              <a:t>icon+alt</a:t>
            </a:r>
            <a:r>
              <a:rPr lang="en-US" noProof="0" dirty="0"/>
              <a:t> +link</a:t>
            </a:r>
          </a:p>
        </p:txBody>
      </p:sp>
      <p:sp>
        <p:nvSpPr>
          <p:cNvPr id="9" name="Picture Placeholder 40">
            <a:extLst>
              <a:ext uri="{FF2B5EF4-FFF2-40B4-BE49-F238E27FC236}">
                <a16:creationId xmlns:a16="http://schemas.microsoft.com/office/drawing/2014/main" id="{9B37780F-BB3C-CB63-EF69-CE25D79C398E}"/>
              </a:ext>
              <a:ext uri="{C183D7F6-B498-43B3-948B-1728B52AA6E4}">
                <adec:decorative xmlns:adec="http://schemas.microsoft.com/office/drawing/2017/decorative" val="1"/>
              </a:ext>
            </a:extLst>
          </p:cNvPr>
          <p:cNvSpPr>
            <a:spLocks noGrp="1"/>
          </p:cNvSpPr>
          <p:nvPr>
            <p:ph type="pic" sz="quarter" idx="52" hasCustomPrompt="1"/>
          </p:nvPr>
        </p:nvSpPr>
        <p:spPr>
          <a:xfrm>
            <a:off x="1071257" y="2338724"/>
            <a:ext cx="547990" cy="445242"/>
          </a:xfrm>
        </p:spPr>
        <p:txBody>
          <a:bodyPr anchor="ctr"/>
          <a:lstStyle>
            <a:lvl1pPr marL="0" indent="0" algn="ctr">
              <a:buNone/>
              <a:defRPr sz="600">
                <a:solidFill>
                  <a:srgbClr val="00005C"/>
                </a:solidFill>
              </a:defRPr>
            </a:lvl1pPr>
          </a:lstStyle>
          <a:p>
            <a:r>
              <a:rPr lang="en-US" noProof="0" dirty="0"/>
              <a:t>Social media </a:t>
            </a:r>
            <a:r>
              <a:rPr lang="en-US" noProof="0" dirty="0" err="1"/>
              <a:t>icon+alt</a:t>
            </a:r>
            <a:r>
              <a:rPr lang="en-US" noProof="0" dirty="0"/>
              <a:t> +link</a:t>
            </a:r>
          </a:p>
        </p:txBody>
      </p:sp>
    </p:spTree>
    <p:extLst>
      <p:ext uri="{BB962C8B-B14F-4D97-AF65-F5344CB8AC3E}">
        <p14:creationId xmlns:p14="http://schemas.microsoft.com/office/powerpoint/2010/main" val="40401001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userDrawn="1">
            <p:ph type="title" hasCustomPrompt="1"/>
          </p:nvPr>
        </p:nvSpPr>
        <p:spPr>
          <a:xfrm>
            <a:off x="428624" y="291451"/>
            <a:ext cx="11337925" cy="912315"/>
          </a:xfrm>
        </p:spPr>
        <p:txBody>
          <a:bodyPr/>
          <a:lstStyle>
            <a:lvl1pPr>
              <a:defRPr/>
            </a:lvl1pPr>
          </a:lstStyle>
          <a:p>
            <a:r>
              <a:rPr lang="en-US" dirty="0"/>
              <a:t>Organizational chart</a:t>
            </a:r>
          </a:p>
        </p:txBody>
      </p:sp>
      <p:sp>
        <p:nvSpPr>
          <p:cNvPr id="8" name="Text Placeholder 7">
            <a:extLst>
              <a:ext uri="{FF2B5EF4-FFF2-40B4-BE49-F238E27FC236}">
                <a16:creationId xmlns:a16="http://schemas.microsoft.com/office/drawing/2014/main" id="{871AB7F8-D38E-A19C-99A8-93E4EC3A4F05}"/>
              </a:ext>
            </a:extLst>
          </p:cNvPr>
          <p:cNvSpPr>
            <a:spLocks noGrp="1"/>
          </p:cNvSpPr>
          <p:nvPr userDrawn="1">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Subtitle</a:t>
            </a:r>
          </a:p>
        </p:txBody>
      </p:sp>
      <p:sp>
        <p:nvSpPr>
          <p:cNvPr id="7" name="Text Placeholder 6">
            <a:extLst>
              <a:ext uri="{FF2B5EF4-FFF2-40B4-BE49-F238E27FC236}">
                <a16:creationId xmlns:a16="http://schemas.microsoft.com/office/drawing/2014/main" id="{A3EFBEB8-5EC2-43D8-7347-FD1F6E6D4CEE}"/>
              </a:ext>
            </a:extLst>
          </p:cNvPr>
          <p:cNvSpPr>
            <a:spLocks noGrp="1"/>
          </p:cNvSpPr>
          <p:nvPr userDrawn="1">
            <p:ph type="body" sz="quarter" idx="11" hasCustomPrompt="1"/>
          </p:nvPr>
        </p:nvSpPr>
        <p:spPr>
          <a:xfrm>
            <a:off x="428623" y="1323102"/>
            <a:ext cx="3621024" cy="246221"/>
          </a:xfrm>
        </p:spPr>
        <p:txBody>
          <a:bodyPr wrap="none" anchor="ctr">
            <a:noAutofit/>
          </a:bodyPr>
          <a:lstStyle>
            <a:lvl1pPr marL="0" indent="0" algn="l">
              <a:buNone/>
              <a:defRPr sz="1400">
                <a:latin typeface="+mj-lt"/>
              </a:defRPr>
            </a:lvl1pPr>
          </a:lstStyle>
          <a:p>
            <a:pPr lvl="0"/>
            <a:r>
              <a:rPr lang="en-US" dirty="0"/>
              <a:t>Team name</a:t>
            </a:r>
          </a:p>
        </p:txBody>
      </p:sp>
      <p:sp>
        <p:nvSpPr>
          <p:cNvPr id="51" name="Text Placeholder 6">
            <a:extLst>
              <a:ext uri="{FF2B5EF4-FFF2-40B4-BE49-F238E27FC236}">
                <a16:creationId xmlns:a16="http://schemas.microsoft.com/office/drawing/2014/main" id="{F07D23FC-F816-2ACD-9BB6-8B4F4A2F773A}"/>
              </a:ext>
            </a:extLst>
          </p:cNvPr>
          <p:cNvSpPr>
            <a:spLocks noGrp="1"/>
          </p:cNvSpPr>
          <p:nvPr userDrawn="1">
            <p:ph type="body" sz="quarter" idx="25" hasCustomPrompt="1"/>
          </p:nvPr>
        </p:nvSpPr>
        <p:spPr>
          <a:xfrm>
            <a:off x="1350229" y="1737275"/>
            <a:ext cx="2596738"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13" name="Text Placeholder 6">
            <a:extLst>
              <a:ext uri="{FF2B5EF4-FFF2-40B4-BE49-F238E27FC236}">
                <a16:creationId xmlns:a16="http://schemas.microsoft.com/office/drawing/2014/main" id="{13F5F348-9BA5-D049-2A97-79B46D552C52}"/>
              </a:ext>
              <a:ext uri="{C183D7F6-B498-43B3-948B-1728B52AA6E4}">
                <adec:decorative xmlns:adec="http://schemas.microsoft.com/office/drawing/2017/decorative" val="0"/>
              </a:ext>
            </a:extLst>
          </p:cNvPr>
          <p:cNvSpPr>
            <a:spLocks noGrp="1"/>
          </p:cNvSpPr>
          <p:nvPr userDrawn="1">
            <p:ph type="body" sz="quarter" idx="14" hasCustomPrompt="1"/>
          </p:nvPr>
        </p:nvSpPr>
        <p:spPr>
          <a:xfrm>
            <a:off x="428623" y="2707712"/>
            <a:ext cx="3383280" cy="246221"/>
          </a:xfrm>
        </p:spPr>
        <p:txBody>
          <a:bodyPr wrap="none" anchor="ctr">
            <a:noAutofit/>
          </a:bodyPr>
          <a:lstStyle>
            <a:lvl1pPr marL="0" indent="0" algn="l">
              <a:buNone/>
              <a:defRPr sz="1400">
                <a:solidFill>
                  <a:schemeClr val="accent1"/>
                </a:solidFill>
                <a:latin typeface="+mj-lt"/>
              </a:defRPr>
            </a:lvl1pPr>
          </a:lstStyle>
          <a:p>
            <a:pPr lvl="0"/>
            <a:r>
              <a:rPr lang="en-US" dirty="0"/>
              <a:t>Team name</a:t>
            </a:r>
          </a:p>
        </p:txBody>
      </p:sp>
      <p:sp>
        <p:nvSpPr>
          <p:cNvPr id="20" name="Text Placeholder 6">
            <a:extLst>
              <a:ext uri="{FF2B5EF4-FFF2-40B4-BE49-F238E27FC236}">
                <a16:creationId xmlns:a16="http://schemas.microsoft.com/office/drawing/2014/main" id="{A2FDFADD-09F8-480A-C438-46B841A73F05}"/>
              </a:ext>
            </a:extLst>
          </p:cNvPr>
          <p:cNvSpPr>
            <a:spLocks noGrp="1"/>
          </p:cNvSpPr>
          <p:nvPr userDrawn="1">
            <p:ph type="body" sz="quarter" idx="15" hasCustomPrompt="1"/>
          </p:nvPr>
        </p:nvSpPr>
        <p:spPr>
          <a:xfrm>
            <a:off x="1504287"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33" name="Text Placeholder 6">
            <a:extLst>
              <a:ext uri="{FF2B5EF4-FFF2-40B4-BE49-F238E27FC236}">
                <a16:creationId xmlns:a16="http://schemas.microsoft.com/office/drawing/2014/main" id="{165DD077-F6B8-467F-772B-56F5FBA01588}"/>
              </a:ext>
            </a:extLst>
          </p:cNvPr>
          <p:cNvSpPr>
            <a:spLocks noGrp="1"/>
          </p:cNvSpPr>
          <p:nvPr userDrawn="1">
            <p:ph type="body" sz="quarter" idx="17" hasCustomPrompt="1"/>
          </p:nvPr>
        </p:nvSpPr>
        <p:spPr>
          <a:xfrm>
            <a:off x="1504287"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37" name="Text Placeholder 6">
            <a:extLst>
              <a:ext uri="{FF2B5EF4-FFF2-40B4-BE49-F238E27FC236}">
                <a16:creationId xmlns:a16="http://schemas.microsoft.com/office/drawing/2014/main" id="{9AFAAB85-366F-512B-302A-D3D97931D8F9}"/>
              </a:ext>
            </a:extLst>
          </p:cNvPr>
          <p:cNvSpPr>
            <a:spLocks noGrp="1"/>
          </p:cNvSpPr>
          <p:nvPr userDrawn="1">
            <p:ph type="body" sz="quarter" idx="19" hasCustomPrompt="1"/>
          </p:nvPr>
        </p:nvSpPr>
        <p:spPr>
          <a:xfrm>
            <a:off x="1504287"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41" name="Text Placeholder 6">
            <a:extLst>
              <a:ext uri="{FF2B5EF4-FFF2-40B4-BE49-F238E27FC236}">
                <a16:creationId xmlns:a16="http://schemas.microsoft.com/office/drawing/2014/main" id="{A4016C55-BC90-5C30-11A9-6B337DAC0A93}"/>
              </a:ext>
            </a:extLst>
          </p:cNvPr>
          <p:cNvSpPr>
            <a:spLocks noGrp="1"/>
          </p:cNvSpPr>
          <p:nvPr userDrawn="1">
            <p:ph type="body" sz="quarter" idx="21" hasCustomPrompt="1"/>
          </p:nvPr>
        </p:nvSpPr>
        <p:spPr>
          <a:xfrm>
            <a:off x="4340144" y="1323102"/>
            <a:ext cx="7426406" cy="246221"/>
          </a:xfrm>
        </p:spPr>
        <p:txBody>
          <a:bodyPr wrap="none" anchor="ctr">
            <a:noAutofit/>
          </a:bodyPr>
          <a:lstStyle>
            <a:lvl1pPr marL="0" indent="0" algn="l">
              <a:buNone/>
              <a:defRPr sz="1400">
                <a:solidFill>
                  <a:schemeClr val="accent4"/>
                </a:solidFill>
                <a:latin typeface="+mj-lt"/>
              </a:defRPr>
            </a:lvl1pPr>
          </a:lstStyle>
          <a:p>
            <a:pPr lvl="0"/>
            <a:r>
              <a:rPr lang="en-US" dirty="0"/>
              <a:t>Team name</a:t>
            </a:r>
          </a:p>
        </p:txBody>
      </p:sp>
      <p:sp>
        <p:nvSpPr>
          <p:cNvPr id="46" name="Text Placeholder 6">
            <a:extLst>
              <a:ext uri="{FF2B5EF4-FFF2-40B4-BE49-F238E27FC236}">
                <a16:creationId xmlns:a16="http://schemas.microsoft.com/office/drawing/2014/main" id="{44858C65-06DA-B4A7-4A89-1473891D5680}"/>
              </a:ext>
            </a:extLst>
          </p:cNvPr>
          <p:cNvSpPr>
            <a:spLocks noGrp="1"/>
          </p:cNvSpPr>
          <p:nvPr userDrawn="1">
            <p:ph type="body" sz="quarter" idx="22" hasCustomPrompt="1"/>
          </p:nvPr>
        </p:nvSpPr>
        <p:spPr>
          <a:xfrm>
            <a:off x="4496318"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dirty="0"/>
              <a:t>Sub-team name</a:t>
            </a:r>
          </a:p>
        </p:txBody>
      </p:sp>
      <p:sp>
        <p:nvSpPr>
          <p:cNvPr id="49" name="Text Placeholder 6">
            <a:extLst>
              <a:ext uri="{FF2B5EF4-FFF2-40B4-BE49-F238E27FC236}">
                <a16:creationId xmlns:a16="http://schemas.microsoft.com/office/drawing/2014/main" id="{EFDAB5F1-0CF9-8ACE-C9BE-23C0A19EC334}"/>
              </a:ext>
            </a:extLst>
          </p:cNvPr>
          <p:cNvSpPr>
            <a:spLocks noGrp="1"/>
          </p:cNvSpPr>
          <p:nvPr userDrawn="1">
            <p:ph type="body" sz="quarter" idx="24" hasCustomPrompt="1"/>
          </p:nvPr>
        </p:nvSpPr>
        <p:spPr>
          <a:xfrm>
            <a:off x="5424711"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55" name="Text Placeholder 6">
            <a:extLst>
              <a:ext uri="{FF2B5EF4-FFF2-40B4-BE49-F238E27FC236}">
                <a16:creationId xmlns:a16="http://schemas.microsoft.com/office/drawing/2014/main" id="{DC3AE717-2F15-1481-2D99-88141D30BCAF}"/>
              </a:ext>
            </a:extLst>
          </p:cNvPr>
          <p:cNvSpPr>
            <a:spLocks noGrp="1"/>
          </p:cNvSpPr>
          <p:nvPr userDrawn="1">
            <p:ph type="body" sz="quarter" idx="27" hasCustomPrompt="1"/>
          </p:nvPr>
        </p:nvSpPr>
        <p:spPr>
          <a:xfrm>
            <a:off x="5424711"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57" name="Text Placeholder 6">
            <a:extLst>
              <a:ext uri="{FF2B5EF4-FFF2-40B4-BE49-F238E27FC236}">
                <a16:creationId xmlns:a16="http://schemas.microsoft.com/office/drawing/2014/main" id="{4BEB9F4A-751F-EF43-E9CE-48E503B05601}"/>
              </a:ext>
            </a:extLst>
          </p:cNvPr>
          <p:cNvSpPr>
            <a:spLocks noGrp="1"/>
          </p:cNvSpPr>
          <p:nvPr userDrawn="1">
            <p:ph type="body" sz="quarter" idx="29" hasCustomPrompt="1"/>
          </p:nvPr>
        </p:nvSpPr>
        <p:spPr>
          <a:xfrm>
            <a:off x="5424711"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59" name="Text Placeholder 6">
            <a:extLst>
              <a:ext uri="{FF2B5EF4-FFF2-40B4-BE49-F238E27FC236}">
                <a16:creationId xmlns:a16="http://schemas.microsoft.com/office/drawing/2014/main" id="{52FB666B-C90C-9842-4D5D-A7CBEDDCBA19}"/>
              </a:ext>
            </a:extLst>
          </p:cNvPr>
          <p:cNvSpPr>
            <a:spLocks noGrp="1"/>
          </p:cNvSpPr>
          <p:nvPr userDrawn="1">
            <p:ph type="body" sz="quarter" idx="31" hasCustomPrompt="1"/>
          </p:nvPr>
        </p:nvSpPr>
        <p:spPr>
          <a:xfrm>
            <a:off x="5424711"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112" name="Text Placeholder 6">
            <a:extLst>
              <a:ext uri="{FF2B5EF4-FFF2-40B4-BE49-F238E27FC236}">
                <a16:creationId xmlns:a16="http://schemas.microsoft.com/office/drawing/2014/main" id="{A17170B6-51B8-B4DB-4902-7E77055393DA}"/>
              </a:ext>
            </a:extLst>
          </p:cNvPr>
          <p:cNvSpPr>
            <a:spLocks noGrp="1"/>
          </p:cNvSpPr>
          <p:nvPr userDrawn="1">
            <p:ph type="body" sz="quarter" idx="40" hasCustomPrompt="1"/>
          </p:nvPr>
        </p:nvSpPr>
        <p:spPr>
          <a:xfrm>
            <a:off x="8295266"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dirty="0"/>
              <a:t>Sub-team name</a:t>
            </a:r>
          </a:p>
        </p:txBody>
      </p:sp>
      <p:sp>
        <p:nvSpPr>
          <p:cNvPr id="67" name="Text Placeholder 6">
            <a:extLst>
              <a:ext uri="{FF2B5EF4-FFF2-40B4-BE49-F238E27FC236}">
                <a16:creationId xmlns:a16="http://schemas.microsoft.com/office/drawing/2014/main" id="{EC9D4DBF-905D-9298-2F8B-17D02F713EB0}"/>
              </a:ext>
            </a:extLst>
          </p:cNvPr>
          <p:cNvSpPr>
            <a:spLocks noGrp="1"/>
          </p:cNvSpPr>
          <p:nvPr userDrawn="1">
            <p:ph type="body" sz="quarter" idx="33" hasCustomPrompt="1"/>
          </p:nvPr>
        </p:nvSpPr>
        <p:spPr>
          <a:xfrm>
            <a:off x="9242636"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69" name="Text Placeholder 6">
            <a:extLst>
              <a:ext uri="{FF2B5EF4-FFF2-40B4-BE49-F238E27FC236}">
                <a16:creationId xmlns:a16="http://schemas.microsoft.com/office/drawing/2014/main" id="{82AABC4F-DA0D-1B6C-F10D-7912F3E22EA7}"/>
              </a:ext>
            </a:extLst>
          </p:cNvPr>
          <p:cNvSpPr>
            <a:spLocks noGrp="1"/>
          </p:cNvSpPr>
          <p:nvPr userDrawn="1">
            <p:ph type="body" sz="quarter" idx="35" hasCustomPrompt="1"/>
          </p:nvPr>
        </p:nvSpPr>
        <p:spPr>
          <a:xfrm>
            <a:off x="9242636"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71" name="Text Placeholder 6">
            <a:extLst>
              <a:ext uri="{FF2B5EF4-FFF2-40B4-BE49-F238E27FC236}">
                <a16:creationId xmlns:a16="http://schemas.microsoft.com/office/drawing/2014/main" id="{94BDEC68-8B99-777A-CEDA-84311C5BB236}"/>
              </a:ext>
            </a:extLst>
          </p:cNvPr>
          <p:cNvSpPr>
            <a:spLocks noGrp="1"/>
          </p:cNvSpPr>
          <p:nvPr userDrawn="1">
            <p:ph type="body" sz="quarter" idx="37" hasCustomPrompt="1"/>
          </p:nvPr>
        </p:nvSpPr>
        <p:spPr>
          <a:xfrm>
            <a:off x="9242636"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73" name="Text Placeholder 6">
            <a:extLst>
              <a:ext uri="{FF2B5EF4-FFF2-40B4-BE49-F238E27FC236}">
                <a16:creationId xmlns:a16="http://schemas.microsoft.com/office/drawing/2014/main" id="{91A2C454-6D2E-AEEA-3CC4-F6D6F4EBA57B}"/>
              </a:ext>
            </a:extLst>
          </p:cNvPr>
          <p:cNvSpPr>
            <a:spLocks noGrp="1"/>
          </p:cNvSpPr>
          <p:nvPr userDrawn="1">
            <p:ph type="body" sz="quarter" idx="39" hasCustomPrompt="1"/>
          </p:nvPr>
        </p:nvSpPr>
        <p:spPr>
          <a:xfrm>
            <a:off x="9242636"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dirty="0"/>
              <a:t>Name</a:t>
            </a:r>
          </a:p>
          <a:p>
            <a:pPr lvl="1"/>
            <a:r>
              <a:rPr lang="en-US" dirty="0"/>
              <a:t>Title</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userDrawn="1">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grpSp>
        <p:nvGrpSpPr>
          <p:cNvPr id="14" name="Group 13">
            <a:extLst>
              <a:ext uri="{FF2B5EF4-FFF2-40B4-BE49-F238E27FC236}">
                <a16:creationId xmlns:a16="http://schemas.microsoft.com/office/drawing/2014/main" id="{DECFFDCD-5DBA-4316-718F-2745EBCA88BF}"/>
              </a:ext>
              <a:ext uri="{C183D7F6-B498-43B3-948B-1728B52AA6E4}">
                <adec:decorative xmlns:adec="http://schemas.microsoft.com/office/drawing/2017/decorative" val="1"/>
              </a:ext>
            </a:extLst>
          </p:cNvPr>
          <p:cNvGrpSpPr/>
          <p:nvPr userDrawn="1"/>
        </p:nvGrpSpPr>
        <p:grpSpPr>
          <a:xfrm>
            <a:off x="433386" y="1670635"/>
            <a:ext cx="11333161" cy="4406313"/>
            <a:chOff x="433386" y="1670635"/>
            <a:chExt cx="11333161" cy="4406313"/>
          </a:xfrm>
        </p:grpSpPr>
        <p:cxnSp>
          <p:nvCxnSpPr>
            <p:cNvPr id="42" name="Straight Connector 41">
              <a:extLst>
                <a:ext uri="{FF2B5EF4-FFF2-40B4-BE49-F238E27FC236}">
                  <a16:creationId xmlns:a16="http://schemas.microsoft.com/office/drawing/2014/main" id="{0A3955EF-1A6D-E65F-5443-7E5D271F7EA5}"/>
                </a:ext>
                <a:ext uri="{C183D7F6-B498-43B3-948B-1728B52AA6E4}">
                  <adec:decorative xmlns:adec="http://schemas.microsoft.com/office/drawing/2017/decorative" val="1"/>
                </a:ext>
              </a:extLst>
            </p:cNvPr>
            <p:cNvCxnSpPr>
              <a:cxnSpLocks/>
            </p:cNvCxnSpPr>
            <p:nvPr userDrawn="1"/>
          </p:nvCxnSpPr>
          <p:spPr>
            <a:xfrm>
              <a:off x="4057651" y="2125895"/>
              <a:ext cx="276646"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6D415BD-718B-F120-BCD8-4FAB982AAC0F}"/>
                </a:ext>
                <a:ext uri="{C183D7F6-B498-43B3-948B-1728B52AA6E4}">
                  <adec:decorative xmlns:adec="http://schemas.microsoft.com/office/drawing/2017/decorative" val="1"/>
                </a:ext>
              </a:extLst>
            </p:cNvPr>
            <p:cNvSpPr/>
            <p:nvPr userDrawn="1"/>
          </p:nvSpPr>
          <p:spPr>
            <a:xfrm>
              <a:off x="4340144" y="1670635"/>
              <a:ext cx="7426403" cy="4406313"/>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D1581C0F-60B3-0E65-75A7-D2FDAFD894D6}"/>
                </a:ext>
                <a:ext uri="{C183D7F6-B498-43B3-948B-1728B52AA6E4}">
                  <adec:decorative xmlns:adec="http://schemas.microsoft.com/office/drawing/2017/decorative" val="1"/>
                </a:ext>
              </a:extLst>
            </p:cNvPr>
            <p:cNvCxnSpPr>
              <a:cxnSpLocks/>
            </p:cNvCxnSpPr>
            <p:nvPr userDrawn="1"/>
          </p:nvCxnSpPr>
          <p:spPr>
            <a:xfrm>
              <a:off x="4340507" y="260186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C567F5-77B2-AC97-C110-9B8FB7B6C2A9}"/>
                </a:ext>
                <a:ext uri="{C183D7F6-B498-43B3-948B-1728B52AA6E4}">
                  <adec:decorative xmlns:adec="http://schemas.microsoft.com/office/drawing/2017/decorative" val="1"/>
                </a:ext>
              </a:extLst>
            </p:cNvPr>
            <p:cNvCxnSpPr>
              <a:cxnSpLocks/>
            </p:cNvCxnSpPr>
            <p:nvPr userDrawn="1"/>
          </p:nvCxnSpPr>
          <p:spPr>
            <a:xfrm>
              <a:off x="4340507" y="3572473"/>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5A3E01-2D09-BD45-3E1A-BACBED42AB9E}"/>
                </a:ext>
                <a:ext uri="{C183D7F6-B498-43B3-948B-1728B52AA6E4}">
                  <adec:decorative xmlns:adec="http://schemas.microsoft.com/office/drawing/2017/decorative" val="1"/>
                </a:ext>
              </a:extLst>
            </p:cNvPr>
            <p:cNvCxnSpPr>
              <a:cxnSpLocks/>
            </p:cNvCxnSpPr>
            <p:nvPr userDrawn="1"/>
          </p:nvCxnSpPr>
          <p:spPr>
            <a:xfrm>
              <a:off x="4340507" y="4549589"/>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1028D47-4AB5-DFC8-6C77-E7FC1E09EFA1}"/>
                </a:ext>
                <a:ext uri="{C183D7F6-B498-43B3-948B-1728B52AA6E4}">
                  <adec:decorative xmlns:adec="http://schemas.microsoft.com/office/drawing/2017/decorative" val="1"/>
                </a:ext>
              </a:extLst>
            </p:cNvPr>
            <p:cNvCxnSpPr>
              <a:cxnSpLocks/>
            </p:cNvCxnSpPr>
            <p:nvPr userDrawn="1"/>
          </p:nvCxnSpPr>
          <p:spPr>
            <a:xfrm>
              <a:off x="4340507" y="552670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763DA31E-4EC6-9665-B9C6-1FFBBF61B74B}"/>
                </a:ext>
              </a:extLst>
            </p:cNvPr>
            <p:cNvCxnSpPr>
              <a:cxnSpLocks/>
            </p:cNvCxnSpPr>
            <p:nvPr userDrawn="1"/>
          </p:nvCxnSpPr>
          <p:spPr>
            <a:xfrm>
              <a:off x="7830089" y="2601865"/>
              <a:ext cx="465177" cy="0"/>
            </a:xfrm>
            <a:prstGeom prst="straightConnector1">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8" name="Connector: Elbow 74">
              <a:extLst>
                <a:ext uri="{FF2B5EF4-FFF2-40B4-BE49-F238E27FC236}">
                  <a16:creationId xmlns:a16="http://schemas.microsoft.com/office/drawing/2014/main" id="{5070A3AC-2A71-858F-D9F1-A99CE2A9B0D9}"/>
                </a:ext>
              </a:extLst>
            </p:cNvPr>
            <p:cNvCxnSpPr>
              <a:cxnSpLocks/>
              <a:stCxn id="136" idx="3"/>
              <a:endCxn id="149" idx="1"/>
            </p:cNvCxnSpPr>
            <p:nvPr userDrawn="1"/>
          </p:nvCxnSpPr>
          <p:spPr>
            <a:xfrm>
              <a:off x="7830089" y="2601865"/>
              <a:ext cx="465177" cy="970608"/>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1" name="Connector: Elbow 74">
              <a:extLst>
                <a:ext uri="{FF2B5EF4-FFF2-40B4-BE49-F238E27FC236}">
                  <a16:creationId xmlns:a16="http://schemas.microsoft.com/office/drawing/2014/main" id="{3E872E58-1C1B-11A7-BD01-200F2FBF1D61}"/>
                </a:ext>
              </a:extLst>
            </p:cNvPr>
            <p:cNvCxnSpPr>
              <a:cxnSpLocks/>
              <a:stCxn id="136" idx="3"/>
              <a:endCxn id="150" idx="1"/>
            </p:cNvCxnSpPr>
            <p:nvPr userDrawn="1"/>
          </p:nvCxnSpPr>
          <p:spPr>
            <a:xfrm>
              <a:off x="7830089" y="2601865"/>
              <a:ext cx="465177" cy="1947724"/>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4" name="Connector: Elbow 74">
              <a:extLst>
                <a:ext uri="{FF2B5EF4-FFF2-40B4-BE49-F238E27FC236}">
                  <a16:creationId xmlns:a16="http://schemas.microsoft.com/office/drawing/2014/main" id="{B2EF44E4-CB5F-CA89-600B-FE95A1E53D53}"/>
                </a:ext>
              </a:extLst>
            </p:cNvPr>
            <p:cNvCxnSpPr>
              <a:cxnSpLocks/>
              <a:stCxn id="136" idx="3"/>
              <a:endCxn id="151" idx="1"/>
            </p:cNvCxnSpPr>
            <p:nvPr userDrawn="1"/>
          </p:nvCxnSpPr>
          <p:spPr>
            <a:xfrm>
              <a:off x="7830089" y="2601865"/>
              <a:ext cx="465177" cy="2924840"/>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D5AA8A-A45A-9776-A98C-B4AE24E4F0B4}"/>
                </a:ext>
                <a:ext uri="{C183D7F6-B498-43B3-948B-1728B52AA6E4}">
                  <adec:decorative xmlns:adec="http://schemas.microsoft.com/office/drawing/2017/decorative" val="1"/>
                </a:ext>
              </a:extLst>
            </p:cNvPr>
            <p:cNvCxnSpPr>
              <a:cxnSpLocks/>
            </p:cNvCxnSpPr>
            <p:nvPr userDrawn="1"/>
          </p:nvCxnSpPr>
          <p:spPr>
            <a:xfrm>
              <a:off x="3910527" y="2591227"/>
              <a:ext cx="0" cy="4448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0B8FF83-E3BC-D966-D239-4D784EB2BABC}"/>
                </a:ext>
                <a:ext uri="{C183D7F6-B498-43B3-948B-1728B52AA6E4}">
                  <adec:decorative xmlns:adec="http://schemas.microsoft.com/office/drawing/2017/decorative" val="1"/>
                </a:ext>
              </a:extLst>
            </p:cNvPr>
            <p:cNvSpPr>
              <a:spLocks/>
            </p:cNvSpPr>
            <p:nvPr userDrawn="1"/>
          </p:nvSpPr>
          <p:spPr>
            <a:xfrm>
              <a:off x="433387" y="1670636"/>
              <a:ext cx="3621024" cy="910518"/>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33B3B71-8843-CF0E-F8EF-7A1271C4AF30}"/>
                </a:ext>
                <a:ext uri="{C183D7F6-B498-43B3-948B-1728B52AA6E4}">
                  <adec:decorative xmlns:adec="http://schemas.microsoft.com/office/drawing/2017/decorative" val="1"/>
                </a:ext>
              </a:extLst>
            </p:cNvPr>
            <p:cNvSpPr>
              <a:spLocks/>
            </p:cNvSpPr>
            <p:nvPr userDrawn="1"/>
          </p:nvSpPr>
          <p:spPr>
            <a:xfrm>
              <a:off x="433386" y="3032759"/>
              <a:ext cx="3621024" cy="304418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FC1CFEBA-F1D6-1D2F-A1B7-FDEA54DFE7CE}"/>
                </a:ext>
                <a:ext uri="{C183D7F6-B498-43B3-948B-1728B52AA6E4}">
                  <adec:decorative xmlns:adec="http://schemas.microsoft.com/office/drawing/2017/decorative" val="1"/>
                </a:ext>
              </a:extLst>
            </p:cNvPr>
            <p:cNvCxnSpPr>
              <a:cxnSpLocks/>
            </p:cNvCxnSpPr>
            <p:nvPr userDrawn="1"/>
          </p:nvCxnSpPr>
          <p:spPr>
            <a:xfrm>
              <a:off x="433388" y="3572473"/>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804F7F1-57CD-71DB-4415-A4D688CE5315}"/>
                </a:ext>
                <a:ext uri="{C183D7F6-B498-43B3-948B-1728B52AA6E4}">
                  <adec:decorative xmlns:adec="http://schemas.microsoft.com/office/drawing/2017/decorative" val="1"/>
                </a:ext>
              </a:extLst>
            </p:cNvPr>
            <p:cNvCxnSpPr>
              <a:cxnSpLocks/>
            </p:cNvCxnSpPr>
            <p:nvPr userDrawn="1"/>
          </p:nvCxnSpPr>
          <p:spPr>
            <a:xfrm>
              <a:off x="433388" y="4549589"/>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D2112C-999B-0D97-9CB0-EB81090112EB}"/>
                </a:ext>
                <a:ext uri="{C183D7F6-B498-43B3-948B-1728B52AA6E4}">
                  <adec:decorative xmlns:adec="http://schemas.microsoft.com/office/drawing/2017/decorative" val="1"/>
                </a:ext>
              </a:extLst>
            </p:cNvPr>
            <p:cNvCxnSpPr>
              <a:cxnSpLocks/>
            </p:cNvCxnSpPr>
            <p:nvPr userDrawn="1"/>
          </p:nvCxnSpPr>
          <p:spPr>
            <a:xfrm>
              <a:off x="433388" y="5526705"/>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518C56B5-718A-AC05-D836-5229A01D8ACF}"/>
                </a:ext>
                <a:ext uri="{C183D7F6-B498-43B3-948B-1728B52AA6E4}">
                  <adec:decorative xmlns:adec="http://schemas.microsoft.com/office/drawing/2017/decorative" val="0"/>
                </a:ext>
              </a:extLst>
            </p:cNvPr>
            <p:cNvSpPr/>
            <p:nvPr userDrawn="1"/>
          </p:nvSpPr>
          <p:spPr>
            <a:xfrm>
              <a:off x="590529"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BA4F066E-E4DC-64F0-0ECA-224686E5F720}"/>
                </a:ext>
              </a:extLst>
            </p:cNvPr>
            <p:cNvSpPr/>
            <p:nvPr userDrawn="1"/>
          </p:nvSpPr>
          <p:spPr>
            <a:xfrm>
              <a:off x="590529"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B67BB006-7017-5178-6EE4-BB29EFC5AE69}"/>
                </a:ext>
              </a:extLst>
            </p:cNvPr>
            <p:cNvSpPr/>
            <p:nvPr userDrawn="1"/>
          </p:nvSpPr>
          <p:spPr>
            <a:xfrm>
              <a:off x="590529"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1799FEC5-440F-DB9C-4439-820D2DDA7027}"/>
                </a:ext>
              </a:extLst>
            </p:cNvPr>
            <p:cNvSpPr/>
            <p:nvPr userDrawn="1"/>
          </p:nvSpPr>
          <p:spPr>
            <a:xfrm>
              <a:off x="4496318"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568554AA-A886-609B-FE06-DFA1262890D7}"/>
                </a:ext>
              </a:extLst>
            </p:cNvPr>
            <p:cNvSpPr/>
            <p:nvPr userDrawn="1"/>
          </p:nvSpPr>
          <p:spPr>
            <a:xfrm>
              <a:off x="4496318"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22E4FE78-DCAF-9601-3B2B-125348D2DA61}"/>
                </a:ext>
              </a:extLst>
            </p:cNvPr>
            <p:cNvSpPr/>
            <p:nvPr userDrawn="1"/>
          </p:nvSpPr>
          <p:spPr>
            <a:xfrm>
              <a:off x="4496318"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9A180A1D-B2FF-91D8-8348-D241D9D99FC8}"/>
                </a:ext>
              </a:extLst>
            </p:cNvPr>
            <p:cNvSpPr/>
            <p:nvPr userDrawn="1"/>
          </p:nvSpPr>
          <p:spPr>
            <a:xfrm>
              <a:off x="4496318"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941B5E44-D0C0-6307-13C6-34AEAEF9271B}"/>
                </a:ext>
              </a:extLst>
            </p:cNvPr>
            <p:cNvSpPr/>
            <p:nvPr userDrawn="1"/>
          </p:nvSpPr>
          <p:spPr>
            <a:xfrm>
              <a:off x="8295266"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FCDC84B4-BF53-2DB3-2F7C-225A72A926C1}"/>
                </a:ext>
              </a:extLst>
            </p:cNvPr>
            <p:cNvSpPr/>
            <p:nvPr userDrawn="1"/>
          </p:nvSpPr>
          <p:spPr>
            <a:xfrm>
              <a:off x="8295266"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6FC82B9C-3BFC-4FA5-606E-3E06B6613C89}"/>
                </a:ext>
              </a:extLst>
            </p:cNvPr>
            <p:cNvSpPr/>
            <p:nvPr userDrawn="1"/>
          </p:nvSpPr>
          <p:spPr>
            <a:xfrm>
              <a:off x="8295266"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42ECE3CF-7EE8-E288-D6A7-193C21EE3916}"/>
                </a:ext>
              </a:extLst>
            </p:cNvPr>
            <p:cNvSpPr/>
            <p:nvPr userDrawn="1"/>
          </p:nvSpPr>
          <p:spPr>
            <a:xfrm>
              <a:off x="8295266"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Picture Placeholder 9">
            <a:extLst>
              <a:ext uri="{FF2B5EF4-FFF2-40B4-BE49-F238E27FC236}">
                <a16:creationId xmlns:a16="http://schemas.microsoft.com/office/drawing/2014/main" id="{7FB0BDD5-63F4-3E72-BDE3-1523CA581CEF}"/>
              </a:ext>
              <a:ext uri="{C183D7F6-B498-43B3-948B-1728B52AA6E4}">
                <adec:decorative xmlns:adec="http://schemas.microsoft.com/office/drawing/2017/decorative" val="1"/>
              </a:ext>
            </a:extLst>
          </p:cNvPr>
          <p:cNvSpPr>
            <a:spLocks noGrp="1" noChangeAspect="1"/>
          </p:cNvSpPr>
          <p:nvPr userDrawn="1">
            <p:ph type="pic" sz="quarter" idx="12"/>
          </p:nvPr>
        </p:nvSpPr>
        <p:spPr>
          <a:xfrm>
            <a:off x="517923" y="1762159"/>
            <a:ext cx="727472" cy="727472"/>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22" name="Picture Placeholder 9">
            <a:extLst>
              <a:ext uri="{FF2B5EF4-FFF2-40B4-BE49-F238E27FC236}">
                <a16:creationId xmlns:a16="http://schemas.microsoft.com/office/drawing/2014/main" id="{40812BA0-53B3-D14C-4335-E16230815AA8}"/>
              </a:ext>
              <a:ext uri="{C183D7F6-B498-43B3-948B-1728B52AA6E4}">
                <adec:decorative xmlns:adec="http://schemas.microsoft.com/office/drawing/2017/decorative" val="1"/>
              </a:ext>
            </a:extLst>
          </p:cNvPr>
          <p:cNvSpPr>
            <a:spLocks noGrp="1" noChangeAspect="1"/>
          </p:cNvSpPr>
          <p:nvPr userDrawn="1">
            <p:ph type="pic" sz="quarter" idx="16"/>
          </p:nvPr>
        </p:nvSpPr>
        <p:spPr>
          <a:xfrm>
            <a:off x="661113"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35" name="Picture Placeholder 9">
            <a:extLst>
              <a:ext uri="{FF2B5EF4-FFF2-40B4-BE49-F238E27FC236}">
                <a16:creationId xmlns:a16="http://schemas.microsoft.com/office/drawing/2014/main" id="{81F1C53A-FD91-A166-8127-D11F7959B6BD}"/>
              </a:ext>
              <a:ext uri="{C183D7F6-B498-43B3-948B-1728B52AA6E4}">
                <adec:decorative xmlns:adec="http://schemas.microsoft.com/office/drawing/2017/decorative" val="1"/>
              </a:ext>
            </a:extLst>
          </p:cNvPr>
          <p:cNvSpPr>
            <a:spLocks noGrp="1" noChangeAspect="1"/>
          </p:cNvSpPr>
          <p:nvPr userDrawn="1">
            <p:ph type="pic" sz="quarter" idx="18"/>
          </p:nvPr>
        </p:nvSpPr>
        <p:spPr>
          <a:xfrm>
            <a:off x="661113"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39" name="Picture Placeholder 9">
            <a:extLst>
              <a:ext uri="{FF2B5EF4-FFF2-40B4-BE49-F238E27FC236}">
                <a16:creationId xmlns:a16="http://schemas.microsoft.com/office/drawing/2014/main" id="{EC7738B5-50FD-A42F-1BCF-CF7340F10CDD}"/>
              </a:ext>
              <a:ext uri="{C183D7F6-B498-43B3-948B-1728B52AA6E4}">
                <adec:decorative xmlns:adec="http://schemas.microsoft.com/office/drawing/2017/decorative" val="1"/>
              </a:ext>
            </a:extLst>
          </p:cNvPr>
          <p:cNvSpPr>
            <a:spLocks noGrp="1" noChangeAspect="1"/>
          </p:cNvSpPr>
          <p:nvPr userDrawn="1">
            <p:ph type="pic" sz="quarter" idx="20"/>
          </p:nvPr>
        </p:nvSpPr>
        <p:spPr>
          <a:xfrm>
            <a:off x="661113"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48" name="Picture Placeholder 9">
            <a:extLst>
              <a:ext uri="{FF2B5EF4-FFF2-40B4-BE49-F238E27FC236}">
                <a16:creationId xmlns:a16="http://schemas.microsoft.com/office/drawing/2014/main" id="{EB5AC177-7EE2-FFFB-6431-6F1ABCAE2643}"/>
              </a:ext>
              <a:ext uri="{C183D7F6-B498-43B3-948B-1728B52AA6E4}">
                <adec:decorative xmlns:adec="http://schemas.microsoft.com/office/drawing/2017/decorative" val="1"/>
              </a:ext>
            </a:extLst>
          </p:cNvPr>
          <p:cNvSpPr>
            <a:spLocks noGrp="1" noChangeAspect="1"/>
          </p:cNvSpPr>
          <p:nvPr userDrawn="1">
            <p:ph type="pic" sz="quarter" idx="23"/>
          </p:nvPr>
        </p:nvSpPr>
        <p:spPr>
          <a:xfrm>
            <a:off x="4567755" y="2236105"/>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54" name="Picture Placeholder 9">
            <a:extLst>
              <a:ext uri="{FF2B5EF4-FFF2-40B4-BE49-F238E27FC236}">
                <a16:creationId xmlns:a16="http://schemas.microsoft.com/office/drawing/2014/main" id="{3C63F2F2-F2AE-9A78-12BC-69037BFEEE8D}"/>
              </a:ext>
              <a:ext uri="{C183D7F6-B498-43B3-948B-1728B52AA6E4}">
                <adec:decorative xmlns:adec="http://schemas.microsoft.com/office/drawing/2017/decorative" val="1"/>
              </a:ext>
            </a:extLst>
          </p:cNvPr>
          <p:cNvSpPr>
            <a:spLocks noGrp="1" noChangeAspect="1"/>
          </p:cNvSpPr>
          <p:nvPr userDrawn="1">
            <p:ph type="pic" sz="quarter" idx="26"/>
          </p:nvPr>
        </p:nvSpPr>
        <p:spPr>
          <a:xfrm>
            <a:off x="4567755"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56" name="Picture Placeholder 9">
            <a:extLst>
              <a:ext uri="{FF2B5EF4-FFF2-40B4-BE49-F238E27FC236}">
                <a16:creationId xmlns:a16="http://schemas.microsoft.com/office/drawing/2014/main" id="{F862E2C9-2BEE-E10B-6297-44CC739C1D2F}"/>
              </a:ext>
              <a:ext uri="{C183D7F6-B498-43B3-948B-1728B52AA6E4}">
                <adec:decorative xmlns:adec="http://schemas.microsoft.com/office/drawing/2017/decorative" val="1"/>
              </a:ext>
            </a:extLst>
          </p:cNvPr>
          <p:cNvSpPr>
            <a:spLocks noGrp="1" noChangeAspect="1"/>
          </p:cNvSpPr>
          <p:nvPr userDrawn="1">
            <p:ph type="pic" sz="quarter" idx="28"/>
          </p:nvPr>
        </p:nvSpPr>
        <p:spPr>
          <a:xfrm>
            <a:off x="4567755"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58" name="Picture Placeholder 9">
            <a:extLst>
              <a:ext uri="{FF2B5EF4-FFF2-40B4-BE49-F238E27FC236}">
                <a16:creationId xmlns:a16="http://schemas.microsoft.com/office/drawing/2014/main" id="{594C80DB-2D50-A87B-2ED2-09183D49DD58}"/>
              </a:ext>
              <a:ext uri="{C183D7F6-B498-43B3-948B-1728B52AA6E4}">
                <adec:decorative xmlns:adec="http://schemas.microsoft.com/office/drawing/2017/decorative" val="1"/>
              </a:ext>
            </a:extLst>
          </p:cNvPr>
          <p:cNvSpPr>
            <a:spLocks noGrp="1" noChangeAspect="1"/>
          </p:cNvSpPr>
          <p:nvPr userDrawn="1">
            <p:ph type="pic" sz="quarter" idx="30"/>
          </p:nvPr>
        </p:nvSpPr>
        <p:spPr>
          <a:xfrm>
            <a:off x="4567755"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66" name="Picture Placeholder 9">
            <a:extLst>
              <a:ext uri="{FF2B5EF4-FFF2-40B4-BE49-F238E27FC236}">
                <a16:creationId xmlns:a16="http://schemas.microsoft.com/office/drawing/2014/main" id="{CD8C94D3-25E6-AC72-C43C-EC84DBCF21C3}"/>
              </a:ext>
              <a:ext uri="{C183D7F6-B498-43B3-948B-1728B52AA6E4}">
                <adec:decorative xmlns:adec="http://schemas.microsoft.com/office/drawing/2017/decorative" val="1"/>
              </a:ext>
            </a:extLst>
          </p:cNvPr>
          <p:cNvSpPr>
            <a:spLocks noGrp="1" noChangeAspect="1"/>
          </p:cNvSpPr>
          <p:nvPr userDrawn="1">
            <p:ph type="pic" sz="quarter" idx="32"/>
          </p:nvPr>
        </p:nvSpPr>
        <p:spPr>
          <a:xfrm>
            <a:off x="8385680" y="2236105"/>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68" name="Picture Placeholder 9">
            <a:extLst>
              <a:ext uri="{FF2B5EF4-FFF2-40B4-BE49-F238E27FC236}">
                <a16:creationId xmlns:a16="http://schemas.microsoft.com/office/drawing/2014/main" id="{D8A0B903-445A-04D2-9051-997BD4B78284}"/>
              </a:ext>
              <a:ext uri="{C183D7F6-B498-43B3-948B-1728B52AA6E4}">
                <adec:decorative xmlns:adec="http://schemas.microsoft.com/office/drawing/2017/decorative" val="1"/>
              </a:ext>
            </a:extLst>
          </p:cNvPr>
          <p:cNvSpPr>
            <a:spLocks noGrp="1" noChangeAspect="1"/>
          </p:cNvSpPr>
          <p:nvPr userDrawn="1">
            <p:ph type="pic" sz="quarter" idx="34"/>
          </p:nvPr>
        </p:nvSpPr>
        <p:spPr>
          <a:xfrm>
            <a:off x="8385680"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70" name="Picture Placeholder 9">
            <a:extLst>
              <a:ext uri="{FF2B5EF4-FFF2-40B4-BE49-F238E27FC236}">
                <a16:creationId xmlns:a16="http://schemas.microsoft.com/office/drawing/2014/main" id="{AE20F12B-3F12-CE55-A442-7C33547A74D3}"/>
              </a:ext>
              <a:ext uri="{C183D7F6-B498-43B3-948B-1728B52AA6E4}">
                <adec:decorative xmlns:adec="http://schemas.microsoft.com/office/drawing/2017/decorative" val="1"/>
              </a:ext>
            </a:extLst>
          </p:cNvPr>
          <p:cNvSpPr>
            <a:spLocks noGrp="1" noChangeAspect="1"/>
          </p:cNvSpPr>
          <p:nvPr userDrawn="1">
            <p:ph type="pic" sz="quarter" idx="36"/>
          </p:nvPr>
        </p:nvSpPr>
        <p:spPr>
          <a:xfrm>
            <a:off x="8385680"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72" name="Picture Placeholder 9">
            <a:extLst>
              <a:ext uri="{FF2B5EF4-FFF2-40B4-BE49-F238E27FC236}">
                <a16:creationId xmlns:a16="http://schemas.microsoft.com/office/drawing/2014/main" id="{A8339BD8-8A5D-A7E3-3FA9-9B8F33AF6880}"/>
              </a:ext>
              <a:ext uri="{C183D7F6-B498-43B3-948B-1728B52AA6E4}">
                <adec:decorative xmlns:adec="http://schemas.microsoft.com/office/drawing/2017/decorative" val="1"/>
              </a:ext>
            </a:extLst>
          </p:cNvPr>
          <p:cNvSpPr>
            <a:spLocks noGrp="1" noChangeAspect="1"/>
          </p:cNvSpPr>
          <p:nvPr userDrawn="1">
            <p:ph type="pic" sz="quarter" idx="38"/>
          </p:nvPr>
        </p:nvSpPr>
        <p:spPr>
          <a:xfrm>
            <a:off x="8385680"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dirty="0"/>
          </a:p>
        </p:txBody>
      </p:sp>
      <p:sp>
        <p:nvSpPr>
          <p:cNvPr id="3" name="TextBox 2">
            <a:extLst>
              <a:ext uri="{FF2B5EF4-FFF2-40B4-BE49-F238E27FC236}">
                <a16:creationId xmlns:a16="http://schemas.microsoft.com/office/drawing/2014/main" id="{1AACC200-DB22-16D3-3E61-CDC27B2BBA12}"/>
              </a:ext>
              <a:ext uri="{C183D7F6-B498-43B3-948B-1728B52AA6E4}">
                <adec:decorative xmlns:adec="http://schemas.microsoft.com/office/drawing/2017/decorative" val="0"/>
              </a:ext>
            </a:extLst>
          </p:cNvPr>
          <p:cNvSpPr txBox="1"/>
          <p:nvPr userDrawn="1"/>
        </p:nvSpPr>
        <p:spPr>
          <a:xfrm>
            <a:off x="12377339" y="4453708"/>
            <a:ext cx="2519761" cy="954107"/>
          </a:xfrm>
          <a:prstGeom prst="rect">
            <a:avLst/>
          </a:prstGeom>
          <a:solidFill>
            <a:srgbClr val="FFFF00"/>
          </a:solidFill>
        </p:spPr>
        <p:txBody>
          <a:bodyPr wrap="square" rtlCol="0">
            <a:spAutoFit/>
          </a:bodyPr>
          <a:lstStyle/>
          <a:p>
            <a:pPr algn="l"/>
            <a:r>
              <a:rPr lang="en-US" sz="1400" dirty="0">
                <a:solidFill>
                  <a:schemeClr val="accent3"/>
                </a:solidFill>
              </a:rPr>
              <a:t>To customize the Org-Chart Layout to your individual needs, edits have to be done in the Slide Master.</a:t>
            </a:r>
          </a:p>
        </p:txBody>
      </p:sp>
    </p:spTree>
    <p:extLst>
      <p:ext uri="{BB962C8B-B14F-4D97-AF65-F5344CB8AC3E}">
        <p14:creationId xmlns:p14="http://schemas.microsoft.com/office/powerpoint/2010/main" val="191083013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hapter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C2E9A8E4-56D0-8BA2-6294-9611E2381FE2}"/>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3" name="Text Placeholder 8">
            <a:extLst>
              <a:ext uri="{FF2B5EF4-FFF2-40B4-BE49-F238E27FC236}">
                <a16:creationId xmlns:a16="http://schemas.microsoft.com/office/drawing/2014/main" id="{61A45F6D-44ED-7655-1FF0-4BD4658B4918}"/>
              </a:ext>
            </a:extLst>
          </p:cNvPr>
          <p:cNvSpPr>
            <a:spLocks noGrp="1"/>
          </p:cNvSpPr>
          <p:nvPr>
            <p:ph type="body" sz="quarter" idx="13" hasCustomPrompt="1"/>
          </p:nvPr>
        </p:nvSpPr>
        <p:spPr>
          <a:xfrm>
            <a:off x="390098" y="389618"/>
            <a:ext cx="13769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01</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298602322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hapter 2">
    <p:bg>
      <p:bgPr>
        <a:solidFill>
          <a:schemeClr val="accent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92683593-22E8-3263-2712-45C2A9D997C7}"/>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3" name="Text Placeholder 8">
            <a:extLst>
              <a:ext uri="{FF2B5EF4-FFF2-40B4-BE49-F238E27FC236}">
                <a16:creationId xmlns:a16="http://schemas.microsoft.com/office/drawing/2014/main" id="{F9F0D4EE-1621-8A5D-46B2-3D77C6F3DB86}"/>
              </a:ext>
            </a:extLst>
          </p:cNvPr>
          <p:cNvSpPr>
            <a:spLocks noGrp="1"/>
          </p:cNvSpPr>
          <p:nvPr>
            <p:ph type="body" sz="quarter" idx="13" hasCustomPrompt="1"/>
          </p:nvPr>
        </p:nvSpPr>
        <p:spPr>
          <a:xfrm>
            <a:off x="390098" y="389618"/>
            <a:ext cx="15837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02</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33242591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hapter 3">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CB2993BA-81B4-4C7B-B5D4-6F3A84230FD2}"/>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3" name="Text Placeholder 8">
            <a:extLst>
              <a:ext uri="{FF2B5EF4-FFF2-40B4-BE49-F238E27FC236}">
                <a16:creationId xmlns:a16="http://schemas.microsoft.com/office/drawing/2014/main" id="{ADC44308-D4B4-C78F-0AA7-3CE513D88738}"/>
              </a:ext>
            </a:extLst>
          </p:cNvPr>
          <p:cNvSpPr>
            <a:spLocks noGrp="1"/>
          </p:cNvSpPr>
          <p:nvPr>
            <p:ph type="body" sz="quarter" idx="13" hasCustomPrompt="1"/>
          </p:nvPr>
        </p:nvSpPr>
        <p:spPr>
          <a:xfrm>
            <a:off x="390098" y="389618"/>
            <a:ext cx="159017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03</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60394430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hapter 4">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51C3D4EA-8ADF-9D91-6576-7CC6D63311BB}"/>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3" name="Text Placeholder 8">
            <a:extLst>
              <a:ext uri="{FF2B5EF4-FFF2-40B4-BE49-F238E27FC236}">
                <a16:creationId xmlns:a16="http://schemas.microsoft.com/office/drawing/2014/main" id="{F0B70B6B-96EE-A86E-6097-04A102D4038F}"/>
              </a:ext>
            </a:extLst>
          </p:cNvPr>
          <p:cNvSpPr>
            <a:spLocks noGrp="1"/>
          </p:cNvSpPr>
          <p:nvPr>
            <p:ph type="body" sz="quarter" idx="13" hasCustomPrompt="1"/>
          </p:nvPr>
        </p:nvSpPr>
        <p:spPr>
          <a:xfrm>
            <a:off x="390098" y="389618"/>
            <a:ext cx="161743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04</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255635615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hapter 5">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1E2B2CFE-4909-414D-0919-C72426343E09}"/>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3" name="Text Placeholder 8">
            <a:extLst>
              <a:ext uri="{FF2B5EF4-FFF2-40B4-BE49-F238E27FC236}">
                <a16:creationId xmlns:a16="http://schemas.microsoft.com/office/drawing/2014/main" id="{4920FE09-D53D-58F2-14F2-F828E88C2F01}"/>
              </a:ext>
            </a:extLst>
          </p:cNvPr>
          <p:cNvSpPr>
            <a:spLocks noGrp="1"/>
          </p:cNvSpPr>
          <p:nvPr>
            <p:ph type="body" sz="quarter" idx="14" hasCustomPrompt="1"/>
          </p:nvPr>
        </p:nvSpPr>
        <p:spPr>
          <a:xfrm>
            <a:off x="390098" y="389618"/>
            <a:ext cx="157414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05</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E31A63B0-F56F-4FFC-27C3-566A79317B9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426702025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Chapter 6">
    <p:bg>
      <p:bgPr>
        <a:solidFill>
          <a:schemeClr val="accent2"/>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3EDA4A70-09D2-81E9-6BDE-760FB49226DD}"/>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4" name="Text Placeholder 8">
            <a:extLst>
              <a:ext uri="{FF2B5EF4-FFF2-40B4-BE49-F238E27FC236}">
                <a16:creationId xmlns:a16="http://schemas.microsoft.com/office/drawing/2014/main" id="{F6922402-EF68-49F2-4A3F-B5653B6E20DB}"/>
              </a:ext>
            </a:extLst>
          </p:cNvPr>
          <p:cNvSpPr>
            <a:spLocks noGrp="1"/>
          </p:cNvSpPr>
          <p:nvPr>
            <p:ph type="body" sz="quarter" idx="14" hasCustomPrompt="1"/>
          </p:nvPr>
        </p:nvSpPr>
        <p:spPr>
          <a:xfrm>
            <a:off x="390098" y="389618"/>
            <a:ext cx="1596591"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06</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E4E14169-5DA2-05CD-4E0B-FFA9D622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91437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hapter 7">
    <p:bg>
      <p:bgPr>
        <a:solidFill>
          <a:schemeClr val="accent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7E8F55A3-EE25-9B7F-476D-2683FD6653C6}"/>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4" name="Text Placeholder 8">
            <a:extLst>
              <a:ext uri="{FF2B5EF4-FFF2-40B4-BE49-F238E27FC236}">
                <a16:creationId xmlns:a16="http://schemas.microsoft.com/office/drawing/2014/main" id="{156E34D6-D000-E6B8-A74F-ABBE92A126F4}"/>
              </a:ext>
            </a:extLst>
          </p:cNvPr>
          <p:cNvSpPr>
            <a:spLocks noGrp="1"/>
          </p:cNvSpPr>
          <p:nvPr>
            <p:ph type="body" sz="quarter" idx="14" hasCustomPrompt="1"/>
          </p:nvPr>
        </p:nvSpPr>
        <p:spPr>
          <a:xfrm>
            <a:off x="390098" y="389618"/>
            <a:ext cx="1497205"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07</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6E4E7D65-52B3-610C-1413-747405523C1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213093749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hapter 8">
    <p:bg>
      <p:bgPr>
        <a:solidFill>
          <a:schemeClr val="accent3"/>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BFDF0E7-1C79-FBA3-FBFE-0F62B0F09A2A}"/>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4" name="Text Placeholder 8">
            <a:extLst>
              <a:ext uri="{FF2B5EF4-FFF2-40B4-BE49-F238E27FC236}">
                <a16:creationId xmlns:a16="http://schemas.microsoft.com/office/drawing/2014/main" id="{247EB606-D6A4-CC4D-DEF3-67E1E635A3C8}"/>
              </a:ext>
            </a:extLst>
          </p:cNvPr>
          <p:cNvSpPr>
            <a:spLocks noGrp="1"/>
          </p:cNvSpPr>
          <p:nvPr>
            <p:ph type="body" sz="quarter" idx="14" hasCustomPrompt="1"/>
          </p:nvPr>
        </p:nvSpPr>
        <p:spPr>
          <a:xfrm>
            <a:off x="390098" y="389618"/>
            <a:ext cx="1596591"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08</a:t>
            </a:r>
            <a:endParaRPr lang="en-US" dirty="0"/>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pic>
        <p:nvPicPr>
          <p:cNvPr id="2" name="Graphic 1">
            <a:extLst>
              <a:ext uri="{FF2B5EF4-FFF2-40B4-BE49-F238E27FC236}">
                <a16:creationId xmlns:a16="http://schemas.microsoft.com/office/drawing/2014/main" id="{74490CF5-6E1C-B670-6877-0573039B7C0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331684101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hapter 9">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647457B-1BAA-07D6-5533-5602F3764C3F}"/>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6E971FD5-44A1-DFD7-5CAE-AE2F9A67A08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CE8FF695-DA70-72B7-7FCB-B03764695CB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8AA0434C-987B-C3BE-1B1A-37A1792CCEB5}"/>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6" name="Text Placeholder 8">
            <a:extLst>
              <a:ext uri="{FF2B5EF4-FFF2-40B4-BE49-F238E27FC236}">
                <a16:creationId xmlns:a16="http://schemas.microsoft.com/office/drawing/2014/main" id="{F9DD7213-40BA-724D-890D-5EC783B05964}"/>
              </a:ext>
            </a:extLst>
          </p:cNvPr>
          <p:cNvSpPr>
            <a:spLocks noGrp="1"/>
          </p:cNvSpPr>
          <p:nvPr>
            <p:ph type="body" sz="quarter" idx="13" hasCustomPrompt="1"/>
          </p:nvPr>
        </p:nvSpPr>
        <p:spPr>
          <a:xfrm>
            <a:off x="390098" y="389618"/>
            <a:ext cx="159498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09</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3957142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hapter 10">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2F82A12-00BD-E5BC-6150-78237533B4AD}"/>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75FE9B1-776A-FD80-F50D-0BC55D3E418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D35F74F3-7759-C46C-C97D-B71F33E53E9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D5904DAA-DB4E-9C5F-F3BE-6360D735200C}"/>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6" name="Text Placeholder 8">
            <a:extLst>
              <a:ext uri="{FF2B5EF4-FFF2-40B4-BE49-F238E27FC236}">
                <a16:creationId xmlns:a16="http://schemas.microsoft.com/office/drawing/2014/main" id="{B0A99158-310E-72C4-D4ED-6A7AEC2E68A5}"/>
              </a:ext>
            </a:extLst>
          </p:cNvPr>
          <p:cNvSpPr>
            <a:spLocks noGrp="1"/>
          </p:cNvSpPr>
          <p:nvPr>
            <p:ph type="body" sz="quarter" idx="13" hasCustomPrompt="1"/>
          </p:nvPr>
        </p:nvSpPr>
        <p:spPr>
          <a:xfrm>
            <a:off x="390098" y="389618"/>
            <a:ext cx="13769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10</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45562384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hapter 11">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BCDB6E9-7750-80C4-3499-B30263BF1500}"/>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3B106FD-F518-D49F-A7FE-01216452D8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68E8A64C-3291-2AC4-6FED-865DB127F1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91CDEE5D-8443-4D8D-83C5-66407D3EADFB}"/>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6" name="Text Placeholder 8">
            <a:extLst>
              <a:ext uri="{FF2B5EF4-FFF2-40B4-BE49-F238E27FC236}">
                <a16:creationId xmlns:a16="http://schemas.microsoft.com/office/drawing/2014/main" id="{ADB93994-D828-56A8-BED0-EF84265FC1B0}"/>
              </a:ext>
            </a:extLst>
          </p:cNvPr>
          <p:cNvSpPr>
            <a:spLocks noGrp="1"/>
          </p:cNvSpPr>
          <p:nvPr>
            <p:ph type="body" sz="quarter" idx="13" hasCustomPrompt="1"/>
          </p:nvPr>
        </p:nvSpPr>
        <p:spPr>
          <a:xfrm>
            <a:off x="390098" y="389618"/>
            <a:ext cx="101951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11</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285117445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Chapter 12">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767D5C2-9986-CD8F-00AE-75139A4AF826}"/>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2CA64CC4-4124-A2D6-1C55-8136B44A8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AC106A42-60D3-8E3F-CCE8-EE6AEEE4962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8B96D442-CD53-D8A3-2AD5-89D2E6F3396F}"/>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6" name="Text Placeholder 8">
            <a:extLst>
              <a:ext uri="{FF2B5EF4-FFF2-40B4-BE49-F238E27FC236}">
                <a16:creationId xmlns:a16="http://schemas.microsoft.com/office/drawing/2014/main" id="{7BF3B5C5-5158-C007-0F54-FED60550C187}"/>
              </a:ext>
            </a:extLst>
          </p:cNvPr>
          <p:cNvSpPr>
            <a:spLocks noGrp="1"/>
          </p:cNvSpPr>
          <p:nvPr>
            <p:ph type="body" sz="quarter" idx="13" hasCustomPrompt="1"/>
          </p:nvPr>
        </p:nvSpPr>
        <p:spPr>
          <a:xfrm>
            <a:off x="390098" y="389618"/>
            <a:ext cx="122629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12</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306920442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hapter 13">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6" name="Title 4">
            <a:extLst>
              <a:ext uri="{FF2B5EF4-FFF2-40B4-BE49-F238E27FC236}">
                <a16:creationId xmlns:a16="http://schemas.microsoft.com/office/drawing/2014/main" id="{485E392D-70EC-31BF-DDFC-2F3DAA4B3577}"/>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4" name="Text Placeholder 8">
            <a:extLst>
              <a:ext uri="{FF2B5EF4-FFF2-40B4-BE49-F238E27FC236}">
                <a16:creationId xmlns:a16="http://schemas.microsoft.com/office/drawing/2014/main" id="{7DB40ADA-EF2C-3637-5278-E0BFE62AB21A}"/>
              </a:ext>
            </a:extLst>
          </p:cNvPr>
          <p:cNvSpPr>
            <a:spLocks noGrp="1"/>
          </p:cNvSpPr>
          <p:nvPr>
            <p:ph type="body" sz="quarter" idx="13" hasCustomPrompt="1"/>
          </p:nvPr>
        </p:nvSpPr>
        <p:spPr>
          <a:xfrm>
            <a:off x="390098" y="389618"/>
            <a:ext cx="1225296" cy="1481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13</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3" name="Graphique 10" descr="Atos logo">
            <a:extLst>
              <a:ext uri="{FF2B5EF4-FFF2-40B4-BE49-F238E27FC236}">
                <a16:creationId xmlns:a16="http://schemas.microsoft.com/office/drawing/2014/main" id="{33E0A80D-3C82-E23B-A40B-C1BC24590A1F}"/>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249483569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hapter 1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3" name="Title 4">
            <a:extLst>
              <a:ext uri="{FF2B5EF4-FFF2-40B4-BE49-F238E27FC236}">
                <a16:creationId xmlns:a16="http://schemas.microsoft.com/office/drawing/2014/main" id="{93A188F9-28B6-6720-476D-8C87303C23AC}"/>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4" name="Text Placeholder 8">
            <a:extLst>
              <a:ext uri="{FF2B5EF4-FFF2-40B4-BE49-F238E27FC236}">
                <a16:creationId xmlns:a16="http://schemas.microsoft.com/office/drawing/2014/main" id="{DD13CC53-47E0-9BC4-759F-A69CE1B7E3C2}"/>
              </a:ext>
            </a:extLst>
          </p:cNvPr>
          <p:cNvSpPr>
            <a:spLocks noGrp="1"/>
          </p:cNvSpPr>
          <p:nvPr>
            <p:ph type="body" sz="quarter" idx="13" hasCustomPrompt="1"/>
          </p:nvPr>
        </p:nvSpPr>
        <p:spPr>
          <a:xfrm>
            <a:off x="390098" y="389618"/>
            <a:ext cx="125996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14</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5" name="Graphique 10" descr="Atos logo">
            <a:extLst>
              <a:ext uri="{FF2B5EF4-FFF2-40B4-BE49-F238E27FC236}">
                <a16:creationId xmlns:a16="http://schemas.microsoft.com/office/drawing/2014/main" id="{9FD2792D-1EDF-572F-7DB5-2961A28257AC}"/>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83697981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Chapter 15">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3" name="Title 4">
            <a:extLst>
              <a:ext uri="{FF2B5EF4-FFF2-40B4-BE49-F238E27FC236}">
                <a16:creationId xmlns:a16="http://schemas.microsoft.com/office/drawing/2014/main" id="{3B76FB1E-D1C2-E659-4AC9-670E76886580}"/>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6" name="Text Placeholder 8">
            <a:extLst>
              <a:ext uri="{FF2B5EF4-FFF2-40B4-BE49-F238E27FC236}">
                <a16:creationId xmlns:a16="http://schemas.microsoft.com/office/drawing/2014/main" id="{7953EA74-8A8A-F8C5-FA23-BFBB4951AF74}"/>
              </a:ext>
            </a:extLst>
          </p:cNvPr>
          <p:cNvSpPr>
            <a:spLocks noGrp="1"/>
          </p:cNvSpPr>
          <p:nvPr>
            <p:ph type="body" sz="quarter" idx="13" hasCustomPrompt="1"/>
          </p:nvPr>
        </p:nvSpPr>
        <p:spPr>
          <a:xfrm>
            <a:off x="390098" y="389618"/>
            <a:ext cx="12166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15</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4" name="Graphique 10" descr="Atos logo">
            <a:extLst>
              <a:ext uri="{FF2B5EF4-FFF2-40B4-BE49-F238E27FC236}">
                <a16:creationId xmlns:a16="http://schemas.microsoft.com/office/drawing/2014/main" id="{95AC25AD-A3BC-AA9F-33C3-7F462A68D25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374644325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Chapter 16">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8DE8FE7-7100-76F5-9120-BC8169D59E4B}"/>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C429E332-0C45-27B0-68DB-585384ABC8DC}"/>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4" name="Text Placeholder 8">
            <a:extLst>
              <a:ext uri="{FF2B5EF4-FFF2-40B4-BE49-F238E27FC236}">
                <a16:creationId xmlns:a16="http://schemas.microsoft.com/office/drawing/2014/main" id="{BE675D1B-83BC-E7E0-1E53-2B07142D9366}"/>
              </a:ext>
            </a:extLst>
          </p:cNvPr>
          <p:cNvSpPr>
            <a:spLocks noGrp="1"/>
          </p:cNvSpPr>
          <p:nvPr>
            <p:ph type="body" sz="quarter" idx="13" hasCustomPrompt="1"/>
          </p:nvPr>
        </p:nvSpPr>
        <p:spPr>
          <a:xfrm>
            <a:off x="390098" y="389618"/>
            <a:ext cx="12391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16</a:t>
            </a:r>
          </a:p>
        </p:txBody>
      </p:sp>
      <p:sp>
        <p:nvSpPr>
          <p:cNvPr id="9" name="Graphique 10" descr="Atos logo">
            <a:extLst>
              <a:ext uri="{FF2B5EF4-FFF2-40B4-BE49-F238E27FC236}">
                <a16:creationId xmlns:a16="http://schemas.microsoft.com/office/drawing/2014/main" id="{85F73F1A-DD6D-8A99-3BE3-33BEC9E07EBE}"/>
              </a:ext>
              <a:ext uri="{C183D7F6-B498-43B3-948B-1728B52AA6E4}">
                <adec:decorative xmlns:adec="http://schemas.microsoft.com/office/drawing/2017/decorative" val="0"/>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258991999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Chapter 17">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9337D3C-6EE3-DFF9-3593-E73BB9D9C93E}"/>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8A65E7CC-08F0-C4B0-F2BB-DB3DF4345688}"/>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10" name="Text Placeholder 8">
            <a:extLst>
              <a:ext uri="{FF2B5EF4-FFF2-40B4-BE49-F238E27FC236}">
                <a16:creationId xmlns:a16="http://schemas.microsoft.com/office/drawing/2014/main" id="{CC9DB672-DE0F-6DFC-88E9-FA4AABF53073}"/>
              </a:ext>
            </a:extLst>
          </p:cNvPr>
          <p:cNvSpPr>
            <a:spLocks noGrp="1"/>
          </p:cNvSpPr>
          <p:nvPr>
            <p:ph type="body" sz="quarter" idx="13" hasCustomPrompt="1"/>
          </p:nvPr>
        </p:nvSpPr>
        <p:spPr>
          <a:xfrm>
            <a:off x="390098" y="389618"/>
            <a:ext cx="1139736"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17</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337148757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Chapter 18">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5A83F88-05FA-AF34-DCE0-A312CE87D328}"/>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33E154DC-8BCE-9D1C-D10A-AFFD726767B0}"/>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10" name="Text Placeholder 8">
            <a:extLst>
              <a:ext uri="{FF2B5EF4-FFF2-40B4-BE49-F238E27FC236}">
                <a16:creationId xmlns:a16="http://schemas.microsoft.com/office/drawing/2014/main" id="{78041AAF-1E78-0F21-4AE5-20C76BCD5741}"/>
              </a:ext>
            </a:extLst>
          </p:cNvPr>
          <p:cNvSpPr>
            <a:spLocks noGrp="1"/>
          </p:cNvSpPr>
          <p:nvPr>
            <p:ph type="body" sz="quarter" idx="13" hasCustomPrompt="1"/>
          </p:nvPr>
        </p:nvSpPr>
        <p:spPr>
          <a:xfrm>
            <a:off x="390098" y="389618"/>
            <a:ext cx="12391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18</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397986484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Chapter 19">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2BC0963-42C7-7862-38D1-2147A16C2299}"/>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2671FFCC-3929-E1DA-8F2E-E32CF841139F}"/>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7" name="Text Placeholder 8">
            <a:extLst>
              <a:ext uri="{FF2B5EF4-FFF2-40B4-BE49-F238E27FC236}">
                <a16:creationId xmlns:a16="http://schemas.microsoft.com/office/drawing/2014/main" id="{5BA9B582-97CC-75D1-FA39-FA434104B467}"/>
              </a:ext>
            </a:extLst>
          </p:cNvPr>
          <p:cNvSpPr>
            <a:spLocks noGrp="1"/>
          </p:cNvSpPr>
          <p:nvPr>
            <p:ph type="body" sz="quarter" idx="13" hasCustomPrompt="1"/>
          </p:nvPr>
        </p:nvSpPr>
        <p:spPr>
          <a:xfrm>
            <a:off x="390098" y="389618"/>
            <a:ext cx="123751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19</a:t>
            </a:r>
          </a:p>
        </p:txBody>
      </p:sp>
      <p:sp>
        <p:nvSpPr>
          <p:cNvPr id="3" name="Graphique 10" descr="Atos logo">
            <a:extLst>
              <a:ext uri="{FF2B5EF4-FFF2-40B4-BE49-F238E27FC236}">
                <a16:creationId xmlns:a16="http://schemas.microsoft.com/office/drawing/2014/main" id="{B6F2B5DA-CFB6-D9D3-F5F2-3D975C24C3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16903452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Chapter 20">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2CEFB10-E83B-A5F4-595C-3E2F23A21542}"/>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48AE05D5-968C-AAF3-642F-63B9B1A2824D}"/>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10" name="Text Placeholder 8">
            <a:extLst>
              <a:ext uri="{FF2B5EF4-FFF2-40B4-BE49-F238E27FC236}">
                <a16:creationId xmlns:a16="http://schemas.microsoft.com/office/drawing/2014/main" id="{0636A41F-7432-7D91-59E0-FA55DE5CF9F6}"/>
              </a:ext>
            </a:extLst>
          </p:cNvPr>
          <p:cNvSpPr>
            <a:spLocks noGrp="1"/>
          </p:cNvSpPr>
          <p:nvPr>
            <p:ph type="body" sz="quarter" idx="13" hasCustomPrompt="1"/>
          </p:nvPr>
        </p:nvSpPr>
        <p:spPr>
          <a:xfrm>
            <a:off x="390098" y="389618"/>
            <a:ext cx="15837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20</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dirty="0"/>
          </a:p>
        </p:txBody>
      </p:sp>
    </p:spTree>
    <p:extLst>
      <p:ext uri="{BB962C8B-B14F-4D97-AF65-F5344CB8AC3E}">
        <p14:creationId xmlns:p14="http://schemas.microsoft.com/office/powerpoint/2010/main" val="139134402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hapter 21">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32A2103-7CC6-DE6B-DBBC-51C1FB62244D}"/>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16B8DED1-4041-559D-3582-3FD409EC5902}"/>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10" name="Text Placeholder 8">
            <a:extLst>
              <a:ext uri="{FF2B5EF4-FFF2-40B4-BE49-F238E27FC236}">
                <a16:creationId xmlns:a16="http://schemas.microsoft.com/office/drawing/2014/main" id="{1930BF86-A431-CF2A-05D8-52FCAAC6D89F}"/>
              </a:ext>
            </a:extLst>
          </p:cNvPr>
          <p:cNvSpPr>
            <a:spLocks noGrp="1"/>
          </p:cNvSpPr>
          <p:nvPr>
            <p:ph type="body" sz="quarter" idx="13" hasCustomPrompt="1"/>
          </p:nvPr>
        </p:nvSpPr>
        <p:spPr>
          <a:xfrm>
            <a:off x="390098" y="389618"/>
            <a:ext cx="122629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21</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62567677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hapter 2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B9B736D-8E32-80DE-0FF7-990AF926FA9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3" name="Title 4">
            <a:extLst>
              <a:ext uri="{FF2B5EF4-FFF2-40B4-BE49-F238E27FC236}">
                <a16:creationId xmlns:a16="http://schemas.microsoft.com/office/drawing/2014/main" id="{704C25D1-866D-CD6D-7160-8DEA06B4F5F9}"/>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6" name="Text Placeholder 8">
            <a:extLst>
              <a:ext uri="{FF2B5EF4-FFF2-40B4-BE49-F238E27FC236}">
                <a16:creationId xmlns:a16="http://schemas.microsoft.com/office/drawing/2014/main" id="{138A8234-C39C-1E9A-50E2-388323430CE4}"/>
              </a:ext>
            </a:extLst>
          </p:cNvPr>
          <p:cNvSpPr>
            <a:spLocks noGrp="1"/>
          </p:cNvSpPr>
          <p:nvPr>
            <p:ph type="body" sz="quarter" idx="14" hasCustomPrompt="1"/>
          </p:nvPr>
        </p:nvSpPr>
        <p:spPr>
          <a:xfrm>
            <a:off x="390098" y="389618"/>
            <a:ext cx="1433085"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22</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lvl1pPr>
          </a:lstStyle>
          <a:p>
            <a:r>
              <a:rPr lang="fr-FR"/>
              <a:t>Cliquez sur l'icône pour ajouter une image</a:t>
            </a:r>
            <a:endParaRPr lang="en-US" dirty="0"/>
          </a:p>
        </p:txBody>
      </p:sp>
      <p:sp>
        <p:nvSpPr>
          <p:cNvPr id="4" name="Graphique 10" descr="Atos logo">
            <a:extLst>
              <a:ext uri="{FF2B5EF4-FFF2-40B4-BE49-F238E27FC236}">
                <a16:creationId xmlns:a16="http://schemas.microsoft.com/office/drawing/2014/main" id="{ADB4970B-D4DE-FCEA-9E0F-75184CF8E462}"/>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99371396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hapter 23">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15A7A7F-2675-5C7F-6DDE-C2FEFB212365}"/>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2" name="Title 4">
            <a:extLst>
              <a:ext uri="{FF2B5EF4-FFF2-40B4-BE49-F238E27FC236}">
                <a16:creationId xmlns:a16="http://schemas.microsoft.com/office/drawing/2014/main" id="{D6C68454-175B-BF81-6CDF-47472DCBD5A4}"/>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3" name="Text Placeholder 8">
            <a:extLst>
              <a:ext uri="{FF2B5EF4-FFF2-40B4-BE49-F238E27FC236}">
                <a16:creationId xmlns:a16="http://schemas.microsoft.com/office/drawing/2014/main" id="{257C1780-4949-0B6D-62EB-41246530B7B7}"/>
              </a:ext>
            </a:extLst>
          </p:cNvPr>
          <p:cNvSpPr>
            <a:spLocks noGrp="1"/>
          </p:cNvSpPr>
          <p:nvPr>
            <p:ph type="body" sz="quarter" idx="14" hasCustomPrompt="1"/>
          </p:nvPr>
        </p:nvSpPr>
        <p:spPr>
          <a:xfrm>
            <a:off x="390098" y="389618"/>
            <a:ext cx="143949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23</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lvl1pPr>
          </a:lstStyle>
          <a:p>
            <a:r>
              <a:rPr lang="fr-FR"/>
              <a:t>Cliquez sur l'icône pour ajouter une image</a:t>
            </a:r>
            <a:endParaRPr lang="en-US" dirty="0"/>
          </a:p>
        </p:txBody>
      </p:sp>
      <p:sp>
        <p:nvSpPr>
          <p:cNvPr id="5" name="Graphique 10" descr="Atos logo">
            <a:extLst>
              <a:ext uri="{FF2B5EF4-FFF2-40B4-BE49-F238E27FC236}">
                <a16:creationId xmlns:a16="http://schemas.microsoft.com/office/drawing/2014/main" id="{5177CB86-3FA2-3F10-DA09-1E5B601CC716}"/>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95882756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Chapter 24">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EA9624B-7CA8-3862-903A-A82256DBBBBC}"/>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2" name="Title 4">
            <a:extLst>
              <a:ext uri="{FF2B5EF4-FFF2-40B4-BE49-F238E27FC236}">
                <a16:creationId xmlns:a16="http://schemas.microsoft.com/office/drawing/2014/main" id="{AC52500A-2159-443F-DFBE-722F1A82F152}"/>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3" name="Text Placeholder 8">
            <a:extLst>
              <a:ext uri="{FF2B5EF4-FFF2-40B4-BE49-F238E27FC236}">
                <a16:creationId xmlns:a16="http://schemas.microsoft.com/office/drawing/2014/main" id="{F69298B7-8C01-593D-5DE8-5E97C2ED4816}"/>
              </a:ext>
            </a:extLst>
          </p:cNvPr>
          <p:cNvSpPr>
            <a:spLocks noGrp="1"/>
          </p:cNvSpPr>
          <p:nvPr>
            <p:ph type="body" sz="quarter" idx="14" hasCustomPrompt="1"/>
          </p:nvPr>
        </p:nvSpPr>
        <p:spPr>
          <a:xfrm>
            <a:off x="390098" y="389618"/>
            <a:ext cx="146674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24</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dirty="0"/>
          </a:p>
        </p:txBody>
      </p:sp>
      <p:sp>
        <p:nvSpPr>
          <p:cNvPr id="5" name="Graphique 10" descr="Atos logo">
            <a:extLst>
              <a:ext uri="{FF2B5EF4-FFF2-40B4-BE49-F238E27FC236}">
                <a16:creationId xmlns:a16="http://schemas.microsoft.com/office/drawing/2014/main" id="{1587C7C0-A4E6-BF44-4AE5-2BD71887E2F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02259525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Chapter 25">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8AE79F0-AD6D-9389-65BB-181921FD98BF}"/>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4" name="Title 4">
            <a:extLst>
              <a:ext uri="{FF2B5EF4-FFF2-40B4-BE49-F238E27FC236}">
                <a16:creationId xmlns:a16="http://schemas.microsoft.com/office/drawing/2014/main" id="{0567AF7A-4C14-837A-83E7-6300B72CB6B5}"/>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10" name="Text Placeholder 8">
            <a:extLst>
              <a:ext uri="{FF2B5EF4-FFF2-40B4-BE49-F238E27FC236}">
                <a16:creationId xmlns:a16="http://schemas.microsoft.com/office/drawing/2014/main" id="{E6A433C3-3331-53B1-492C-AC6E515968BF}"/>
              </a:ext>
            </a:extLst>
          </p:cNvPr>
          <p:cNvSpPr>
            <a:spLocks noGrp="1"/>
          </p:cNvSpPr>
          <p:nvPr>
            <p:ph type="body" sz="quarter" idx="14" hasCustomPrompt="1"/>
          </p:nvPr>
        </p:nvSpPr>
        <p:spPr>
          <a:xfrm>
            <a:off x="390098" y="389618"/>
            <a:ext cx="14234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25</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D1212317-83E1-68D2-2200-9D784B9C8599}"/>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287327684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Chapter 2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11EFBFF-EB73-649E-3786-A726573022E4}"/>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73BDDB38-C023-ECFB-7FA7-3D196CAD18C4}"/>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10" name="Text Placeholder 8">
            <a:extLst>
              <a:ext uri="{FF2B5EF4-FFF2-40B4-BE49-F238E27FC236}">
                <a16:creationId xmlns:a16="http://schemas.microsoft.com/office/drawing/2014/main" id="{6CC28F0A-14CE-5EE9-604D-DA2FAECF53D6}"/>
              </a:ext>
            </a:extLst>
          </p:cNvPr>
          <p:cNvSpPr>
            <a:spLocks noGrp="1"/>
          </p:cNvSpPr>
          <p:nvPr>
            <p:ph type="body" sz="quarter" idx="14" hasCustomPrompt="1"/>
          </p:nvPr>
        </p:nvSpPr>
        <p:spPr>
          <a:xfrm>
            <a:off x="390098" y="389618"/>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26</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739B335D-A0EE-42A2-8A84-B0F336795D77}"/>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33748848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hapter 27">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DA772B0-BE10-8466-ED2D-81966C69A9FF}"/>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F9A84E36-6C4D-EC23-D9DC-E47C3F54FC28}"/>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10" name="Text Placeholder 8">
            <a:extLst>
              <a:ext uri="{FF2B5EF4-FFF2-40B4-BE49-F238E27FC236}">
                <a16:creationId xmlns:a16="http://schemas.microsoft.com/office/drawing/2014/main" id="{3825B835-CA3B-65BD-649E-D3BFFA9A1C2E}"/>
              </a:ext>
            </a:extLst>
          </p:cNvPr>
          <p:cNvSpPr>
            <a:spLocks noGrp="1"/>
          </p:cNvSpPr>
          <p:nvPr>
            <p:ph type="body" sz="quarter" idx="14" hasCustomPrompt="1"/>
          </p:nvPr>
        </p:nvSpPr>
        <p:spPr>
          <a:xfrm>
            <a:off x="390098" y="389618"/>
            <a:ext cx="13465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27</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0436BE75-AACC-CC4C-0E2E-8C4B10FFF1B1}"/>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177539241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Chapter 28">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51CEFB8-B563-770D-9D99-8C9E8DD0FF79}"/>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10" name="Title 4">
            <a:extLst>
              <a:ext uri="{FF2B5EF4-FFF2-40B4-BE49-F238E27FC236}">
                <a16:creationId xmlns:a16="http://schemas.microsoft.com/office/drawing/2014/main" id="{AC9242F1-43B4-A76C-349C-F7B1071DD0C4}"/>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4" name="Text Placeholder 8">
            <a:extLst>
              <a:ext uri="{FF2B5EF4-FFF2-40B4-BE49-F238E27FC236}">
                <a16:creationId xmlns:a16="http://schemas.microsoft.com/office/drawing/2014/main" id="{971F16D4-8573-7435-9634-F043B7DDF957}"/>
              </a:ext>
            </a:extLst>
          </p:cNvPr>
          <p:cNvSpPr>
            <a:spLocks noGrp="1"/>
          </p:cNvSpPr>
          <p:nvPr>
            <p:ph type="body" sz="quarter" idx="15" hasCustomPrompt="1"/>
          </p:nvPr>
        </p:nvSpPr>
        <p:spPr>
          <a:xfrm>
            <a:off x="6427180" y="2391922"/>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28</a:t>
            </a:r>
          </a:p>
        </p:txBody>
      </p:sp>
      <p:sp>
        <p:nvSpPr>
          <p:cNvPr id="8" name="Graphique 10" descr="Atos logo">
            <a:extLst>
              <a:ext uri="{FF2B5EF4-FFF2-40B4-BE49-F238E27FC236}">
                <a16:creationId xmlns:a16="http://schemas.microsoft.com/office/drawing/2014/main" id="{0348FDAC-BB8D-EE05-649D-F9427FB5C1D7}"/>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dirty="0"/>
              <a:t>Click icon to add picture</a:t>
            </a:r>
            <a:br>
              <a:rPr lang="en-US" dirty="0"/>
            </a:br>
            <a:r>
              <a:rPr lang="en-US" dirty="0"/>
              <a:t>[Reading order of this slide is failing currently as </a:t>
            </a:r>
            <a:br>
              <a:rPr lang="en-US" dirty="0"/>
            </a:br>
            <a:r>
              <a:rPr lang="en-US" dirty="0"/>
              <a:t>you need to either label your image decorative]</a:t>
            </a:r>
          </a:p>
        </p:txBody>
      </p:sp>
    </p:spTree>
    <p:extLst>
      <p:ext uri="{BB962C8B-B14F-4D97-AF65-F5344CB8AC3E}">
        <p14:creationId xmlns:p14="http://schemas.microsoft.com/office/powerpoint/2010/main" val="249341372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Chapter 29">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90E333D-E0E4-41EB-7E6B-E7E0B5E719CA}"/>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636A8708-EA5F-63FF-9012-778B41E03343}"/>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14" name="Graphic 13">
                <a:extLst>
                  <a:ext uri="{FF2B5EF4-FFF2-40B4-BE49-F238E27FC236}">
                    <a16:creationId xmlns:a16="http://schemas.microsoft.com/office/drawing/2014/main" id="{B515B648-1B87-E6B5-9CBE-B7CFC49DC17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15" name="Graphic 14">
                <a:extLst>
                  <a:ext uri="{FF2B5EF4-FFF2-40B4-BE49-F238E27FC236}">
                    <a16:creationId xmlns:a16="http://schemas.microsoft.com/office/drawing/2014/main" id="{87854A9F-23C9-BD8B-E090-EC696B92F05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16" name="Graphic 15">
                <a:extLst>
                  <a:ext uri="{FF2B5EF4-FFF2-40B4-BE49-F238E27FC236}">
                    <a16:creationId xmlns:a16="http://schemas.microsoft.com/office/drawing/2014/main" id="{CAE5BE78-322C-C02F-69CA-A6153356716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7238B460-902B-10A2-1B47-E19F7237BBA5}"/>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6" name="Text Placeholder 8">
            <a:extLst>
              <a:ext uri="{FF2B5EF4-FFF2-40B4-BE49-F238E27FC236}">
                <a16:creationId xmlns:a16="http://schemas.microsoft.com/office/drawing/2014/main" id="{54B6605C-B282-BBB6-5839-EC88621437B6}"/>
              </a:ext>
            </a:extLst>
          </p:cNvPr>
          <p:cNvSpPr>
            <a:spLocks noGrp="1"/>
          </p:cNvSpPr>
          <p:nvPr>
            <p:ph type="body" sz="quarter" idx="15" hasCustomPrompt="1"/>
          </p:nvPr>
        </p:nvSpPr>
        <p:spPr>
          <a:xfrm>
            <a:off x="6427180" y="2391922"/>
            <a:ext cx="1444306"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29</a:t>
            </a:r>
          </a:p>
        </p:txBody>
      </p:sp>
      <p:sp>
        <p:nvSpPr>
          <p:cNvPr id="17" name="Graphique 10" descr="Atos logo">
            <a:extLst>
              <a:ext uri="{FF2B5EF4-FFF2-40B4-BE49-F238E27FC236}">
                <a16:creationId xmlns:a16="http://schemas.microsoft.com/office/drawing/2014/main" id="{4DA78401-6EEC-C6E8-8702-A0E157289B2C}"/>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dirty="0"/>
              <a:t>Click icon to add picture</a:t>
            </a:r>
            <a:br>
              <a:rPr lang="en-US" dirty="0"/>
            </a:br>
            <a:r>
              <a:rPr lang="en-US" dirty="0"/>
              <a:t>[Reading order of this slide is failing currently as </a:t>
            </a:r>
            <a:br>
              <a:rPr lang="en-US" dirty="0"/>
            </a:br>
            <a:r>
              <a:rPr lang="en-US" dirty="0"/>
              <a:t>you need to either label your image decorative]</a:t>
            </a:r>
          </a:p>
        </p:txBody>
      </p:sp>
    </p:spTree>
    <p:extLst>
      <p:ext uri="{BB962C8B-B14F-4D97-AF65-F5344CB8AC3E}">
        <p14:creationId xmlns:p14="http://schemas.microsoft.com/office/powerpoint/2010/main" val="382892782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Chapter 30">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562BE8B-C875-0792-6A10-7514DD6734B1}"/>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24BF260-716D-9275-3FE1-C4548FE186B0}"/>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13" name="Graphic 12">
                <a:extLst>
                  <a:ext uri="{FF2B5EF4-FFF2-40B4-BE49-F238E27FC236}">
                    <a16:creationId xmlns:a16="http://schemas.microsoft.com/office/drawing/2014/main" id="{E677AFD3-C579-BAD7-1C1D-8DDE5975117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14" name="Graphic 13">
                <a:extLst>
                  <a:ext uri="{FF2B5EF4-FFF2-40B4-BE49-F238E27FC236}">
                    <a16:creationId xmlns:a16="http://schemas.microsoft.com/office/drawing/2014/main" id="{B52BD12C-8BEC-4782-C65A-41D868D438A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15" name="Graphic 14">
                <a:extLst>
                  <a:ext uri="{FF2B5EF4-FFF2-40B4-BE49-F238E27FC236}">
                    <a16:creationId xmlns:a16="http://schemas.microsoft.com/office/drawing/2014/main" id="{FE4E468E-7C33-ABD2-A978-CE4163D9FF2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9" name="Title 4">
            <a:extLst>
              <a:ext uri="{FF2B5EF4-FFF2-40B4-BE49-F238E27FC236}">
                <a16:creationId xmlns:a16="http://schemas.microsoft.com/office/drawing/2014/main" id="{58DC9F18-5549-E409-1C20-CAD9177354A5}"/>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6" name="Text Placeholder 8">
            <a:extLst>
              <a:ext uri="{FF2B5EF4-FFF2-40B4-BE49-F238E27FC236}">
                <a16:creationId xmlns:a16="http://schemas.microsoft.com/office/drawing/2014/main" id="{60F1895A-14D6-2C8D-6279-1FF0CBA01DB5}"/>
              </a:ext>
            </a:extLst>
          </p:cNvPr>
          <p:cNvSpPr>
            <a:spLocks noGrp="1"/>
          </p:cNvSpPr>
          <p:nvPr>
            <p:ph type="body" sz="quarter" idx="15" hasCustomPrompt="1"/>
          </p:nvPr>
        </p:nvSpPr>
        <p:spPr>
          <a:xfrm>
            <a:off x="6427180" y="2391922"/>
            <a:ext cx="159017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30</a:t>
            </a:r>
          </a:p>
        </p:txBody>
      </p:sp>
      <p:sp>
        <p:nvSpPr>
          <p:cNvPr id="8" name="Graphique 10" descr="Atos logo">
            <a:extLst>
              <a:ext uri="{FF2B5EF4-FFF2-40B4-BE49-F238E27FC236}">
                <a16:creationId xmlns:a16="http://schemas.microsoft.com/office/drawing/2014/main" id="{0348FDAC-BB8D-EE05-649D-F9427FB5C1D7}"/>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dirty="0"/>
              <a:t>Click icon to add picture</a:t>
            </a:r>
            <a:br>
              <a:rPr lang="en-US" dirty="0"/>
            </a:br>
            <a:r>
              <a:rPr lang="en-US" dirty="0"/>
              <a:t>[Reading order of this slide is failing currently as </a:t>
            </a:r>
            <a:br>
              <a:rPr lang="en-US" dirty="0"/>
            </a:br>
            <a:r>
              <a:rPr lang="en-US" dirty="0"/>
              <a:t>you need to either label your image decorative]</a:t>
            </a:r>
          </a:p>
        </p:txBody>
      </p:sp>
    </p:spTree>
    <p:extLst>
      <p:ext uri="{BB962C8B-B14F-4D97-AF65-F5344CB8AC3E}">
        <p14:creationId xmlns:p14="http://schemas.microsoft.com/office/powerpoint/2010/main" val="238907379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Chapter 31">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FD63BAEC-737F-3455-6E41-44847E5F7C58}"/>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4" name="Text Placeholder 8">
            <a:extLst>
              <a:ext uri="{FF2B5EF4-FFF2-40B4-BE49-F238E27FC236}">
                <a16:creationId xmlns:a16="http://schemas.microsoft.com/office/drawing/2014/main" id="{9C972C1F-FA07-7B32-C804-2F9D9DBDCA4B}"/>
              </a:ext>
            </a:extLst>
          </p:cNvPr>
          <p:cNvSpPr>
            <a:spLocks noGrp="1"/>
          </p:cNvSpPr>
          <p:nvPr>
            <p:ph type="body" sz="quarter" idx="14" hasCustomPrompt="1"/>
          </p:nvPr>
        </p:nvSpPr>
        <p:spPr>
          <a:xfrm>
            <a:off x="390098" y="389618"/>
            <a:ext cx="123271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31</a:t>
            </a:r>
          </a:p>
        </p:txBody>
      </p:sp>
      <p:sp>
        <p:nvSpPr>
          <p:cNvPr id="3" name="Graphique 10" descr="Atos logo">
            <a:extLst>
              <a:ext uri="{FF2B5EF4-FFF2-40B4-BE49-F238E27FC236}">
                <a16:creationId xmlns:a16="http://schemas.microsoft.com/office/drawing/2014/main" id="{93908D97-756A-94B0-3B08-88685AE4598F}"/>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19" name="Picture Placeholder 6">
            <a:extLst>
              <a:ext uri="{FF2B5EF4-FFF2-40B4-BE49-F238E27FC236}">
                <a16:creationId xmlns:a16="http://schemas.microsoft.com/office/drawing/2014/main" id="{A25555FE-C8DD-623E-93FB-3A1B6E1E3091}"/>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lvl1pPr>
          </a:lstStyle>
          <a:p>
            <a:r>
              <a:rPr lang="fr-FR"/>
              <a:t>Cliquez sur l'icône pour ajouter une image</a:t>
            </a:r>
            <a:endParaRPr lang="en-US" dirty="0"/>
          </a:p>
        </p:txBody>
      </p:sp>
    </p:spTree>
    <p:extLst>
      <p:ext uri="{BB962C8B-B14F-4D97-AF65-F5344CB8AC3E}">
        <p14:creationId xmlns:p14="http://schemas.microsoft.com/office/powerpoint/2010/main" val="17186167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hapter 32">
    <p:bg>
      <p:bgPr>
        <a:solidFill>
          <a:schemeClr val="accent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AFEB385-6C15-1998-C95A-636D88E66DE8}"/>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accent3"/>
                </a:solidFill>
                <a:latin typeface="+mj-lt"/>
                <a:ea typeface="+mn-ea"/>
                <a:cs typeface="+mn-cs"/>
              </a:defRPr>
            </a:lvl1pPr>
          </a:lstStyle>
          <a:p>
            <a:pPr lvl="0"/>
            <a:r>
              <a:rPr lang="en-US" dirty="0"/>
              <a:t>Chapter title</a:t>
            </a:r>
            <a:br>
              <a:rPr lang="en-US" dirty="0"/>
            </a:br>
            <a:r>
              <a:rPr lang="en-US" dirty="0"/>
              <a:t>two lines</a:t>
            </a:r>
          </a:p>
        </p:txBody>
      </p:sp>
      <p:sp>
        <p:nvSpPr>
          <p:cNvPr id="6" name="Text Placeholder 8">
            <a:extLst>
              <a:ext uri="{FF2B5EF4-FFF2-40B4-BE49-F238E27FC236}">
                <a16:creationId xmlns:a16="http://schemas.microsoft.com/office/drawing/2014/main" id="{DFBAB907-EF18-597F-DC14-A83EBE422567}"/>
              </a:ext>
            </a:extLst>
          </p:cNvPr>
          <p:cNvSpPr>
            <a:spLocks noGrp="1"/>
          </p:cNvSpPr>
          <p:nvPr>
            <p:ph type="body" sz="quarter" idx="14" hasCustomPrompt="1"/>
          </p:nvPr>
        </p:nvSpPr>
        <p:spPr>
          <a:xfrm>
            <a:off x="390098" y="389618"/>
            <a:ext cx="143949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32</a:t>
            </a:r>
          </a:p>
        </p:txBody>
      </p:sp>
      <p:sp>
        <p:nvSpPr>
          <p:cNvPr id="3" name="Graphique 10" descr="Atos logo">
            <a:extLst>
              <a:ext uri="{FF2B5EF4-FFF2-40B4-BE49-F238E27FC236}">
                <a16:creationId xmlns:a16="http://schemas.microsoft.com/office/drawing/2014/main" id="{955EAE60-076F-B3BA-2FD9-F291924DE944}"/>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11" name="Picture Placeholder 6">
            <a:extLst>
              <a:ext uri="{FF2B5EF4-FFF2-40B4-BE49-F238E27FC236}">
                <a16:creationId xmlns:a16="http://schemas.microsoft.com/office/drawing/2014/main" id="{8FC58AAA-366C-B87C-83CD-72182A819A9C}"/>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lvl1pPr>
          </a:lstStyle>
          <a:p>
            <a:r>
              <a:rPr lang="fr-FR"/>
              <a:t>Cliquez sur l'icône pour ajouter une image</a:t>
            </a:r>
            <a:endParaRPr lang="en-US" dirty="0"/>
          </a:p>
        </p:txBody>
      </p:sp>
    </p:spTree>
    <p:extLst>
      <p:ext uri="{BB962C8B-B14F-4D97-AF65-F5344CB8AC3E}">
        <p14:creationId xmlns:p14="http://schemas.microsoft.com/office/powerpoint/2010/main" val="393132884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Chapter 33">
    <p:bg>
      <p:bgPr>
        <a:solidFill>
          <a:schemeClr val="accent3"/>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778FBFA-9C80-C717-AECD-AD7663400FAF}"/>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bg1"/>
                </a:solidFill>
                <a:latin typeface="+mj-lt"/>
                <a:ea typeface="+mn-ea"/>
                <a:cs typeface="+mn-cs"/>
              </a:defRPr>
            </a:lvl1pPr>
          </a:lstStyle>
          <a:p>
            <a:pPr lvl="0"/>
            <a:r>
              <a:rPr lang="en-US" dirty="0"/>
              <a:t>Chapter title</a:t>
            </a:r>
            <a:br>
              <a:rPr lang="en-US" dirty="0"/>
            </a:br>
            <a:r>
              <a:rPr lang="en-US" dirty="0"/>
              <a:t>two lines</a:t>
            </a:r>
          </a:p>
        </p:txBody>
      </p:sp>
      <p:sp>
        <p:nvSpPr>
          <p:cNvPr id="6" name="Text Placeholder 8">
            <a:extLst>
              <a:ext uri="{FF2B5EF4-FFF2-40B4-BE49-F238E27FC236}">
                <a16:creationId xmlns:a16="http://schemas.microsoft.com/office/drawing/2014/main" id="{C7E16845-FE66-9F38-5076-6B9C6444A612}"/>
              </a:ext>
            </a:extLst>
          </p:cNvPr>
          <p:cNvSpPr>
            <a:spLocks noGrp="1"/>
          </p:cNvSpPr>
          <p:nvPr>
            <p:ph type="body" sz="quarter" idx="14" hasCustomPrompt="1"/>
          </p:nvPr>
        </p:nvSpPr>
        <p:spPr>
          <a:xfrm>
            <a:off x="390098" y="389618"/>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dirty="0"/>
              <a:t>33</a:t>
            </a:r>
          </a:p>
        </p:txBody>
      </p:sp>
      <p:sp>
        <p:nvSpPr>
          <p:cNvPr id="3" name="Graphique 10" descr="Atos logo">
            <a:extLst>
              <a:ext uri="{FF2B5EF4-FFF2-40B4-BE49-F238E27FC236}">
                <a16:creationId xmlns:a16="http://schemas.microsoft.com/office/drawing/2014/main" id="{73155FAC-6202-FC96-C442-D15F7CE1A2BA}"/>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63FFF2BC-0633-62B6-C5A8-79CD51B6B2D7}"/>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solidFill>
                  <a:schemeClr val="bg1"/>
                </a:solidFill>
              </a:defRPr>
            </a:lvl1pPr>
          </a:lstStyle>
          <a:p>
            <a:r>
              <a:rPr lang="fr-FR"/>
              <a:t>Cliquez sur l'icône pour ajouter une image</a:t>
            </a:r>
            <a:endParaRPr lang="en-US" dirty="0"/>
          </a:p>
        </p:txBody>
      </p:sp>
    </p:spTree>
    <p:extLst>
      <p:ext uri="{BB962C8B-B14F-4D97-AF65-F5344CB8AC3E}">
        <p14:creationId xmlns:p14="http://schemas.microsoft.com/office/powerpoint/2010/main" val="153886005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Questions">
    <p:bg>
      <p:bgPr>
        <a:solidFill>
          <a:schemeClr val="accent3"/>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B4AB316-183C-82C5-C1A7-C4659A85C6A7}"/>
              </a:ext>
              <a:ext uri="{C183D7F6-B498-43B3-948B-1728B52AA6E4}">
                <adec:decorative xmlns:adec="http://schemas.microsoft.com/office/drawing/2017/decorative" val="1"/>
              </a:ext>
            </a:extLst>
          </p:cNvPr>
          <p:cNvGrpSpPr/>
          <p:nvPr userDrawn="1"/>
        </p:nvGrpSpPr>
        <p:grpSpPr>
          <a:xfrm>
            <a:off x="3189525" y="522525"/>
            <a:ext cx="5812951" cy="5812951"/>
            <a:chOff x="6364404" y="688572"/>
            <a:chExt cx="5398971" cy="5398971"/>
          </a:xfrm>
        </p:grpSpPr>
        <p:pic>
          <p:nvPicPr>
            <p:cNvPr id="7" name="Graphic 6">
              <a:extLst>
                <a:ext uri="{FF2B5EF4-FFF2-40B4-BE49-F238E27FC236}">
                  <a16:creationId xmlns:a16="http://schemas.microsoft.com/office/drawing/2014/main" id="{7CBB66C1-6853-8EB3-75B2-B940DFD44C1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9" name="Graphic 8">
              <a:extLst>
                <a:ext uri="{FF2B5EF4-FFF2-40B4-BE49-F238E27FC236}">
                  <a16:creationId xmlns:a16="http://schemas.microsoft.com/office/drawing/2014/main" id="{D8FE0FFE-617B-11DD-4D76-3FF25292384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3" name="Title 1">
            <a:extLst>
              <a:ext uri="{FF2B5EF4-FFF2-40B4-BE49-F238E27FC236}">
                <a16:creationId xmlns:a16="http://schemas.microsoft.com/office/drawing/2014/main" id="{3F73AD35-6458-4A2A-9A03-0222FC4D9395}"/>
              </a:ext>
            </a:extLst>
          </p:cNvPr>
          <p:cNvSpPr>
            <a:spLocks noGrp="1"/>
          </p:cNvSpPr>
          <p:nvPr>
            <p:ph type="title" hasCustomPrompt="1"/>
          </p:nvPr>
        </p:nvSpPr>
        <p:spPr>
          <a:xfrm>
            <a:off x="4385482" y="2731826"/>
            <a:ext cx="3421036" cy="1394348"/>
          </a:xfrm>
        </p:spPr>
        <p:txBody>
          <a:bodyPr wrap="none" anchor="ctr">
            <a:noAutofit/>
          </a:bodyPr>
          <a:lstStyle>
            <a:lvl1pPr algn="ctr">
              <a:lnSpc>
                <a:spcPct val="100000"/>
              </a:lnSpc>
              <a:defRPr sz="4400">
                <a:solidFill>
                  <a:schemeClr val="bg1"/>
                </a:solidFill>
              </a:defRPr>
            </a:lvl1pPr>
          </a:lstStyle>
          <a:p>
            <a:r>
              <a:rPr lang="en-US" dirty="0"/>
              <a:t>Questions</a:t>
            </a:r>
          </a:p>
        </p:txBody>
      </p:sp>
      <p:sp>
        <p:nvSpPr>
          <p:cNvPr id="4" name="Graphique 10" descr="Atos logo">
            <a:extLst>
              <a:ext uri="{FF2B5EF4-FFF2-40B4-BE49-F238E27FC236}">
                <a16:creationId xmlns:a16="http://schemas.microsoft.com/office/drawing/2014/main" id="{00F5AF71-3625-304B-2633-DA8784159D71}"/>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89837562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dirty="0"/>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For more information please contact:</a:t>
            </a:r>
            <a:br>
              <a:rPr lang="en-US" dirty="0"/>
            </a:br>
            <a:r>
              <a:rPr lang="en-US" dirty="0"/>
              <a:t>T+ 33 1 98765432</a:t>
            </a:r>
            <a:br>
              <a:rPr lang="en-US" dirty="0"/>
            </a:br>
            <a:r>
              <a:rPr lang="en-US" dirty="0"/>
              <a:t>M+ 33 6 44445678</a:t>
            </a:r>
            <a:br>
              <a:rPr lang="en-US" dirty="0"/>
            </a:br>
            <a:r>
              <a:rPr lang="en-US" dirty="0"/>
              <a:t>firstname.lastname@atos.ai</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71"/>
            <a:ext cx="375068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dirty="0">
                <a:solidFill>
                  <a:schemeClr val="bg1"/>
                </a:solidFill>
                <a:latin typeface="+mn-lt"/>
                <a:ea typeface="Verdana" pitchFamily="34" charset="0"/>
                <a:cs typeface="Verdana" pitchFamily="34" charset="0"/>
              </a:rPr>
              <a:t>Atos Group is a registered trademark. Confidential information owned by Atos Group, to be used by the recipient only. This document, or any part of it, may not be reproduced, copied, circulated and/or distributed nor quoted without prior written approval from Atos Group.</a:t>
            </a:r>
            <a:endParaRPr lang="en-US" sz="800" baseline="0" dirty="0">
              <a:solidFill>
                <a:schemeClr val="bg1"/>
              </a:solidFill>
              <a:latin typeface="+mn-lt"/>
              <a:ea typeface="Verdana" pitchFamily="34" charset="0"/>
              <a:cs typeface="Verdana" pitchFamily="34" charset="0"/>
            </a:endParaRPr>
          </a:p>
        </p:txBody>
      </p:sp>
      <p:sp>
        <p:nvSpPr>
          <p:cNvPr id="4" name="Text Placeholder 12">
            <a:extLst>
              <a:ext uri="{FF2B5EF4-FFF2-40B4-BE49-F238E27FC236}">
                <a16:creationId xmlns:a16="http://schemas.microsoft.com/office/drawing/2014/main" id="{EB50BEC9-5EE0-B57E-CAE5-7C3F4E023F33}"/>
              </a:ext>
            </a:extLst>
          </p:cNvPr>
          <p:cNvSpPr>
            <a:spLocks noGrp="1"/>
          </p:cNvSpPr>
          <p:nvPr>
            <p:ph type="body" sz="quarter" idx="11" hasCustomPrompt="1"/>
          </p:nvPr>
        </p:nvSpPr>
        <p:spPr>
          <a:xfrm>
            <a:off x="3511965" y="6316314"/>
            <a:ext cx="2560320" cy="92333"/>
          </a:xfrm>
        </p:spPr>
        <p:txBody>
          <a:bodyPr wrap="none" anchor="ctr">
            <a:noAutofit/>
          </a:bodyPr>
          <a:lstStyle>
            <a:lvl1pPr marL="0" indent="0">
              <a:spcAft>
                <a:spcPts val="0"/>
              </a:spcAft>
              <a:buNone/>
              <a:defRPr sz="6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Job Number-Designer-BP</a:t>
            </a:r>
          </a:p>
        </p:txBody>
      </p:sp>
      <p:sp>
        <p:nvSpPr>
          <p:cNvPr id="5" name="Graphique 10" descr="Atos logo">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80262933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hank you with QR">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dirty="0"/>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For more information please contact:</a:t>
            </a:r>
            <a:br>
              <a:rPr lang="en-US" dirty="0"/>
            </a:br>
            <a:r>
              <a:rPr lang="en-US" dirty="0"/>
              <a:t>T+ 33 1 98765432</a:t>
            </a:r>
            <a:br>
              <a:rPr lang="en-US" dirty="0"/>
            </a:br>
            <a:r>
              <a:rPr lang="en-US" dirty="0"/>
              <a:t>M+ 33 6 44445678</a:t>
            </a:r>
            <a:br>
              <a:rPr lang="en-US" dirty="0"/>
            </a:br>
            <a:r>
              <a:rPr lang="en-US" dirty="0"/>
              <a:t>firstname.lastname@atos.ai</a:t>
            </a:r>
          </a:p>
        </p:txBody>
      </p:sp>
      <p:sp>
        <p:nvSpPr>
          <p:cNvPr id="4" name="Text Placeholder 12">
            <a:extLst>
              <a:ext uri="{FF2B5EF4-FFF2-40B4-BE49-F238E27FC236}">
                <a16:creationId xmlns:a16="http://schemas.microsoft.com/office/drawing/2014/main" id="{6781CC69-B03E-7287-C774-E4C42AD5B4B1}"/>
              </a:ext>
            </a:extLst>
          </p:cNvPr>
          <p:cNvSpPr>
            <a:spLocks noGrp="1"/>
          </p:cNvSpPr>
          <p:nvPr>
            <p:ph type="body" sz="quarter" idx="12" hasCustomPrompt="1"/>
          </p:nvPr>
        </p:nvSpPr>
        <p:spPr>
          <a:xfrm>
            <a:off x="3511965" y="6316314"/>
            <a:ext cx="2560320" cy="92333"/>
          </a:xfrm>
        </p:spPr>
        <p:txBody>
          <a:bodyPr wrap="none" anchor="ctr">
            <a:noAutofit/>
          </a:bodyPr>
          <a:lstStyle>
            <a:lvl1pPr marL="0" indent="0">
              <a:spcAft>
                <a:spcPts val="0"/>
              </a:spcAft>
              <a:buNone/>
              <a:defRPr sz="6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Job Number-Designer-BP</a:t>
            </a:r>
          </a:p>
        </p:txBody>
      </p:sp>
      <p:sp>
        <p:nvSpPr>
          <p:cNvPr id="5" name="Graphique 10" descr="Atos logo">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dirty="0"/>
          </a:p>
        </p:txBody>
      </p:sp>
      <p:sp>
        <p:nvSpPr>
          <p:cNvPr id="12" name="Rectangle 11">
            <a:extLst>
              <a:ext uri="{FF2B5EF4-FFF2-40B4-BE49-F238E27FC236}">
                <a16:creationId xmlns:a16="http://schemas.microsoft.com/office/drawing/2014/main" id="{8296AC93-851F-8873-EB9F-A167B6F3D50B}"/>
              </a:ext>
              <a:ext uri="{C183D7F6-B498-43B3-948B-1728B52AA6E4}">
                <adec:decorative xmlns:adec="http://schemas.microsoft.com/office/drawing/2017/decorative" val="1"/>
              </a:ext>
            </a:extLst>
          </p:cNvPr>
          <p:cNvSpPr/>
          <p:nvPr userDrawn="1"/>
        </p:nvSpPr>
        <p:spPr>
          <a:xfrm>
            <a:off x="4967288" y="678310"/>
            <a:ext cx="2194560" cy="2194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664728D3-787C-00B9-69B8-1EF2872881D8}"/>
              </a:ext>
              <a:ext uri="{C183D7F6-B498-43B3-948B-1728B52AA6E4}">
                <adec:decorative xmlns:adec="http://schemas.microsoft.com/office/drawing/2017/decorative" val="1"/>
              </a:ext>
            </a:extLst>
          </p:cNvPr>
          <p:cNvSpPr>
            <a:spLocks noGrp="1"/>
          </p:cNvSpPr>
          <p:nvPr>
            <p:ph type="pic" sz="quarter" idx="11" hasCustomPrompt="1"/>
          </p:nvPr>
        </p:nvSpPr>
        <p:spPr>
          <a:xfrm>
            <a:off x="5035868" y="746890"/>
            <a:ext cx="2057400" cy="2057400"/>
          </a:xfrm>
        </p:spPr>
        <p:txBody>
          <a:bodyPr tIns="1097280" bIns="0" anchor="ctr"/>
          <a:lstStyle>
            <a:lvl1pPr marL="0" indent="0" algn="ctr">
              <a:buNone/>
              <a:defRPr sz="1400">
                <a:solidFill>
                  <a:schemeClr val="accent3"/>
                </a:solidFill>
              </a:defRPr>
            </a:lvl1pPr>
          </a:lstStyle>
          <a:p>
            <a:r>
              <a:rPr lang="en-US" noProof="0" dirty="0"/>
              <a:t>Click icon to add QR Code</a:t>
            </a:r>
            <a:endParaRPr lang="en-US" dirty="0"/>
          </a:p>
        </p:txBody>
      </p:sp>
      <p:sp>
        <p:nvSpPr>
          <p:cNvPr id="6" name="AddNotifier#1">
            <a:extLst>
              <a:ext uri="{FF2B5EF4-FFF2-40B4-BE49-F238E27FC236}">
                <a16:creationId xmlns:a16="http://schemas.microsoft.com/office/drawing/2014/main" id="{F4B6F85C-7168-E8B5-00B7-F4D4B94B5FAD}"/>
              </a:ext>
            </a:extLst>
          </p:cNvPr>
          <p:cNvSpPr txBox="1">
            <a:spLocks noChangeArrowheads="1"/>
          </p:cNvSpPr>
          <p:nvPr userDrawn="1"/>
        </p:nvSpPr>
        <p:spPr bwMode="invGray">
          <a:xfrm>
            <a:off x="3511965" y="5580671"/>
            <a:ext cx="375068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dirty="0">
                <a:solidFill>
                  <a:schemeClr val="bg1"/>
                </a:solidFill>
                <a:latin typeface="+mn-lt"/>
                <a:ea typeface="Verdana" pitchFamily="34" charset="0"/>
                <a:cs typeface="Verdana" pitchFamily="34" charset="0"/>
              </a:rPr>
              <a:t>Atos Group is a registered trademark. Confidential information owned by Atos Group, to be used by the recipient only. This document, or any part of it, may not be reproduced, copied, circulated and/or distributed nor quoted without prior written approval from Atos Group.</a:t>
            </a:r>
            <a:endParaRPr lang="en-US" sz="800" baseline="0" dirty="0">
              <a:solidFill>
                <a:schemeClr val="bg1"/>
              </a:solidFill>
              <a:latin typeface="+mn-lt"/>
              <a:ea typeface="Verdana" pitchFamily="34" charset="0"/>
              <a:cs typeface="Verdana" pitchFamily="34" charset="0"/>
            </a:endParaRPr>
          </a:p>
        </p:txBody>
      </p:sp>
    </p:spTree>
    <p:extLst>
      <p:ext uri="{BB962C8B-B14F-4D97-AF65-F5344CB8AC3E}">
        <p14:creationId xmlns:p14="http://schemas.microsoft.com/office/powerpoint/2010/main" val="4120586415"/>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9D3E5-713E-2458-85D8-863C02E33FC9}"/>
              </a:ext>
            </a:extLst>
          </p:cNvPr>
          <p:cNvSpPr>
            <a:spLocks noGrp="1"/>
          </p:cNvSpPr>
          <p:nvPr>
            <p:ph type="title"/>
          </p:nvPr>
        </p:nvSpPr>
        <p:spPr>
          <a:xfrm>
            <a:off x="428624" y="291452"/>
            <a:ext cx="11337925" cy="796568"/>
          </a:xfrm>
          <a:prstGeom prst="rect">
            <a:avLst/>
          </a:prstGeom>
        </p:spPr>
        <p:txBody>
          <a:bodyPr vert="horz" lIns="0" tIns="0" rIns="0" bIns="0" rtlCol="0" anchor="t">
            <a:noAutofit/>
          </a:bodyPr>
          <a:lstStyle/>
          <a:p>
            <a:r>
              <a:rPr lang="en-US" dirty="0"/>
              <a:t>Title</a:t>
            </a:r>
          </a:p>
        </p:txBody>
      </p:sp>
      <p:sp>
        <p:nvSpPr>
          <p:cNvPr id="3" name="Text Placeholder 2">
            <a:extLst>
              <a:ext uri="{FF2B5EF4-FFF2-40B4-BE49-F238E27FC236}">
                <a16:creationId xmlns:a16="http://schemas.microsoft.com/office/drawing/2014/main" id="{F4BE1C79-616F-D7C0-02B1-92ECF462DD0D}"/>
              </a:ext>
            </a:extLst>
          </p:cNvPr>
          <p:cNvSpPr>
            <a:spLocks noGrp="1"/>
          </p:cNvSpPr>
          <p:nvPr>
            <p:ph type="body" idx="1"/>
          </p:nvPr>
        </p:nvSpPr>
        <p:spPr>
          <a:xfrm>
            <a:off x="428624" y="1446212"/>
            <a:ext cx="11337926" cy="4630737"/>
          </a:xfrm>
          <a:prstGeom prst="rect">
            <a:avLst/>
          </a:prstGeom>
        </p:spPr>
        <p:txBody>
          <a:bodyPr vert="horz" lIns="0" tIns="0" rIns="0" bIns="0" rtlCol="0">
            <a:noAutofit/>
          </a:bodyPr>
          <a:lstStyle/>
          <a:p>
            <a:pPr lvl="0"/>
            <a:r>
              <a:rPr lang="en-US" dirty="0"/>
              <a:t>Level 01</a:t>
            </a:r>
          </a:p>
          <a:p>
            <a:pPr lvl="1"/>
            <a:r>
              <a:rPr lang="en-US" dirty="0"/>
              <a:t>Level 02</a:t>
            </a:r>
          </a:p>
          <a:p>
            <a:pPr lvl="2"/>
            <a:r>
              <a:rPr lang="en-US" dirty="0"/>
              <a:t>Level 03</a:t>
            </a:r>
          </a:p>
          <a:p>
            <a:pPr lvl="3"/>
            <a:r>
              <a:rPr lang="en-US" dirty="0"/>
              <a:t>Level 04</a:t>
            </a:r>
          </a:p>
          <a:p>
            <a:pPr marL="1143000" marR="0" lvl="4"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dirty="0"/>
              <a:t>Level 05</a:t>
            </a:r>
          </a:p>
          <a:p>
            <a:pPr marL="1371600" marR="0" lvl="0"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dirty="0"/>
              <a:t>Level 06</a:t>
            </a:r>
          </a:p>
        </p:txBody>
      </p:sp>
      <p:sp>
        <p:nvSpPr>
          <p:cNvPr id="6" name="Slide Number Placeholder 5">
            <a:extLst>
              <a:ext uri="{FF2B5EF4-FFF2-40B4-BE49-F238E27FC236}">
                <a16:creationId xmlns:a16="http://schemas.microsoft.com/office/drawing/2014/main" id="{9F567185-ACB9-908F-2962-5980CB3C095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dirty="0"/>
          </a:p>
        </p:txBody>
      </p:sp>
      <p:sp>
        <p:nvSpPr>
          <p:cNvPr id="7" name="AddCustomFooter#1">
            <a:extLst>
              <a:ext uri="{FF2B5EF4-FFF2-40B4-BE49-F238E27FC236}">
                <a16:creationId xmlns:a16="http://schemas.microsoft.com/office/drawing/2014/main" id="{E00FAE01-94EC-1357-62EB-1169EE36702E}"/>
              </a:ext>
            </a:extLst>
          </p:cNvPr>
          <p:cNvSpPr txBox="1"/>
          <p:nvPr userDrawn="1"/>
        </p:nvSpPr>
        <p:spPr bwMode="gray">
          <a:xfrm>
            <a:off x="428625" y="6420355"/>
            <a:ext cx="8068234"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dirty="0">
                <a:ln>
                  <a:noFill/>
                </a:ln>
                <a:solidFill>
                  <a:schemeClr val="accent3"/>
                </a:solidFill>
                <a:effectLst/>
                <a:uLnTx/>
                <a:uFillTx/>
                <a:latin typeface="+mn-lt"/>
                <a:ea typeface="Verdana" pitchFamily="34" charset="0"/>
                <a:cs typeface="Verdana" pitchFamily="34" charset="0"/>
              </a:rPr>
              <a:t>	|	14/10/2026 | </a:t>
            </a:r>
            <a:r>
              <a:rPr kumimoji="0" lang="fr-FR" sz="1000" b="0" i="0" u="none" strike="noStrike" kern="1200" cap="none" spc="0" normalizeH="0" baseline="0" noProof="0" dirty="0">
                <a:ln>
                  <a:noFill/>
                </a:ln>
                <a:solidFill>
                  <a:schemeClr val="accent3"/>
                </a:solidFill>
                <a:effectLst/>
                <a:uLnTx/>
                <a:uFillTx/>
                <a:latin typeface="+mn-lt"/>
                <a:ea typeface="Verdana" pitchFamily="34" charset="0"/>
                <a:cs typeface="Verdana" pitchFamily="34" charset="0"/>
              </a:rPr>
              <a:t>Orientation et tri multimodal des demandeurs d'emploi par l'Intelligence Artificielle</a:t>
            </a:r>
            <a:r>
              <a:rPr kumimoji="0" lang="en-US" sz="1000" b="0" i="0" u="none" strike="noStrike" kern="1200" cap="none" spc="0" normalizeH="0" baseline="0" noProof="0" dirty="0">
                <a:ln>
                  <a:noFill/>
                </a:ln>
                <a:solidFill>
                  <a:schemeClr val="accent3"/>
                </a:solidFill>
                <a:effectLst/>
                <a:uLnTx/>
                <a:uFillTx/>
                <a:latin typeface="+mn-lt"/>
                <a:ea typeface="Verdana" pitchFamily="34" charset="0"/>
                <a:cs typeface="Verdana" pitchFamily="34" charset="0"/>
              </a:rPr>
              <a:t> | © Atos Group - for external use</a:t>
            </a:r>
            <a:endParaRPr lang="nl-NL" sz="900" baseline="0" dirty="0">
              <a:solidFill>
                <a:schemeClr val="accent3"/>
              </a:solidFill>
              <a:latin typeface="+mn-lt"/>
              <a:ea typeface="Verdana" pitchFamily="34" charset="0"/>
              <a:cs typeface="Verdana" pitchFamily="34" charset="0"/>
            </a:endParaRPr>
          </a:p>
        </p:txBody>
      </p:sp>
      <p:sp>
        <p:nvSpPr>
          <p:cNvPr id="5" name="Graphique 10" descr="Atos logo">
            <a:extLst>
              <a:ext uri="{FF2B5EF4-FFF2-40B4-BE49-F238E27FC236}">
                <a16:creationId xmlns:a16="http://schemas.microsoft.com/office/drawing/2014/main" id="{1C95FD47-5D5D-CF7D-07B8-ABFE4BCD951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dirty="0"/>
          </a:p>
        </p:txBody>
      </p:sp>
    </p:spTree>
    <p:extLst>
      <p:ext uri="{BB962C8B-B14F-4D97-AF65-F5344CB8AC3E}">
        <p14:creationId xmlns:p14="http://schemas.microsoft.com/office/powerpoint/2010/main" val="523802451"/>
      </p:ext>
    </p:extLst>
  </p:cSld>
  <p:clrMap bg1="lt1" tx1="dk1" bg2="lt2" tx2="dk2" accent1="accent1" accent2="accent2" accent3="accent3" accent4="accent4" accent5="accent5" accent6="accent6" hlink="hlink" folHlink="folHlink"/>
  <p:sldLayoutIdLst>
    <p:sldLayoutId id="2147483765" r:id="rId1"/>
    <p:sldLayoutId id="2147483831" r:id="rId2"/>
    <p:sldLayoutId id="2147483766" r:id="rId3"/>
    <p:sldLayoutId id="2147483792" r:id="rId4"/>
    <p:sldLayoutId id="2147483793" r:id="rId5"/>
    <p:sldLayoutId id="2147483767"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782" r:id="rId18"/>
    <p:sldLayoutId id="2147483783" r:id="rId19"/>
    <p:sldLayoutId id="2147483650" r:id="rId20"/>
    <p:sldLayoutId id="2147483693" r:id="rId21"/>
    <p:sldLayoutId id="2147483751" r:id="rId22"/>
    <p:sldLayoutId id="2147483752" r:id="rId23"/>
    <p:sldLayoutId id="2147483753" r:id="rId24"/>
    <p:sldLayoutId id="2147483695" r:id="rId25"/>
    <p:sldLayoutId id="2147483754" r:id="rId26"/>
    <p:sldLayoutId id="2147483755" r:id="rId27"/>
    <p:sldLayoutId id="2147483756" r:id="rId28"/>
    <p:sldLayoutId id="2147483757" r:id="rId29"/>
    <p:sldLayoutId id="2147483758" r:id="rId30"/>
    <p:sldLayoutId id="2147483759" r:id="rId31"/>
    <p:sldLayoutId id="2147483760" r:id="rId32"/>
    <p:sldLayoutId id="2147483761" r:id="rId33"/>
    <p:sldLayoutId id="2147483656" r:id="rId34"/>
    <p:sldLayoutId id="2147483746" r:id="rId35"/>
    <p:sldLayoutId id="2147483655" r:id="rId36"/>
    <p:sldLayoutId id="2147483696" r:id="rId37"/>
    <p:sldLayoutId id="2147483697" r:id="rId38"/>
    <p:sldLayoutId id="2147483722" r:id="rId39"/>
    <p:sldLayoutId id="2147483699" r:id="rId40"/>
    <p:sldLayoutId id="2147483703" r:id="rId41"/>
    <p:sldLayoutId id="2147483833" r:id="rId42"/>
    <p:sldLayoutId id="2147483701" r:id="rId43"/>
    <p:sldLayoutId id="2147483702" r:id="rId44"/>
    <p:sldLayoutId id="2147483704" r:id="rId45"/>
    <p:sldLayoutId id="2147483707" r:id="rId46"/>
    <p:sldLayoutId id="2147483706" r:id="rId47"/>
    <p:sldLayoutId id="2147483705" r:id="rId48"/>
    <p:sldLayoutId id="2147483708" r:id="rId49"/>
    <p:sldLayoutId id="2147483709" r:id="rId50"/>
    <p:sldLayoutId id="2147483724" r:id="rId51"/>
    <p:sldLayoutId id="2147483712" r:id="rId52"/>
    <p:sldLayoutId id="2147483737" r:id="rId53"/>
    <p:sldLayoutId id="2147483739" r:id="rId54"/>
    <p:sldLayoutId id="2147483738" r:id="rId55"/>
    <p:sldLayoutId id="2147483729" r:id="rId56"/>
    <p:sldLayoutId id="2147483730" r:id="rId57"/>
    <p:sldLayoutId id="2147483731" r:id="rId58"/>
    <p:sldLayoutId id="2147483727" r:id="rId59"/>
    <p:sldLayoutId id="2147483750" r:id="rId60"/>
    <p:sldLayoutId id="2147483805" r:id="rId61"/>
    <p:sldLayoutId id="2147483806" r:id="rId62"/>
    <p:sldLayoutId id="2147483807" r:id="rId63"/>
    <p:sldLayoutId id="2147483832" r:id="rId64"/>
    <p:sldLayoutId id="2147483788" r:id="rId65"/>
    <p:sldLayoutId id="2147483790" r:id="rId66"/>
    <p:sldLayoutId id="2147483791" r:id="rId67"/>
    <p:sldLayoutId id="2147483771" r:id="rId68"/>
    <p:sldLayoutId id="2147483772" r:id="rId69"/>
    <p:sldLayoutId id="2147483773" r:id="rId70"/>
    <p:sldLayoutId id="2147483774" r:id="rId71"/>
    <p:sldLayoutId id="2147483775" r:id="rId72"/>
    <p:sldLayoutId id="2147483776" r:id="rId73"/>
    <p:sldLayoutId id="2147483777" r:id="rId74"/>
    <p:sldLayoutId id="2147483781" r:id="rId75"/>
    <p:sldLayoutId id="2147483780" r:id="rId76"/>
    <p:sldLayoutId id="2147483779" r:id="rId77"/>
    <p:sldLayoutId id="2147483778" r:id="rId78"/>
    <p:sldLayoutId id="2147483808" r:id="rId79"/>
    <p:sldLayoutId id="2147483809" r:id="rId80"/>
    <p:sldLayoutId id="2147483810" r:id="rId81"/>
    <p:sldLayoutId id="2147483811" r:id="rId82"/>
    <p:sldLayoutId id="2147483812" r:id="rId83"/>
    <p:sldLayoutId id="2147483813" r:id="rId84"/>
    <p:sldLayoutId id="2147483814" r:id="rId85"/>
    <p:sldLayoutId id="2147483815" r:id="rId86"/>
    <p:sldLayoutId id="2147483816" r:id="rId87"/>
    <p:sldLayoutId id="2147483817" r:id="rId88"/>
    <p:sldLayoutId id="2147483818" r:id="rId89"/>
    <p:sldLayoutId id="2147483819" r:id="rId90"/>
    <p:sldLayoutId id="2147483820" r:id="rId91"/>
    <p:sldLayoutId id="2147483821" r:id="rId92"/>
    <p:sldLayoutId id="2147483822" r:id="rId93"/>
    <p:sldLayoutId id="2147483823" r:id="rId94"/>
    <p:sldLayoutId id="2147483824" r:id="rId95"/>
    <p:sldLayoutId id="2147483825" r:id="rId96"/>
    <p:sldLayoutId id="2147483826" r:id="rId97"/>
    <p:sldLayoutId id="2147483827" r:id="rId98"/>
    <p:sldLayoutId id="2147483828" r:id="rId99"/>
    <p:sldLayoutId id="2147483748" r:id="rId100"/>
    <p:sldLayoutId id="2147483829" r:id="rId101"/>
    <p:sldLayoutId id="2147483830" r:id="rId102"/>
  </p:sldLayoutIdLst>
  <p:hf hdr="0" ft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28" userDrawn="1">
          <p15:clr>
            <a:srgbClr val="F26B43"/>
          </p15:clr>
        </p15:guide>
        <p15:guide id="2" pos="270" userDrawn="1">
          <p15:clr>
            <a:srgbClr val="F26B43"/>
          </p15:clr>
        </p15:guide>
        <p15:guide id="3" pos="7412" userDrawn="1">
          <p15:clr>
            <a:srgbClr val="F26B43"/>
          </p15:clr>
        </p15:guide>
        <p15:guide id="4" orient="horz" pos="91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9.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51.xml"/><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4.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3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34.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34.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3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37.xml"/><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37.xml"/><Relationship Id="rId5" Type="http://schemas.openxmlformats.org/officeDocument/2006/relationships/image" Target="../media/image48.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37.xml"/><Relationship Id="rId5" Type="http://schemas.openxmlformats.org/officeDocument/2006/relationships/image" Target="../media/image51.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37.xml"/><Relationship Id="rId5" Type="http://schemas.openxmlformats.org/officeDocument/2006/relationships/image" Target="../media/image54.png"/><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9.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9.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34.xml"/><Relationship Id="rId4" Type="http://schemas.openxmlformats.org/officeDocument/2006/relationships/image" Target="../media/image58.png"/></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3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1.xml"/><Relationship Id="rId1" Type="http://schemas.openxmlformats.org/officeDocument/2006/relationships/slideLayout" Target="../slideLayouts/slideLayout51.xml"/><Relationship Id="rId5" Type="http://schemas.openxmlformats.org/officeDocument/2006/relationships/image" Target="../media/image66.png"/><Relationship Id="rId4" Type="http://schemas.openxmlformats.org/officeDocument/2006/relationships/image" Target="../media/image6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9.xml"/></Relationships>
</file>

<file path=ppt/slides/_rels/slide35.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3.xml"/><Relationship Id="rId1" Type="http://schemas.openxmlformats.org/officeDocument/2006/relationships/slideLayout" Target="../slideLayouts/slideLayout3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4.xml"/><Relationship Id="rId1" Type="http://schemas.openxmlformats.org/officeDocument/2006/relationships/slideLayout" Target="../slideLayouts/slideLayout34.xml"/><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35.xml"/><Relationship Id="rId1" Type="http://schemas.openxmlformats.org/officeDocument/2006/relationships/slideLayout" Target="../slideLayouts/slideLayout34.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6.xml"/><Relationship Id="rId1" Type="http://schemas.openxmlformats.org/officeDocument/2006/relationships/slideLayout" Target="../slideLayouts/slideLayout34.xml"/><Relationship Id="rId4" Type="http://schemas.openxmlformats.org/officeDocument/2006/relationships/image" Target="../media/image75.png"/></Relationships>
</file>

<file path=ppt/slides/_rels/slide3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7.xml"/><Relationship Id="rId1" Type="http://schemas.openxmlformats.org/officeDocument/2006/relationships/slideLayout" Target="../slideLayouts/slideLayout34.xml"/><Relationship Id="rId5" Type="http://schemas.openxmlformats.org/officeDocument/2006/relationships/image" Target="../media/image78.png"/><Relationship Id="rId4" Type="http://schemas.openxmlformats.org/officeDocument/2006/relationships/image" Target="../media/image77.png"/></Relationships>
</file>

<file path=ppt/slides/_rels/slide40.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38.xml"/><Relationship Id="rId1" Type="http://schemas.openxmlformats.org/officeDocument/2006/relationships/slideLayout" Target="../slideLayouts/slideLayout34.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39.xml"/><Relationship Id="rId1" Type="http://schemas.openxmlformats.org/officeDocument/2006/relationships/slideLayout" Target="../slideLayouts/slideLayout34.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0.xml"/><Relationship Id="rId1" Type="http://schemas.openxmlformats.org/officeDocument/2006/relationships/slideLayout" Target="../slideLayouts/slideLayout3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3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87.png"/><Relationship Id="rId1" Type="http://schemas.openxmlformats.org/officeDocument/2006/relationships/slideLayout" Target="../slideLayouts/slideLayout34.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FA59B-4418-6E01-476C-02C65DBE8DC4}"/>
              </a:ext>
            </a:extLst>
          </p:cNvPr>
          <p:cNvSpPr>
            <a:spLocks noGrp="1"/>
          </p:cNvSpPr>
          <p:nvPr>
            <p:ph type="title"/>
          </p:nvPr>
        </p:nvSpPr>
        <p:spPr>
          <a:xfrm>
            <a:off x="428625" y="867145"/>
            <a:ext cx="11484454" cy="1554480"/>
          </a:xfrm>
        </p:spPr>
        <p:txBody>
          <a:bodyPr/>
          <a:lstStyle/>
          <a:p>
            <a:r>
              <a:rPr lang="fr-FR" b="1" dirty="0"/>
              <a:t>Orientation et tri multimodal des demandeurs d'emploi par l'Intelligence Artificielle</a:t>
            </a:r>
            <a:endParaRPr lang="en-US" dirty="0"/>
          </a:p>
        </p:txBody>
      </p:sp>
      <p:sp>
        <p:nvSpPr>
          <p:cNvPr id="3" name="Text Placeholder 2">
            <a:extLst>
              <a:ext uri="{FF2B5EF4-FFF2-40B4-BE49-F238E27FC236}">
                <a16:creationId xmlns:a16="http://schemas.microsoft.com/office/drawing/2014/main" id="{5A1886F6-FFC1-61E0-9943-6B112CF98FDA}"/>
              </a:ext>
            </a:extLst>
          </p:cNvPr>
          <p:cNvSpPr>
            <a:spLocks noGrp="1"/>
          </p:cNvSpPr>
          <p:nvPr>
            <p:ph type="body" sz="quarter" idx="13"/>
          </p:nvPr>
        </p:nvSpPr>
        <p:spPr>
          <a:xfrm>
            <a:off x="497636" y="2513742"/>
            <a:ext cx="6766560" cy="1216152"/>
          </a:xfrm>
        </p:spPr>
        <p:txBody>
          <a:bodyPr/>
          <a:lstStyle/>
          <a:p>
            <a:pPr fontAlgn="auto">
              <a:spcBef>
                <a:spcPts val="0"/>
              </a:spcBef>
              <a:buClr>
                <a:schemeClr val="accent3"/>
              </a:buClr>
              <a:defRPr/>
            </a:pPr>
            <a:r>
              <a:rPr lang="en-US" dirty="0"/>
              <a:t>For external use</a:t>
            </a:r>
            <a:endParaRPr lang="en-NL" dirty="0"/>
          </a:p>
        </p:txBody>
      </p:sp>
      <p:sp>
        <p:nvSpPr>
          <p:cNvPr id="4" name="Text Placeholder 3">
            <a:extLst>
              <a:ext uri="{FF2B5EF4-FFF2-40B4-BE49-F238E27FC236}">
                <a16:creationId xmlns:a16="http://schemas.microsoft.com/office/drawing/2014/main" id="{A2B7F93A-F83B-F168-F24F-3200DB2ADE9B}"/>
              </a:ext>
            </a:extLst>
          </p:cNvPr>
          <p:cNvSpPr>
            <a:spLocks noGrp="1"/>
          </p:cNvSpPr>
          <p:nvPr>
            <p:ph type="body" sz="quarter" idx="15"/>
          </p:nvPr>
        </p:nvSpPr>
        <p:spPr>
          <a:xfrm>
            <a:off x="428625" y="4765675"/>
            <a:ext cx="9060432" cy="969264"/>
          </a:xfrm>
        </p:spPr>
        <p:txBody>
          <a:bodyPr/>
          <a:lstStyle/>
          <a:p>
            <a:r>
              <a:rPr lang="en-US" dirty="0"/>
              <a:t>14/10/2026 à 12h</a:t>
            </a:r>
          </a:p>
          <a:p>
            <a:endParaRPr lang="en-US" dirty="0"/>
          </a:p>
          <a:p>
            <a:r>
              <a:rPr lang="en-US" dirty="0"/>
              <a:t>Dans le cadre </a:t>
            </a:r>
            <a:r>
              <a:rPr lang="fr-FR" dirty="0"/>
              <a:t>la certification Atlas :</a:t>
            </a:r>
          </a:p>
          <a:p>
            <a:r>
              <a:rPr lang="fr-FR" dirty="0"/>
              <a:t>« Concevoir et implémenter une solution d’intelligence artificielle (IA) »</a:t>
            </a:r>
            <a:endParaRPr lang="en-US" dirty="0"/>
          </a:p>
        </p:txBody>
      </p:sp>
    </p:spTree>
    <p:extLst>
      <p:ext uri="{BB962C8B-B14F-4D97-AF65-F5344CB8AC3E}">
        <p14:creationId xmlns:p14="http://schemas.microsoft.com/office/powerpoint/2010/main" val="2821537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23C528-B26C-E38D-5219-12D9197526D4}"/>
              </a:ext>
            </a:extLst>
          </p:cNvPr>
          <p:cNvSpPr>
            <a:spLocks noGrp="1"/>
          </p:cNvSpPr>
          <p:nvPr>
            <p:ph type="title"/>
          </p:nvPr>
        </p:nvSpPr>
        <p:spPr/>
        <p:txBody>
          <a:bodyPr/>
          <a:lstStyle/>
          <a:p>
            <a:r>
              <a:rPr lang="fr-FR" dirty="0"/>
              <a:t>Sommaire</a:t>
            </a:r>
          </a:p>
        </p:txBody>
      </p:sp>
      <p:sp>
        <p:nvSpPr>
          <p:cNvPr id="3" name="Espace réservé du texte 2">
            <a:extLst>
              <a:ext uri="{FF2B5EF4-FFF2-40B4-BE49-F238E27FC236}">
                <a16:creationId xmlns:a16="http://schemas.microsoft.com/office/drawing/2014/main" id="{5F81C59D-9A1D-994F-0809-AF1B14117E77}"/>
              </a:ext>
            </a:extLst>
          </p:cNvPr>
          <p:cNvSpPr>
            <a:spLocks noGrp="1"/>
          </p:cNvSpPr>
          <p:nvPr>
            <p:ph type="body" sz="quarter" idx="10"/>
          </p:nvPr>
        </p:nvSpPr>
        <p:spPr>
          <a:xfrm>
            <a:off x="428624" y="1308344"/>
            <a:ext cx="11337925" cy="4630583"/>
          </a:xfrm>
        </p:spPr>
        <p:txBody>
          <a:bodyPr/>
          <a:lstStyle/>
          <a:p>
            <a:pPr>
              <a:spcAft>
                <a:spcPts val="3000"/>
              </a:spcAft>
            </a:pPr>
            <a:r>
              <a:rPr lang="fr-FR" dirty="0"/>
              <a:t>Cadrage métier &amp; problème</a:t>
            </a:r>
          </a:p>
          <a:p>
            <a:pPr>
              <a:spcAft>
                <a:spcPts val="3000"/>
              </a:spcAft>
            </a:pPr>
            <a:r>
              <a:rPr lang="fr-FR" dirty="0"/>
              <a:t>Sources des données</a:t>
            </a:r>
          </a:p>
          <a:p>
            <a:pPr>
              <a:spcAft>
                <a:spcPts val="3000"/>
              </a:spcAft>
            </a:pPr>
            <a:r>
              <a:rPr lang="fr-FR" dirty="0"/>
              <a:t>Exploration &amp; analyse des données</a:t>
            </a:r>
          </a:p>
          <a:p>
            <a:pPr>
              <a:spcAft>
                <a:spcPts val="3000"/>
              </a:spcAft>
            </a:pPr>
            <a:r>
              <a:rPr lang="fr-FR" dirty="0"/>
              <a:t>Préparation des données et scénarios de jeux de données</a:t>
            </a:r>
          </a:p>
          <a:p>
            <a:pPr>
              <a:spcAft>
                <a:spcPts val="3000"/>
              </a:spcAft>
            </a:pPr>
            <a:r>
              <a:rPr lang="fr-FR" dirty="0"/>
              <a:t>Modélisation &amp; entrainement</a:t>
            </a:r>
          </a:p>
          <a:p>
            <a:pPr>
              <a:spcAft>
                <a:spcPts val="3000"/>
              </a:spcAft>
            </a:pPr>
            <a:r>
              <a:rPr lang="fr-FR" dirty="0"/>
              <a:t>Analyse des scénarios &amp; arbitrage </a:t>
            </a:r>
          </a:p>
          <a:p>
            <a:pPr>
              <a:spcAft>
                <a:spcPts val="3000"/>
              </a:spcAft>
            </a:pPr>
            <a:r>
              <a:rPr lang="fr-FR" dirty="0"/>
              <a:t>Interprétation client</a:t>
            </a:r>
          </a:p>
          <a:p>
            <a:pPr>
              <a:spcAft>
                <a:spcPts val="3000"/>
              </a:spcAft>
            </a:pPr>
            <a:r>
              <a:rPr lang="fr-FR" dirty="0"/>
              <a:t>Industrialisation</a:t>
            </a:r>
          </a:p>
          <a:p>
            <a:pPr>
              <a:spcAft>
                <a:spcPts val="3000"/>
              </a:spcAft>
            </a:pPr>
            <a:r>
              <a:rPr lang="fr-FR" dirty="0"/>
              <a:t>Suivi en production &amp; amélioration continue</a:t>
            </a:r>
          </a:p>
          <a:p>
            <a:pPr>
              <a:spcAft>
                <a:spcPts val="3000"/>
              </a:spcAft>
            </a:pPr>
            <a:r>
              <a:rPr lang="fr-FR" dirty="0"/>
              <a:t>Conclusion et questions ouvertes</a:t>
            </a:r>
          </a:p>
        </p:txBody>
      </p:sp>
      <p:sp>
        <p:nvSpPr>
          <p:cNvPr id="4" name="Espace réservé du numéro de diapositive 3">
            <a:extLst>
              <a:ext uri="{FF2B5EF4-FFF2-40B4-BE49-F238E27FC236}">
                <a16:creationId xmlns:a16="http://schemas.microsoft.com/office/drawing/2014/main" id="{7AAA4874-F618-D8EE-88CA-6948D616A2A7}"/>
              </a:ext>
            </a:extLst>
          </p:cNvPr>
          <p:cNvSpPr>
            <a:spLocks noGrp="1"/>
          </p:cNvSpPr>
          <p:nvPr>
            <p:ph type="sldNum" sz="quarter" idx="4"/>
          </p:nvPr>
        </p:nvSpPr>
        <p:spPr/>
        <p:txBody>
          <a:bodyPr/>
          <a:lstStyle/>
          <a:p>
            <a:fld id="{DAF489CC-3B7A-4DA5-A8C0-4984788D0EC5}" type="slidenum">
              <a:rPr lang="nl-NL" smtClean="0"/>
              <a:pPr/>
              <a:t>2</a:t>
            </a:fld>
            <a:endParaRPr lang="nl-NL" dirty="0"/>
          </a:p>
        </p:txBody>
      </p:sp>
    </p:spTree>
    <p:extLst>
      <p:ext uri="{BB962C8B-B14F-4D97-AF65-F5344CB8AC3E}">
        <p14:creationId xmlns:p14="http://schemas.microsoft.com/office/powerpoint/2010/main" val="2521401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584C10-5FF3-BDEE-499A-86607A4BF587}"/>
              </a:ext>
            </a:extLst>
          </p:cNvPr>
          <p:cNvSpPr>
            <a:spLocks noGrp="1"/>
          </p:cNvSpPr>
          <p:nvPr>
            <p:ph type="title"/>
          </p:nvPr>
        </p:nvSpPr>
        <p:spPr/>
        <p:txBody>
          <a:bodyPr/>
          <a:lstStyle/>
          <a:p>
            <a:r>
              <a:rPr lang="fr-FR" dirty="0"/>
              <a:t>Cadrage métier &amp; problème</a:t>
            </a:r>
          </a:p>
        </p:txBody>
      </p:sp>
      <p:sp>
        <p:nvSpPr>
          <p:cNvPr id="3" name="Espace réservé du texte 2">
            <a:extLst>
              <a:ext uri="{FF2B5EF4-FFF2-40B4-BE49-F238E27FC236}">
                <a16:creationId xmlns:a16="http://schemas.microsoft.com/office/drawing/2014/main" id="{8214310D-F2C2-F41C-5F7B-81928F944557}"/>
              </a:ext>
            </a:extLst>
          </p:cNvPr>
          <p:cNvSpPr>
            <a:spLocks noGrp="1"/>
          </p:cNvSpPr>
          <p:nvPr>
            <p:ph type="body" sz="quarter" idx="13"/>
          </p:nvPr>
        </p:nvSpPr>
        <p:spPr>
          <a:xfrm>
            <a:off x="390098" y="389618"/>
            <a:ext cx="1376980" cy="1477328"/>
          </a:xfrm>
        </p:spPr>
        <p:txBody>
          <a:bodyPr/>
          <a:lstStyle/>
          <a:p>
            <a:r>
              <a:rPr lang="fr-FR" dirty="0"/>
              <a:t>01</a:t>
            </a:r>
          </a:p>
        </p:txBody>
      </p:sp>
    </p:spTree>
    <p:extLst>
      <p:ext uri="{BB962C8B-B14F-4D97-AF65-F5344CB8AC3E}">
        <p14:creationId xmlns:p14="http://schemas.microsoft.com/office/powerpoint/2010/main" val="1181239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65C788-6F7E-EF3B-F47C-EFD316AA64A1}"/>
              </a:ext>
            </a:extLst>
          </p:cNvPr>
          <p:cNvSpPr>
            <a:spLocks noGrp="1"/>
          </p:cNvSpPr>
          <p:nvPr>
            <p:ph type="title"/>
          </p:nvPr>
        </p:nvSpPr>
        <p:spPr/>
        <p:txBody>
          <a:bodyPr/>
          <a:lstStyle/>
          <a:p>
            <a:r>
              <a:rPr lang="fr-FR" dirty="0"/>
              <a:t>Cadrage métier &amp; problème</a:t>
            </a:r>
          </a:p>
        </p:txBody>
      </p:sp>
      <p:sp>
        <p:nvSpPr>
          <p:cNvPr id="3" name="Espace réservé du texte 2">
            <a:extLst>
              <a:ext uri="{FF2B5EF4-FFF2-40B4-BE49-F238E27FC236}">
                <a16:creationId xmlns:a16="http://schemas.microsoft.com/office/drawing/2014/main" id="{6644CB0F-CC57-C9B1-01C3-EEAB63D30A6E}"/>
              </a:ext>
            </a:extLst>
          </p:cNvPr>
          <p:cNvSpPr>
            <a:spLocks noGrp="1"/>
          </p:cNvSpPr>
          <p:nvPr>
            <p:ph type="body" sz="quarter" idx="10"/>
          </p:nvPr>
        </p:nvSpPr>
        <p:spPr/>
        <p:txBody>
          <a:bodyPr/>
          <a:lstStyle/>
          <a:p>
            <a:r>
              <a:rPr lang="fr-FR" dirty="0"/>
              <a:t>Quel est le problème ? Comment le résoudre ?</a:t>
            </a:r>
          </a:p>
        </p:txBody>
      </p:sp>
      <p:sp>
        <p:nvSpPr>
          <p:cNvPr id="4" name="Espace réservé du texte 3">
            <a:extLst>
              <a:ext uri="{FF2B5EF4-FFF2-40B4-BE49-F238E27FC236}">
                <a16:creationId xmlns:a16="http://schemas.microsoft.com/office/drawing/2014/main" id="{3A86DF2A-A602-9716-E693-C008B07349C5}"/>
              </a:ext>
            </a:extLst>
          </p:cNvPr>
          <p:cNvSpPr>
            <a:spLocks noGrp="1"/>
          </p:cNvSpPr>
          <p:nvPr>
            <p:ph type="body" sz="quarter" idx="13"/>
          </p:nvPr>
        </p:nvSpPr>
        <p:spPr>
          <a:xfrm>
            <a:off x="1801503" y="1477699"/>
            <a:ext cx="9965046" cy="1417320"/>
          </a:xfrm>
        </p:spPr>
        <p:txBody>
          <a:bodyPr/>
          <a:lstStyle/>
          <a:p>
            <a:r>
              <a:rPr lang="fr-FR" dirty="0"/>
              <a:t>Contexte client</a:t>
            </a:r>
          </a:p>
        </p:txBody>
      </p:sp>
      <p:sp>
        <p:nvSpPr>
          <p:cNvPr id="5" name="Espace réservé du texte 4">
            <a:extLst>
              <a:ext uri="{FF2B5EF4-FFF2-40B4-BE49-F238E27FC236}">
                <a16:creationId xmlns:a16="http://schemas.microsoft.com/office/drawing/2014/main" id="{2CF2A6EE-F5F8-5ADC-D188-1C63C2A046D7}"/>
              </a:ext>
            </a:extLst>
          </p:cNvPr>
          <p:cNvSpPr>
            <a:spLocks noGrp="1"/>
          </p:cNvSpPr>
          <p:nvPr>
            <p:ph type="body" sz="quarter" idx="23"/>
          </p:nvPr>
        </p:nvSpPr>
        <p:spPr/>
        <p:txBody>
          <a:bodyPr/>
          <a:lstStyle/>
          <a:p>
            <a:r>
              <a:rPr lang="fr-FR" dirty="0"/>
              <a:t>Tâche IA</a:t>
            </a:r>
          </a:p>
        </p:txBody>
      </p:sp>
      <p:sp>
        <p:nvSpPr>
          <p:cNvPr id="6" name="Espace réservé du texte 5">
            <a:extLst>
              <a:ext uri="{FF2B5EF4-FFF2-40B4-BE49-F238E27FC236}">
                <a16:creationId xmlns:a16="http://schemas.microsoft.com/office/drawing/2014/main" id="{69FAEAF4-5BF1-AB67-D20F-28C20466CF8B}"/>
              </a:ext>
            </a:extLst>
          </p:cNvPr>
          <p:cNvSpPr>
            <a:spLocks noGrp="1"/>
          </p:cNvSpPr>
          <p:nvPr>
            <p:ph type="body" sz="quarter" idx="24"/>
          </p:nvPr>
        </p:nvSpPr>
        <p:spPr/>
        <p:txBody>
          <a:bodyPr/>
          <a:lstStyle/>
          <a:p>
            <a:r>
              <a:rPr lang="fr-FR" dirty="0"/>
              <a:t>Impacts</a:t>
            </a:r>
          </a:p>
        </p:txBody>
      </p:sp>
      <p:sp>
        <p:nvSpPr>
          <p:cNvPr id="7" name="Espace réservé du numéro de diapositive 6">
            <a:extLst>
              <a:ext uri="{FF2B5EF4-FFF2-40B4-BE49-F238E27FC236}">
                <a16:creationId xmlns:a16="http://schemas.microsoft.com/office/drawing/2014/main" id="{E1D14664-6697-DA62-750D-26F5AA4F5DF7}"/>
              </a:ext>
            </a:extLst>
          </p:cNvPr>
          <p:cNvSpPr>
            <a:spLocks noGrp="1"/>
          </p:cNvSpPr>
          <p:nvPr>
            <p:ph type="sldNum" sz="quarter" idx="4"/>
          </p:nvPr>
        </p:nvSpPr>
        <p:spPr/>
        <p:txBody>
          <a:bodyPr/>
          <a:lstStyle/>
          <a:p>
            <a:fld id="{DAF489CC-3B7A-4DA5-A8C0-4984788D0EC5}" type="slidenum">
              <a:rPr lang="nl-NL" smtClean="0"/>
              <a:pPr/>
              <a:t>4</a:t>
            </a:fld>
            <a:endParaRPr lang="nl-NL" dirty="0"/>
          </a:p>
        </p:txBody>
      </p:sp>
      <p:pic>
        <p:nvPicPr>
          <p:cNvPr id="15" name="Espace réservé pour une image  14">
            <a:extLst>
              <a:ext uri="{FF2B5EF4-FFF2-40B4-BE49-F238E27FC236}">
                <a16:creationId xmlns:a16="http://schemas.microsoft.com/office/drawing/2014/main" id="{4D3A529D-0D13-7DC2-D51E-FEEB0CCEAD6C}"/>
              </a:ext>
            </a:extLst>
          </p:cNvPr>
          <p:cNvPicPr>
            <a:picLocks noGrp="1" noChangeAspect="1"/>
          </p:cNvPicPr>
          <p:nvPr>
            <p:ph type="pic" sz="quarter" idx="20"/>
          </p:nvPr>
        </p:nvPicPr>
        <p:blipFill>
          <a:blip r:embed="rId3">
            <a:extLst>
              <a:ext uri="{28A0092B-C50C-407E-A947-70E740481C1C}">
                <a14:useLocalDpi xmlns:a14="http://schemas.microsoft.com/office/drawing/2010/main" val="0"/>
              </a:ext>
            </a:extLst>
          </a:blip>
          <a:srcRect t="471" b="471"/>
          <a:stretch>
            <a:fillRect/>
          </a:stretch>
        </p:blipFill>
        <p:spPr>
          <a:xfrm>
            <a:off x="174625" y="1582738"/>
            <a:ext cx="1439863" cy="1189037"/>
          </a:xfrm>
          <a:prstGeom prst="rect">
            <a:avLst/>
          </a:prstGeom>
        </p:spPr>
      </p:pic>
      <p:pic>
        <p:nvPicPr>
          <p:cNvPr id="21" name="Espace réservé pour une image  20">
            <a:extLst>
              <a:ext uri="{FF2B5EF4-FFF2-40B4-BE49-F238E27FC236}">
                <a16:creationId xmlns:a16="http://schemas.microsoft.com/office/drawing/2014/main" id="{F0EF72ED-9BFA-6272-E590-CE2D476AB889}"/>
              </a:ext>
            </a:extLst>
          </p:cNvPr>
          <p:cNvPicPr>
            <a:picLocks noGrp="1" noChangeAspect="1"/>
          </p:cNvPicPr>
          <p:nvPr>
            <p:ph type="pic" sz="quarter" idx="21"/>
          </p:nvPr>
        </p:nvPicPr>
        <p:blipFill>
          <a:blip r:embed="rId4">
            <a:extLst>
              <a:ext uri="{28A0092B-C50C-407E-A947-70E740481C1C}">
                <a14:useLocalDpi xmlns:a14="http://schemas.microsoft.com/office/drawing/2010/main" val="0"/>
              </a:ext>
            </a:extLst>
          </a:blip>
          <a:srcRect l="10997" r="10997"/>
          <a:stretch>
            <a:fillRect/>
          </a:stretch>
        </p:blipFill>
        <p:spPr>
          <a:xfrm>
            <a:off x="174625" y="3178175"/>
            <a:ext cx="1439863" cy="1189038"/>
          </a:xfrm>
          <a:prstGeom prst="rect">
            <a:avLst/>
          </a:prstGeom>
        </p:spPr>
      </p:pic>
      <p:pic>
        <p:nvPicPr>
          <p:cNvPr id="25" name="Espace réservé pour une image  24">
            <a:extLst>
              <a:ext uri="{FF2B5EF4-FFF2-40B4-BE49-F238E27FC236}">
                <a16:creationId xmlns:a16="http://schemas.microsoft.com/office/drawing/2014/main" id="{EEF5A85E-832B-2AF9-8172-7C871C3E1132}"/>
              </a:ext>
            </a:extLst>
          </p:cNvPr>
          <p:cNvPicPr>
            <a:picLocks noGrp="1" noChangeAspect="1"/>
          </p:cNvPicPr>
          <p:nvPr>
            <p:ph type="pic" sz="quarter" idx="22"/>
          </p:nvPr>
        </p:nvPicPr>
        <p:blipFill>
          <a:blip r:embed="rId5">
            <a:extLst>
              <a:ext uri="{28A0092B-C50C-407E-A947-70E740481C1C}">
                <a14:useLocalDpi xmlns:a14="http://schemas.microsoft.com/office/drawing/2010/main" val="0"/>
              </a:ext>
            </a:extLst>
          </a:blip>
          <a:srcRect l="3309" r="3309"/>
          <a:stretch>
            <a:fillRect/>
          </a:stretch>
        </p:blipFill>
        <p:spPr>
          <a:xfrm>
            <a:off x="174625" y="4659313"/>
            <a:ext cx="1439863" cy="1417637"/>
          </a:xfrm>
          <a:prstGeom prst="rect">
            <a:avLst/>
          </a:prstGeom>
        </p:spPr>
      </p:pic>
      <p:sp>
        <p:nvSpPr>
          <p:cNvPr id="11" name="ZoneTexte 10">
            <a:extLst>
              <a:ext uri="{FF2B5EF4-FFF2-40B4-BE49-F238E27FC236}">
                <a16:creationId xmlns:a16="http://schemas.microsoft.com/office/drawing/2014/main" id="{047BF192-31EC-9D8F-D7D5-4DD4BAD59569}"/>
              </a:ext>
            </a:extLst>
          </p:cNvPr>
          <p:cNvSpPr txBox="1"/>
          <p:nvPr/>
        </p:nvSpPr>
        <p:spPr>
          <a:xfrm>
            <a:off x="4166557" y="1715997"/>
            <a:ext cx="6633713" cy="949946"/>
          </a:xfrm>
          <a:prstGeom prst="rect">
            <a:avLst/>
          </a:prstGeom>
          <a:noFill/>
        </p:spPr>
        <p:txBody>
          <a:bodyPr wrap="none" rtlCol="0">
            <a:noAutofit/>
          </a:bodyPr>
          <a:lstStyle/>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lang="fr-FR" sz="1600" dirty="0">
                <a:solidFill>
                  <a:schemeClr val="accent1"/>
                </a:solidFill>
                <a:latin typeface="+mj-lt"/>
              </a:rPr>
              <a:t>Agence nationale de l’emploi / service public</a:t>
            </a: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endParaRPr lang="fr-FR" sz="1600" dirty="0">
              <a:solidFill>
                <a:schemeClr val="accent1"/>
              </a:solidFill>
              <a:latin typeface="+mj-lt"/>
            </a:endParaRP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lang="fr-FR" sz="1600" dirty="0">
                <a:solidFill>
                  <a:schemeClr val="accent1"/>
                </a:solidFill>
                <a:latin typeface="+mj-lt"/>
              </a:rPr>
              <a:t>Problème métier : orienter des demandeurs d’emploi</a:t>
            </a:r>
          </a:p>
        </p:txBody>
      </p:sp>
      <p:sp>
        <p:nvSpPr>
          <p:cNvPr id="17" name="ZoneTexte 16">
            <a:extLst>
              <a:ext uri="{FF2B5EF4-FFF2-40B4-BE49-F238E27FC236}">
                <a16:creationId xmlns:a16="http://schemas.microsoft.com/office/drawing/2014/main" id="{2B67C164-7F01-9430-10F1-CC98C0EE72C7}"/>
              </a:ext>
            </a:extLst>
          </p:cNvPr>
          <p:cNvSpPr txBox="1"/>
          <p:nvPr/>
        </p:nvSpPr>
        <p:spPr>
          <a:xfrm>
            <a:off x="4166557" y="3213372"/>
            <a:ext cx="6633713" cy="1127904"/>
          </a:xfrm>
          <a:prstGeom prst="rect">
            <a:avLst/>
          </a:prstGeom>
          <a:noFill/>
        </p:spPr>
        <p:txBody>
          <a:bodyPr wrap="none" rtlCol="0">
            <a:noAutofit/>
          </a:bodyPr>
          <a:lstStyle/>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00005C"/>
                </a:solidFill>
                <a:effectLst/>
                <a:uLnTx/>
                <a:uFillTx/>
                <a:latin typeface="Biennale Bold"/>
                <a:ea typeface="+mn-ea"/>
                <a:cs typeface="+mn-cs"/>
              </a:rPr>
              <a:t>Prédire le délai de retour à l'emploi en 3 classes (0 : rapide &lt;6 mois,</a:t>
            </a:r>
            <a:br>
              <a:rPr kumimoji="0" lang="fr-FR" sz="1600" b="0" i="0" u="none" strike="noStrike" kern="1200" cap="none" spc="0" normalizeH="0" baseline="0" noProof="0" dirty="0">
                <a:ln>
                  <a:noFill/>
                </a:ln>
                <a:solidFill>
                  <a:srgbClr val="00005C"/>
                </a:solidFill>
                <a:effectLst/>
                <a:uLnTx/>
                <a:uFillTx/>
                <a:latin typeface="Biennale Bold"/>
                <a:ea typeface="+mn-ea"/>
                <a:cs typeface="+mn-cs"/>
              </a:rPr>
            </a:br>
            <a:r>
              <a:rPr kumimoji="0" lang="fr-FR" sz="1600" b="0" i="0" u="none" strike="noStrike" kern="1200" cap="none" spc="0" normalizeH="0" baseline="0" noProof="0" dirty="0">
                <a:ln>
                  <a:noFill/>
                </a:ln>
                <a:solidFill>
                  <a:srgbClr val="00005C"/>
                </a:solidFill>
                <a:effectLst/>
                <a:uLnTx/>
                <a:uFillTx/>
                <a:latin typeface="Biennale Bold"/>
                <a:ea typeface="+mn-ea"/>
                <a:cs typeface="+mn-cs"/>
              </a:rPr>
              <a:t>1 : moyen 6-12 mois, 2 : long &gt;12 mois)</a:t>
            </a: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endParaRPr kumimoji="0" lang="fr-FR" sz="1600" b="0" i="0" u="none" strike="noStrike" kern="1200" cap="none" spc="0" normalizeH="0" baseline="0" noProof="0" dirty="0">
              <a:ln>
                <a:noFill/>
              </a:ln>
              <a:solidFill>
                <a:srgbClr val="00005C"/>
              </a:solidFill>
              <a:effectLst/>
              <a:uLnTx/>
              <a:uFillTx/>
              <a:latin typeface="Biennale Bold"/>
              <a:ea typeface="+mn-ea"/>
              <a:cs typeface="+mn-cs"/>
            </a:endParaRP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00005C"/>
                </a:solidFill>
                <a:effectLst/>
                <a:uLnTx/>
                <a:uFillTx/>
                <a:latin typeface="Biennale Bold"/>
                <a:ea typeface="+mn-ea"/>
                <a:cs typeface="+mn-cs"/>
              </a:rPr>
              <a:t>A partir de données multimodales (tabulaire + texte libre)</a:t>
            </a:r>
          </a:p>
        </p:txBody>
      </p:sp>
      <p:sp>
        <p:nvSpPr>
          <p:cNvPr id="19" name="ZoneTexte 18">
            <a:extLst>
              <a:ext uri="{FF2B5EF4-FFF2-40B4-BE49-F238E27FC236}">
                <a16:creationId xmlns:a16="http://schemas.microsoft.com/office/drawing/2014/main" id="{514657A6-40E7-0153-907E-723FFEEF9FD0}"/>
              </a:ext>
            </a:extLst>
          </p:cNvPr>
          <p:cNvSpPr txBox="1"/>
          <p:nvPr/>
        </p:nvSpPr>
        <p:spPr>
          <a:xfrm>
            <a:off x="4166558" y="4893317"/>
            <a:ext cx="6633713" cy="949946"/>
          </a:xfrm>
          <a:prstGeom prst="rect">
            <a:avLst/>
          </a:prstGeom>
          <a:noFill/>
        </p:spPr>
        <p:txBody>
          <a:bodyPr wrap="none" rtlCol="0">
            <a:noAutofit/>
          </a:bodyPr>
          <a:lstStyle/>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4AA82D"/>
                </a:solidFill>
                <a:effectLst/>
                <a:uLnTx/>
                <a:uFillTx/>
                <a:latin typeface="Biennale Bold"/>
                <a:ea typeface="+mn-ea"/>
                <a:cs typeface="+mn-cs"/>
              </a:rPr>
              <a:t>Direct : aide à l’orientation pour les conseillers</a:t>
            </a: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endParaRPr lang="fr-FR" sz="1600" dirty="0">
              <a:solidFill>
                <a:srgbClr val="4AA82D"/>
              </a:solidFill>
              <a:latin typeface="Biennale Bold"/>
            </a:endParaRP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4AA82D"/>
                </a:solidFill>
                <a:effectLst/>
                <a:uLnTx/>
                <a:uFillTx/>
                <a:latin typeface="Biennale Bold"/>
                <a:ea typeface="+mn-ea"/>
                <a:cs typeface="+mn-cs"/>
              </a:rPr>
              <a:t>Indirect : les demandeurs d’emploi</a:t>
            </a:r>
            <a:endParaRPr kumimoji="0" lang="fr-FR" sz="1600" b="0" i="0" u="none" strike="noStrike" kern="1200" cap="none" spc="0" normalizeH="0" baseline="0" noProof="0" dirty="0">
              <a:ln>
                <a:noFill/>
              </a:ln>
              <a:solidFill>
                <a:srgbClr val="00005C"/>
              </a:solidFill>
              <a:effectLst/>
              <a:uLnTx/>
              <a:uFillTx/>
              <a:latin typeface="Biennale Bold"/>
              <a:ea typeface="+mn-ea"/>
              <a:cs typeface="+mn-cs"/>
            </a:endParaRPr>
          </a:p>
        </p:txBody>
      </p:sp>
    </p:spTree>
    <p:extLst>
      <p:ext uri="{BB962C8B-B14F-4D97-AF65-F5344CB8AC3E}">
        <p14:creationId xmlns:p14="http://schemas.microsoft.com/office/powerpoint/2010/main" val="3042511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86D699-2DB8-ADB4-C6B4-3D8DDFCFB880}"/>
              </a:ext>
            </a:extLst>
          </p:cNvPr>
          <p:cNvSpPr>
            <a:spLocks noGrp="1"/>
          </p:cNvSpPr>
          <p:nvPr>
            <p:ph type="title"/>
          </p:nvPr>
        </p:nvSpPr>
        <p:spPr/>
        <p:txBody>
          <a:bodyPr/>
          <a:lstStyle/>
          <a:p>
            <a:r>
              <a:rPr lang="fr-FR" dirty="0"/>
              <a:t>Cadrage métier &amp; problème - Critères de succès</a:t>
            </a:r>
          </a:p>
        </p:txBody>
      </p:sp>
      <p:sp>
        <p:nvSpPr>
          <p:cNvPr id="3" name="Espace réservé du texte 2">
            <a:extLst>
              <a:ext uri="{FF2B5EF4-FFF2-40B4-BE49-F238E27FC236}">
                <a16:creationId xmlns:a16="http://schemas.microsoft.com/office/drawing/2014/main" id="{60C06E59-613F-4E74-FF6E-A4402F2846DE}"/>
              </a:ext>
            </a:extLst>
          </p:cNvPr>
          <p:cNvSpPr>
            <a:spLocks noGrp="1"/>
          </p:cNvSpPr>
          <p:nvPr>
            <p:ph type="body" sz="quarter" idx="10"/>
          </p:nvPr>
        </p:nvSpPr>
        <p:spPr/>
        <p:txBody>
          <a:bodyPr/>
          <a:lstStyle/>
          <a:p>
            <a:r>
              <a:rPr lang="fr-FR" dirty="0"/>
              <a:t>Comment savoir si notre solution est un vrai succès métier, technique et opérationnel ?</a:t>
            </a:r>
          </a:p>
        </p:txBody>
      </p:sp>
      <p:sp>
        <p:nvSpPr>
          <p:cNvPr id="4" name="Espace réservé du numéro de diapositive 3">
            <a:extLst>
              <a:ext uri="{FF2B5EF4-FFF2-40B4-BE49-F238E27FC236}">
                <a16:creationId xmlns:a16="http://schemas.microsoft.com/office/drawing/2014/main" id="{BAA0189C-A309-D162-8851-374FBAC1F859}"/>
              </a:ext>
            </a:extLst>
          </p:cNvPr>
          <p:cNvSpPr>
            <a:spLocks noGrp="1"/>
          </p:cNvSpPr>
          <p:nvPr>
            <p:ph type="sldNum" sz="quarter" idx="4"/>
          </p:nvPr>
        </p:nvSpPr>
        <p:spPr/>
        <p:txBody>
          <a:bodyPr/>
          <a:lstStyle/>
          <a:p>
            <a:fld id="{DAF489CC-3B7A-4DA5-A8C0-4984788D0EC5}" type="slidenum">
              <a:rPr lang="nl-NL" smtClean="0"/>
              <a:pPr/>
              <a:t>5</a:t>
            </a:fld>
            <a:endParaRPr lang="nl-NL" dirty="0"/>
          </a:p>
        </p:txBody>
      </p:sp>
      <p:graphicFrame>
        <p:nvGraphicFramePr>
          <p:cNvPr id="5" name="Tableau 4">
            <a:extLst>
              <a:ext uri="{FF2B5EF4-FFF2-40B4-BE49-F238E27FC236}">
                <a16:creationId xmlns:a16="http://schemas.microsoft.com/office/drawing/2014/main" id="{C4B1AFF5-9F14-5816-920C-96DF05692F86}"/>
              </a:ext>
            </a:extLst>
          </p:cNvPr>
          <p:cNvGraphicFramePr>
            <a:graphicFrameLocks noGrp="1"/>
          </p:cNvGraphicFramePr>
          <p:nvPr>
            <p:extLst>
              <p:ext uri="{D42A27DB-BD31-4B8C-83A1-F6EECF244321}">
                <p14:modId xmlns:p14="http://schemas.microsoft.com/office/powerpoint/2010/main" val="3922286428"/>
              </p:ext>
            </p:extLst>
          </p:nvPr>
        </p:nvGraphicFramePr>
        <p:xfrm>
          <a:off x="887145" y="1078459"/>
          <a:ext cx="10414536" cy="2123440"/>
        </p:xfrm>
        <a:graphic>
          <a:graphicData uri="http://schemas.openxmlformats.org/drawingml/2006/table">
            <a:tbl>
              <a:tblPr firstRow="1" bandRow="1">
                <a:tableStyleId>{5C22544A-7EE6-4342-B048-85BDC9FD1C3A}</a:tableStyleId>
              </a:tblPr>
              <a:tblGrid>
                <a:gridCol w="1873719">
                  <a:extLst>
                    <a:ext uri="{9D8B030D-6E8A-4147-A177-3AD203B41FA5}">
                      <a16:colId xmlns:a16="http://schemas.microsoft.com/office/drawing/2014/main" val="82789701"/>
                    </a:ext>
                  </a:extLst>
                </a:gridCol>
                <a:gridCol w="5069305">
                  <a:extLst>
                    <a:ext uri="{9D8B030D-6E8A-4147-A177-3AD203B41FA5}">
                      <a16:colId xmlns:a16="http://schemas.microsoft.com/office/drawing/2014/main" val="1075361179"/>
                    </a:ext>
                  </a:extLst>
                </a:gridCol>
                <a:gridCol w="3471512">
                  <a:extLst>
                    <a:ext uri="{9D8B030D-6E8A-4147-A177-3AD203B41FA5}">
                      <a16:colId xmlns:a16="http://schemas.microsoft.com/office/drawing/2014/main" val="256248617"/>
                    </a:ext>
                  </a:extLst>
                </a:gridCol>
              </a:tblGrid>
              <a:tr h="370840">
                <a:tc>
                  <a:txBody>
                    <a:bodyPr/>
                    <a:lstStyle/>
                    <a:p>
                      <a:r>
                        <a:rPr lang="fr-FR" dirty="0"/>
                        <a:t>Type</a:t>
                      </a:r>
                    </a:p>
                  </a:txBody>
                  <a:tcPr/>
                </a:tc>
                <a:tc>
                  <a:txBody>
                    <a:bodyPr/>
                    <a:lstStyle/>
                    <a:p>
                      <a:r>
                        <a:rPr lang="fr-FR" dirty="0"/>
                        <a:t>Critère</a:t>
                      </a:r>
                    </a:p>
                  </a:txBody>
                  <a:tcPr/>
                </a:tc>
                <a:tc>
                  <a:txBody>
                    <a:bodyPr/>
                    <a:lstStyle/>
                    <a:p>
                      <a:r>
                        <a:rPr lang="fr-FR" dirty="0"/>
                        <a:t>Cible initiale</a:t>
                      </a:r>
                    </a:p>
                  </a:txBody>
                  <a:tcPr/>
                </a:tc>
                <a:extLst>
                  <a:ext uri="{0D108BD9-81ED-4DB2-BD59-A6C34878D82A}">
                    <a16:rowId xmlns:a16="http://schemas.microsoft.com/office/drawing/2014/main" val="520482257"/>
                  </a:ext>
                </a:extLst>
              </a:tr>
              <a:tr h="370840">
                <a:tc>
                  <a:txBody>
                    <a:bodyPr/>
                    <a:lstStyle/>
                    <a:p>
                      <a:r>
                        <a:rPr lang="fr-FR" dirty="0"/>
                        <a:t>Métier</a:t>
                      </a:r>
                    </a:p>
                  </a:txBody>
                  <a:tcPr/>
                </a:tc>
                <a:tc>
                  <a:txBody>
                    <a:bodyPr/>
                    <a:lstStyle/>
                    <a:p>
                      <a:r>
                        <a:rPr lang="fr-FR" dirty="0"/>
                        <a:t>Réduire les erreurs critiques (classe 2 : long prédit en 0 : rapide)</a:t>
                      </a:r>
                    </a:p>
                  </a:txBody>
                  <a:tcPr/>
                </a:tc>
                <a:tc>
                  <a:txBody>
                    <a:bodyPr/>
                    <a:lstStyle/>
                    <a:p>
                      <a:r>
                        <a:rPr lang="fr-FR" dirty="0"/>
                        <a:t>&lt; 5 %</a:t>
                      </a:r>
                    </a:p>
                  </a:txBody>
                  <a:tcPr/>
                </a:tc>
                <a:extLst>
                  <a:ext uri="{0D108BD9-81ED-4DB2-BD59-A6C34878D82A}">
                    <a16:rowId xmlns:a16="http://schemas.microsoft.com/office/drawing/2014/main" val="3901315057"/>
                  </a:ext>
                </a:extLst>
              </a:tr>
              <a:tr h="370840">
                <a:tc>
                  <a:txBody>
                    <a:bodyPr/>
                    <a:lstStyle/>
                    <a:p>
                      <a:r>
                        <a:rPr lang="fr-FR" dirty="0"/>
                        <a:t>Modèle</a:t>
                      </a:r>
                    </a:p>
                  </a:txBody>
                  <a:tcPr/>
                </a:tc>
                <a:tc>
                  <a:txBody>
                    <a:bodyPr/>
                    <a:lstStyle/>
                    <a:p>
                      <a:r>
                        <a:rPr lang="fr-FR" dirty="0"/>
                        <a:t>F1-score macro</a:t>
                      </a:r>
                    </a:p>
                  </a:txBody>
                  <a:tcPr/>
                </a:tc>
                <a:tc>
                  <a:txBody>
                    <a:bodyPr/>
                    <a:lstStyle/>
                    <a:p>
                      <a:r>
                        <a:rPr lang="fr-FR" sz="1800" kern="1200" dirty="0">
                          <a:solidFill>
                            <a:schemeClr val="dk1"/>
                          </a:solidFill>
                          <a:latin typeface="+mn-lt"/>
                          <a:ea typeface="+mn-ea"/>
                          <a:cs typeface="+mn-cs"/>
                        </a:rPr>
                        <a:t>≥ 75 %</a:t>
                      </a:r>
                    </a:p>
                  </a:txBody>
                  <a:tcPr/>
                </a:tc>
                <a:extLst>
                  <a:ext uri="{0D108BD9-81ED-4DB2-BD59-A6C34878D82A}">
                    <a16:rowId xmlns:a16="http://schemas.microsoft.com/office/drawing/2014/main" val="2330245173"/>
                  </a:ext>
                </a:extLst>
              </a:tr>
              <a:tr h="370840">
                <a:tc>
                  <a:txBody>
                    <a:bodyPr/>
                    <a:lstStyle/>
                    <a:p>
                      <a:r>
                        <a:rPr lang="fr-FR" dirty="0"/>
                        <a:t>Modèle</a:t>
                      </a:r>
                    </a:p>
                  </a:txBody>
                  <a:tcPr/>
                </a:tc>
                <a:tc>
                  <a:txBody>
                    <a:bodyPr/>
                    <a:lstStyle/>
                    <a:p>
                      <a:r>
                        <a:rPr lang="fr-FR" dirty="0"/>
                        <a:t>Matrice de confusion</a:t>
                      </a:r>
                    </a:p>
                  </a:txBody>
                  <a:tcPr/>
                </a:tc>
                <a:tc>
                  <a:txBody>
                    <a:bodyPr/>
                    <a:lstStyle/>
                    <a:p>
                      <a:r>
                        <a:rPr lang="fr-FR" dirty="0" err="1"/>
                        <a:t>Recall</a:t>
                      </a:r>
                      <a:r>
                        <a:rPr lang="fr-FR" dirty="0"/>
                        <a:t> ≥ 85 %</a:t>
                      </a:r>
                    </a:p>
                  </a:txBody>
                  <a:tcPr/>
                </a:tc>
                <a:extLst>
                  <a:ext uri="{0D108BD9-81ED-4DB2-BD59-A6C34878D82A}">
                    <a16:rowId xmlns:a16="http://schemas.microsoft.com/office/drawing/2014/main" val="1075324168"/>
                  </a:ext>
                </a:extLst>
              </a:tr>
              <a:tr h="370840">
                <a:tc>
                  <a:txBody>
                    <a:bodyPr/>
                    <a:lstStyle/>
                    <a:p>
                      <a:r>
                        <a:rPr lang="fr-FR" dirty="0"/>
                        <a:t>Opérationnel</a:t>
                      </a:r>
                    </a:p>
                  </a:txBody>
                  <a:tcPr/>
                </a:tc>
                <a:tc>
                  <a:txBody>
                    <a:bodyPr/>
                    <a:lstStyle/>
                    <a:p>
                      <a:r>
                        <a:rPr lang="fr-FR" dirty="0"/>
                        <a:t>Temps de réponse API en production</a:t>
                      </a:r>
                    </a:p>
                  </a:txBody>
                  <a:tcPr/>
                </a:tc>
                <a:tc>
                  <a:txBody>
                    <a:bodyPr/>
                    <a:lstStyle/>
                    <a:p>
                      <a:r>
                        <a:rPr lang="fr-FR" dirty="0"/>
                        <a:t>Latence P50 &lt; 250 ms</a:t>
                      </a:r>
                    </a:p>
                  </a:txBody>
                  <a:tcPr/>
                </a:tc>
                <a:extLst>
                  <a:ext uri="{0D108BD9-81ED-4DB2-BD59-A6C34878D82A}">
                    <a16:rowId xmlns:a16="http://schemas.microsoft.com/office/drawing/2014/main" val="3001932074"/>
                  </a:ext>
                </a:extLst>
              </a:tr>
            </a:tbl>
          </a:graphicData>
        </a:graphic>
      </p:graphicFrame>
      <p:sp>
        <p:nvSpPr>
          <p:cNvPr id="6" name="Titre 1">
            <a:extLst>
              <a:ext uri="{FF2B5EF4-FFF2-40B4-BE49-F238E27FC236}">
                <a16:creationId xmlns:a16="http://schemas.microsoft.com/office/drawing/2014/main" id="{0E6902F2-729B-69E8-8AAF-2DCE280AE0DE}"/>
              </a:ext>
            </a:extLst>
          </p:cNvPr>
          <p:cNvSpPr txBox="1">
            <a:spLocks/>
          </p:cNvSpPr>
          <p:nvPr/>
        </p:nvSpPr>
        <p:spPr>
          <a:xfrm>
            <a:off x="425451" y="3251081"/>
            <a:ext cx="11337925" cy="912315"/>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a:lstStyle>
          <a:p>
            <a:r>
              <a:rPr lang="fr-FR" dirty="0"/>
              <a:t>Cadrage métier &amp; problème - Risques éthiques anticipés</a:t>
            </a:r>
          </a:p>
        </p:txBody>
      </p:sp>
      <p:sp>
        <p:nvSpPr>
          <p:cNvPr id="8" name="Espace réservé du texte 2">
            <a:extLst>
              <a:ext uri="{FF2B5EF4-FFF2-40B4-BE49-F238E27FC236}">
                <a16:creationId xmlns:a16="http://schemas.microsoft.com/office/drawing/2014/main" id="{5CACE587-D99A-5A3B-41F8-F26339BBC609}"/>
              </a:ext>
            </a:extLst>
          </p:cNvPr>
          <p:cNvSpPr txBox="1">
            <a:spLocks/>
          </p:cNvSpPr>
          <p:nvPr/>
        </p:nvSpPr>
        <p:spPr>
          <a:xfrm>
            <a:off x="425451" y="3707239"/>
            <a:ext cx="11337925" cy="4937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accent3"/>
              </a:buClr>
              <a:buFont typeface="Arial" panose="020B0604020202020204" pitchFamily="34" charset="0"/>
              <a:buNone/>
              <a:defRPr sz="1800" kern="1200">
                <a:solidFill>
                  <a:schemeClr val="accent3"/>
                </a:solidFill>
                <a:latin typeface="+mj-lt"/>
                <a:ea typeface="+mn-ea"/>
                <a:cs typeface="+mn-cs"/>
              </a:defRPr>
            </a:lvl1pPr>
            <a:lvl2pPr marL="2286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2pPr>
            <a:lvl3pPr marL="4572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3pPr>
            <a:lvl4pPr marL="6858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Quels risques éthiques et réglementaires entraine l’utilisation de l’IA dans ce contexte</a:t>
            </a:r>
          </a:p>
        </p:txBody>
      </p:sp>
      <p:graphicFrame>
        <p:nvGraphicFramePr>
          <p:cNvPr id="9" name="Tableau 8">
            <a:extLst>
              <a:ext uri="{FF2B5EF4-FFF2-40B4-BE49-F238E27FC236}">
                <a16:creationId xmlns:a16="http://schemas.microsoft.com/office/drawing/2014/main" id="{D4751FE9-FC1F-3B0E-2942-DDF5DA476F1E}"/>
              </a:ext>
            </a:extLst>
          </p:cNvPr>
          <p:cNvGraphicFramePr>
            <a:graphicFrameLocks noGrp="1"/>
          </p:cNvGraphicFramePr>
          <p:nvPr>
            <p:extLst>
              <p:ext uri="{D42A27DB-BD31-4B8C-83A1-F6EECF244321}">
                <p14:modId xmlns:p14="http://schemas.microsoft.com/office/powerpoint/2010/main" val="4126006362"/>
              </p:ext>
            </p:extLst>
          </p:nvPr>
        </p:nvGraphicFramePr>
        <p:xfrm>
          <a:off x="887145" y="4013736"/>
          <a:ext cx="4128168" cy="2270418"/>
        </p:xfrm>
        <a:graphic>
          <a:graphicData uri="http://schemas.openxmlformats.org/drawingml/2006/table">
            <a:tbl>
              <a:tblPr firstRow="1" bandRow="1">
                <a:tableStyleId>{5C22544A-7EE6-4342-B048-85BDC9FD1C3A}</a:tableStyleId>
              </a:tblPr>
              <a:tblGrid>
                <a:gridCol w="4128168">
                  <a:extLst>
                    <a:ext uri="{9D8B030D-6E8A-4147-A177-3AD203B41FA5}">
                      <a16:colId xmlns:a16="http://schemas.microsoft.com/office/drawing/2014/main" val="3818923150"/>
                    </a:ext>
                  </a:extLst>
                </a:gridCol>
              </a:tblGrid>
              <a:tr h="378403">
                <a:tc>
                  <a:txBody>
                    <a:bodyPr/>
                    <a:lstStyle/>
                    <a:p>
                      <a:r>
                        <a:rPr lang="fr-FR" dirty="0"/>
                        <a:t>Variables sensibles</a:t>
                      </a:r>
                    </a:p>
                  </a:txBody>
                  <a:tcPr/>
                </a:tc>
                <a:extLst>
                  <a:ext uri="{0D108BD9-81ED-4DB2-BD59-A6C34878D82A}">
                    <a16:rowId xmlns:a16="http://schemas.microsoft.com/office/drawing/2014/main" val="986900496"/>
                  </a:ext>
                </a:extLst>
              </a:tr>
              <a:tr h="378403">
                <a:tc>
                  <a:txBody>
                    <a:bodyPr/>
                    <a:lstStyle/>
                    <a:p>
                      <a:r>
                        <a:rPr lang="fr-FR" dirty="0" err="1"/>
                        <a:t>nationalite_hors_ue</a:t>
                      </a:r>
                      <a:endParaRPr lang="fr-FR" dirty="0"/>
                    </a:p>
                  </a:txBody>
                  <a:tcPr/>
                </a:tc>
                <a:extLst>
                  <a:ext uri="{0D108BD9-81ED-4DB2-BD59-A6C34878D82A}">
                    <a16:rowId xmlns:a16="http://schemas.microsoft.com/office/drawing/2014/main" val="1291248052"/>
                  </a:ext>
                </a:extLst>
              </a:tr>
              <a:tr h="378403">
                <a:tc>
                  <a:txBody>
                    <a:bodyPr/>
                    <a:lstStyle/>
                    <a:p>
                      <a:r>
                        <a:rPr lang="fr-FR" dirty="0" err="1"/>
                        <a:t>code_insee_commune</a:t>
                      </a:r>
                      <a:endParaRPr lang="fr-FR" dirty="0"/>
                    </a:p>
                  </a:txBody>
                  <a:tcPr/>
                </a:tc>
                <a:extLst>
                  <a:ext uri="{0D108BD9-81ED-4DB2-BD59-A6C34878D82A}">
                    <a16:rowId xmlns:a16="http://schemas.microsoft.com/office/drawing/2014/main" val="4126110153"/>
                  </a:ext>
                </a:extLst>
              </a:tr>
              <a:tr h="378403">
                <a:tc>
                  <a:txBody>
                    <a:bodyPr/>
                    <a:lstStyle/>
                    <a:p>
                      <a:r>
                        <a:rPr lang="fr-FR" dirty="0"/>
                        <a:t>Age</a:t>
                      </a:r>
                    </a:p>
                  </a:txBody>
                  <a:tcPr/>
                </a:tc>
                <a:extLst>
                  <a:ext uri="{0D108BD9-81ED-4DB2-BD59-A6C34878D82A}">
                    <a16:rowId xmlns:a16="http://schemas.microsoft.com/office/drawing/2014/main" val="1658436179"/>
                  </a:ext>
                </a:extLst>
              </a:tr>
              <a:tr h="378403">
                <a:tc>
                  <a:txBody>
                    <a:bodyPr/>
                    <a:lstStyle/>
                    <a:p>
                      <a:r>
                        <a:rPr lang="fr-FR" dirty="0"/>
                        <a:t>est allocataire</a:t>
                      </a:r>
                    </a:p>
                  </a:txBody>
                  <a:tcPr/>
                </a:tc>
                <a:extLst>
                  <a:ext uri="{0D108BD9-81ED-4DB2-BD59-A6C34878D82A}">
                    <a16:rowId xmlns:a16="http://schemas.microsoft.com/office/drawing/2014/main" val="4194260015"/>
                  </a:ext>
                </a:extLst>
              </a:tr>
              <a:tr h="378403">
                <a:tc>
                  <a:txBody>
                    <a:bodyPr/>
                    <a:lstStyle/>
                    <a:p>
                      <a:r>
                        <a:rPr lang="fr-FR" dirty="0" err="1"/>
                        <a:t>synthese_entretien</a:t>
                      </a:r>
                      <a:endParaRPr lang="fr-FR" dirty="0"/>
                    </a:p>
                  </a:txBody>
                  <a:tcPr/>
                </a:tc>
                <a:extLst>
                  <a:ext uri="{0D108BD9-81ED-4DB2-BD59-A6C34878D82A}">
                    <a16:rowId xmlns:a16="http://schemas.microsoft.com/office/drawing/2014/main" val="1722018243"/>
                  </a:ext>
                </a:extLst>
              </a:tr>
            </a:tbl>
          </a:graphicData>
        </a:graphic>
      </p:graphicFrame>
      <p:graphicFrame>
        <p:nvGraphicFramePr>
          <p:cNvPr id="10" name="Tableau 9">
            <a:extLst>
              <a:ext uri="{FF2B5EF4-FFF2-40B4-BE49-F238E27FC236}">
                <a16:creationId xmlns:a16="http://schemas.microsoft.com/office/drawing/2014/main" id="{2F0F6DA5-4E7A-B707-E55D-E9EAEC8A5DDD}"/>
              </a:ext>
            </a:extLst>
          </p:cNvPr>
          <p:cNvGraphicFramePr>
            <a:graphicFrameLocks noGrp="1"/>
          </p:cNvGraphicFramePr>
          <p:nvPr>
            <p:extLst>
              <p:ext uri="{D42A27DB-BD31-4B8C-83A1-F6EECF244321}">
                <p14:modId xmlns:p14="http://schemas.microsoft.com/office/powerpoint/2010/main" val="3361972057"/>
              </p:ext>
            </p:extLst>
          </p:nvPr>
        </p:nvGraphicFramePr>
        <p:xfrm>
          <a:off x="6046287" y="4013736"/>
          <a:ext cx="5255394" cy="2270418"/>
        </p:xfrm>
        <a:graphic>
          <a:graphicData uri="http://schemas.openxmlformats.org/drawingml/2006/table">
            <a:tbl>
              <a:tblPr firstRow="1" bandRow="1">
                <a:tableStyleId>{5C22544A-7EE6-4342-B048-85BDC9FD1C3A}</a:tableStyleId>
              </a:tblPr>
              <a:tblGrid>
                <a:gridCol w="5255394">
                  <a:extLst>
                    <a:ext uri="{9D8B030D-6E8A-4147-A177-3AD203B41FA5}">
                      <a16:colId xmlns:a16="http://schemas.microsoft.com/office/drawing/2014/main" val="3818923150"/>
                    </a:ext>
                  </a:extLst>
                </a:gridCol>
              </a:tblGrid>
              <a:tr h="378403">
                <a:tc>
                  <a:txBody>
                    <a:bodyPr/>
                    <a:lstStyle/>
                    <a:p>
                      <a:r>
                        <a:rPr lang="fr-FR" dirty="0"/>
                        <a:t>Biais potentiels</a:t>
                      </a:r>
                    </a:p>
                  </a:txBody>
                  <a:tcPr/>
                </a:tc>
                <a:extLst>
                  <a:ext uri="{0D108BD9-81ED-4DB2-BD59-A6C34878D82A}">
                    <a16:rowId xmlns:a16="http://schemas.microsoft.com/office/drawing/2014/main" val="986900496"/>
                  </a:ext>
                </a:extLst>
              </a:tr>
              <a:tr h="378403">
                <a:tc>
                  <a:txBody>
                    <a:bodyPr/>
                    <a:lstStyle/>
                    <a:p>
                      <a:r>
                        <a:rPr lang="fr-FR" dirty="0"/>
                        <a:t>Classe déséquilibrée</a:t>
                      </a:r>
                    </a:p>
                  </a:txBody>
                  <a:tcPr/>
                </a:tc>
                <a:extLst>
                  <a:ext uri="{0D108BD9-81ED-4DB2-BD59-A6C34878D82A}">
                    <a16:rowId xmlns:a16="http://schemas.microsoft.com/office/drawing/2014/main" val="1291248052"/>
                  </a:ext>
                </a:extLst>
              </a:tr>
              <a:tr h="3784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Sous-représentation de certaines populations</a:t>
                      </a:r>
                    </a:p>
                  </a:txBody>
                  <a:tcPr/>
                </a:tc>
                <a:extLst>
                  <a:ext uri="{0D108BD9-81ED-4DB2-BD59-A6C34878D82A}">
                    <a16:rowId xmlns:a16="http://schemas.microsoft.com/office/drawing/2014/main" val="4126110153"/>
                  </a:ext>
                </a:extLst>
              </a:tr>
              <a:tr h="378403">
                <a:tc>
                  <a:txBody>
                    <a:bodyPr/>
                    <a:lstStyle/>
                    <a:p>
                      <a:r>
                        <a:rPr lang="fr-FR" dirty="0"/>
                        <a:t>Provenance des données</a:t>
                      </a:r>
                    </a:p>
                  </a:txBody>
                  <a:tcPr/>
                </a:tc>
                <a:extLst>
                  <a:ext uri="{0D108BD9-81ED-4DB2-BD59-A6C34878D82A}">
                    <a16:rowId xmlns:a16="http://schemas.microsoft.com/office/drawing/2014/main" val="1658436179"/>
                  </a:ext>
                </a:extLst>
              </a:tr>
              <a:tr h="378403">
                <a:tc>
                  <a:txBody>
                    <a:bodyPr/>
                    <a:lstStyle/>
                    <a:p>
                      <a:r>
                        <a:rPr lang="fr-FR" dirty="0"/>
                        <a:t>Corrélation entre colonnes</a:t>
                      </a:r>
                    </a:p>
                  </a:txBody>
                  <a:tcPr/>
                </a:tc>
                <a:extLst>
                  <a:ext uri="{0D108BD9-81ED-4DB2-BD59-A6C34878D82A}">
                    <a16:rowId xmlns:a16="http://schemas.microsoft.com/office/drawing/2014/main" val="4194260015"/>
                  </a:ext>
                </a:extLst>
              </a:tr>
              <a:tr h="378403">
                <a:tc>
                  <a:txBody>
                    <a:bodyPr/>
                    <a:lstStyle/>
                    <a:p>
                      <a:r>
                        <a:rPr lang="fr-FR" dirty="0"/>
                        <a:t>Biais des conseillers dans la synthèse</a:t>
                      </a:r>
                    </a:p>
                  </a:txBody>
                  <a:tcPr/>
                </a:tc>
                <a:extLst>
                  <a:ext uri="{0D108BD9-81ED-4DB2-BD59-A6C34878D82A}">
                    <a16:rowId xmlns:a16="http://schemas.microsoft.com/office/drawing/2014/main" val="1722018243"/>
                  </a:ext>
                </a:extLst>
              </a:tr>
            </a:tbl>
          </a:graphicData>
        </a:graphic>
      </p:graphicFrame>
    </p:spTree>
    <p:extLst>
      <p:ext uri="{BB962C8B-B14F-4D97-AF65-F5344CB8AC3E}">
        <p14:creationId xmlns:p14="http://schemas.microsoft.com/office/powerpoint/2010/main" val="2762162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7011AF-497E-646B-0CFE-86B11323375A}"/>
              </a:ext>
            </a:extLst>
          </p:cNvPr>
          <p:cNvSpPr>
            <a:spLocks noGrp="1"/>
          </p:cNvSpPr>
          <p:nvPr>
            <p:ph type="title"/>
          </p:nvPr>
        </p:nvSpPr>
        <p:spPr/>
        <p:txBody>
          <a:bodyPr/>
          <a:lstStyle/>
          <a:p>
            <a:r>
              <a:rPr lang="fr-FR" dirty="0"/>
              <a:t>Cadrage métier &amp; problème - Réglementaires anticipés</a:t>
            </a:r>
          </a:p>
        </p:txBody>
      </p:sp>
      <p:sp>
        <p:nvSpPr>
          <p:cNvPr id="3" name="Espace réservé du texte 2">
            <a:extLst>
              <a:ext uri="{FF2B5EF4-FFF2-40B4-BE49-F238E27FC236}">
                <a16:creationId xmlns:a16="http://schemas.microsoft.com/office/drawing/2014/main" id="{6218A542-EF73-3827-2B25-9E34235621F4}"/>
              </a:ext>
            </a:extLst>
          </p:cNvPr>
          <p:cNvSpPr>
            <a:spLocks noGrp="1"/>
          </p:cNvSpPr>
          <p:nvPr>
            <p:ph type="body" sz="quarter" idx="10"/>
          </p:nvPr>
        </p:nvSpPr>
        <p:spPr/>
        <p:txBody>
          <a:bodyPr/>
          <a:lstStyle/>
          <a:p>
            <a:r>
              <a:rPr lang="fr-FR" dirty="0"/>
              <a:t>Quels risques éthiques et réglementaires entraine l’utilisation de l’IA dans ce contexte ?</a:t>
            </a:r>
          </a:p>
        </p:txBody>
      </p:sp>
      <p:sp>
        <p:nvSpPr>
          <p:cNvPr id="4" name="Espace réservé du texte 3">
            <a:extLst>
              <a:ext uri="{FF2B5EF4-FFF2-40B4-BE49-F238E27FC236}">
                <a16:creationId xmlns:a16="http://schemas.microsoft.com/office/drawing/2014/main" id="{0044A60E-7E2E-D95D-97F0-0AA9B83878C1}"/>
              </a:ext>
            </a:extLst>
          </p:cNvPr>
          <p:cNvSpPr>
            <a:spLocks noGrp="1"/>
          </p:cNvSpPr>
          <p:nvPr>
            <p:ph type="body" sz="quarter" idx="21"/>
          </p:nvPr>
        </p:nvSpPr>
        <p:spPr/>
        <p:txBody>
          <a:bodyPr/>
          <a:lstStyle/>
          <a:p>
            <a:r>
              <a:rPr lang="fr-FR" dirty="0"/>
              <a:t>RGPD</a:t>
            </a:r>
          </a:p>
          <a:p>
            <a:endParaRPr lang="fr-FR" dirty="0"/>
          </a:p>
        </p:txBody>
      </p:sp>
      <p:sp>
        <p:nvSpPr>
          <p:cNvPr id="5" name="Espace réservé du texte 4">
            <a:extLst>
              <a:ext uri="{FF2B5EF4-FFF2-40B4-BE49-F238E27FC236}">
                <a16:creationId xmlns:a16="http://schemas.microsoft.com/office/drawing/2014/main" id="{397B809E-E612-6F10-5D16-E13D0DAA36EA}"/>
              </a:ext>
            </a:extLst>
          </p:cNvPr>
          <p:cNvSpPr>
            <a:spLocks noGrp="1"/>
          </p:cNvSpPr>
          <p:nvPr>
            <p:ph type="body" sz="quarter" idx="13"/>
          </p:nvPr>
        </p:nvSpPr>
        <p:spPr/>
        <p:txBody>
          <a:bodyPr/>
          <a:lstStyle/>
          <a:p>
            <a:r>
              <a:rPr lang="fr-FR" dirty="0" err="1"/>
              <a:t>Pseudonymisation</a:t>
            </a:r>
            <a:endParaRPr lang="fr-FR" dirty="0"/>
          </a:p>
          <a:p>
            <a:r>
              <a:rPr lang="fr-FR" dirty="0"/>
              <a:t>Droit à l'oubli</a:t>
            </a:r>
          </a:p>
          <a:p>
            <a:r>
              <a:rPr lang="fr-FR" dirty="0"/>
              <a:t>Minimisation des données</a:t>
            </a:r>
          </a:p>
          <a:p>
            <a:r>
              <a:rPr lang="fr-FR" dirty="0"/>
              <a:t>Analyse d'impact</a:t>
            </a:r>
          </a:p>
        </p:txBody>
      </p:sp>
      <p:sp>
        <p:nvSpPr>
          <p:cNvPr id="6" name="Espace réservé du texte 5">
            <a:extLst>
              <a:ext uri="{FF2B5EF4-FFF2-40B4-BE49-F238E27FC236}">
                <a16:creationId xmlns:a16="http://schemas.microsoft.com/office/drawing/2014/main" id="{A1BED20A-8DBD-38A6-032E-F04F8BEEF43E}"/>
              </a:ext>
            </a:extLst>
          </p:cNvPr>
          <p:cNvSpPr>
            <a:spLocks noGrp="1"/>
          </p:cNvSpPr>
          <p:nvPr>
            <p:ph type="body" sz="quarter" idx="22"/>
          </p:nvPr>
        </p:nvSpPr>
        <p:spPr/>
        <p:txBody>
          <a:bodyPr/>
          <a:lstStyle/>
          <a:p>
            <a:r>
              <a:rPr lang="fr-FR" dirty="0"/>
              <a:t>AI </a:t>
            </a:r>
            <a:r>
              <a:rPr lang="fr-FR" dirty="0" err="1"/>
              <a:t>Act</a:t>
            </a:r>
            <a:endParaRPr lang="fr-FR" dirty="0"/>
          </a:p>
          <a:p>
            <a:endParaRPr lang="fr-FR" dirty="0"/>
          </a:p>
        </p:txBody>
      </p:sp>
      <p:sp>
        <p:nvSpPr>
          <p:cNvPr id="7" name="Espace réservé du texte 6">
            <a:extLst>
              <a:ext uri="{FF2B5EF4-FFF2-40B4-BE49-F238E27FC236}">
                <a16:creationId xmlns:a16="http://schemas.microsoft.com/office/drawing/2014/main" id="{13F09600-7ACE-E6C4-054A-2FADC15270A9}"/>
              </a:ext>
            </a:extLst>
          </p:cNvPr>
          <p:cNvSpPr>
            <a:spLocks noGrp="1"/>
          </p:cNvSpPr>
          <p:nvPr>
            <p:ph type="body" sz="quarter" idx="15"/>
          </p:nvPr>
        </p:nvSpPr>
        <p:spPr/>
        <p:txBody>
          <a:bodyPr/>
          <a:lstStyle/>
          <a:p>
            <a:r>
              <a:rPr lang="fr-FR" dirty="0"/>
              <a:t>Supervision humaine</a:t>
            </a:r>
          </a:p>
          <a:p>
            <a:r>
              <a:rPr lang="fr-FR" dirty="0"/>
              <a:t>Documentation</a:t>
            </a:r>
          </a:p>
          <a:p>
            <a:r>
              <a:rPr lang="fr-FR" dirty="0"/>
              <a:t>Robustesse</a:t>
            </a:r>
          </a:p>
          <a:p>
            <a:r>
              <a:rPr lang="fr-FR" dirty="0"/>
              <a:t>Gestion des logs</a:t>
            </a:r>
          </a:p>
          <a:p>
            <a:r>
              <a:rPr lang="fr-FR" dirty="0"/>
              <a:t>Suivi des dérives</a:t>
            </a:r>
          </a:p>
        </p:txBody>
      </p:sp>
      <p:sp>
        <p:nvSpPr>
          <p:cNvPr id="8" name="Espace réservé du texte 7">
            <a:extLst>
              <a:ext uri="{FF2B5EF4-FFF2-40B4-BE49-F238E27FC236}">
                <a16:creationId xmlns:a16="http://schemas.microsoft.com/office/drawing/2014/main" id="{70F86075-70B8-B9F7-358D-FBDF0BE6AC9F}"/>
              </a:ext>
            </a:extLst>
          </p:cNvPr>
          <p:cNvSpPr>
            <a:spLocks noGrp="1"/>
          </p:cNvSpPr>
          <p:nvPr>
            <p:ph type="body" sz="quarter" idx="23"/>
          </p:nvPr>
        </p:nvSpPr>
        <p:spPr/>
        <p:txBody>
          <a:bodyPr/>
          <a:lstStyle/>
          <a:p>
            <a:r>
              <a:rPr lang="fr-FR" dirty="0"/>
              <a:t>Droit sectoriel</a:t>
            </a:r>
          </a:p>
          <a:p>
            <a:endParaRPr lang="fr-FR" dirty="0"/>
          </a:p>
        </p:txBody>
      </p:sp>
      <p:sp>
        <p:nvSpPr>
          <p:cNvPr id="9" name="Espace réservé du texte 8">
            <a:extLst>
              <a:ext uri="{FF2B5EF4-FFF2-40B4-BE49-F238E27FC236}">
                <a16:creationId xmlns:a16="http://schemas.microsoft.com/office/drawing/2014/main" id="{3815C801-1C67-D76F-E4FE-8329F678AEBE}"/>
              </a:ext>
            </a:extLst>
          </p:cNvPr>
          <p:cNvSpPr>
            <a:spLocks noGrp="1"/>
          </p:cNvSpPr>
          <p:nvPr>
            <p:ph type="body" sz="quarter" idx="17"/>
          </p:nvPr>
        </p:nvSpPr>
        <p:spPr/>
        <p:txBody>
          <a:bodyPr/>
          <a:lstStyle/>
          <a:p>
            <a:r>
              <a:rPr lang="fr-FR" dirty="0"/>
              <a:t>Non-discrimination algorithmique</a:t>
            </a:r>
          </a:p>
          <a:p>
            <a:r>
              <a:rPr lang="fr-FR" dirty="0"/>
              <a:t>Information sur l'utilisation de l’IA</a:t>
            </a:r>
          </a:p>
          <a:p>
            <a:r>
              <a:rPr lang="fr-FR" dirty="0"/>
              <a:t>Expliquer la logique de traitement</a:t>
            </a:r>
          </a:p>
        </p:txBody>
      </p:sp>
      <p:sp>
        <p:nvSpPr>
          <p:cNvPr id="10" name="Espace réservé du texte 9">
            <a:extLst>
              <a:ext uri="{FF2B5EF4-FFF2-40B4-BE49-F238E27FC236}">
                <a16:creationId xmlns:a16="http://schemas.microsoft.com/office/drawing/2014/main" id="{7BC2488E-9718-9A7C-7A0A-F9978A004C47}"/>
              </a:ext>
            </a:extLst>
          </p:cNvPr>
          <p:cNvSpPr>
            <a:spLocks noGrp="1"/>
          </p:cNvSpPr>
          <p:nvPr>
            <p:ph type="body" sz="quarter" idx="24"/>
          </p:nvPr>
        </p:nvSpPr>
        <p:spPr/>
        <p:txBody>
          <a:bodyPr/>
          <a:lstStyle/>
          <a:p>
            <a:r>
              <a:rPr lang="fr-FR" dirty="0"/>
              <a:t>Responsabilité juridique</a:t>
            </a:r>
          </a:p>
          <a:p>
            <a:endParaRPr lang="fr-FR" dirty="0"/>
          </a:p>
        </p:txBody>
      </p:sp>
      <p:sp>
        <p:nvSpPr>
          <p:cNvPr id="11" name="Espace réservé du texte 10">
            <a:extLst>
              <a:ext uri="{FF2B5EF4-FFF2-40B4-BE49-F238E27FC236}">
                <a16:creationId xmlns:a16="http://schemas.microsoft.com/office/drawing/2014/main" id="{D177FEAF-3680-D3AB-FC1C-C2060BB9CC8C}"/>
              </a:ext>
            </a:extLst>
          </p:cNvPr>
          <p:cNvSpPr>
            <a:spLocks noGrp="1"/>
          </p:cNvSpPr>
          <p:nvPr>
            <p:ph type="body" sz="quarter" idx="19"/>
          </p:nvPr>
        </p:nvSpPr>
        <p:spPr/>
        <p:txBody>
          <a:bodyPr/>
          <a:lstStyle/>
          <a:p>
            <a:r>
              <a:rPr lang="fr-FR" dirty="0"/>
              <a:t>Responsabilité en cas d’erreur?</a:t>
            </a:r>
          </a:p>
          <a:p>
            <a:r>
              <a:rPr lang="fr-FR" dirty="0"/>
              <a:t>Tracer la recommandation et la décision</a:t>
            </a:r>
          </a:p>
        </p:txBody>
      </p:sp>
      <p:sp>
        <p:nvSpPr>
          <p:cNvPr id="12" name="Espace réservé du numéro de diapositive 11">
            <a:extLst>
              <a:ext uri="{FF2B5EF4-FFF2-40B4-BE49-F238E27FC236}">
                <a16:creationId xmlns:a16="http://schemas.microsoft.com/office/drawing/2014/main" id="{36D84579-911B-8001-9527-D343919C1B85}"/>
              </a:ext>
            </a:extLst>
          </p:cNvPr>
          <p:cNvSpPr>
            <a:spLocks noGrp="1"/>
          </p:cNvSpPr>
          <p:nvPr>
            <p:ph type="sldNum" sz="quarter" idx="4"/>
          </p:nvPr>
        </p:nvSpPr>
        <p:spPr/>
        <p:txBody>
          <a:bodyPr/>
          <a:lstStyle/>
          <a:p>
            <a:fld id="{DAF489CC-3B7A-4DA5-A8C0-4984788D0EC5}" type="slidenum">
              <a:rPr lang="nl-NL" smtClean="0"/>
              <a:pPr/>
              <a:t>6</a:t>
            </a:fld>
            <a:endParaRPr lang="nl-NL" dirty="0"/>
          </a:p>
        </p:txBody>
      </p:sp>
    </p:spTree>
    <p:extLst>
      <p:ext uri="{BB962C8B-B14F-4D97-AF65-F5344CB8AC3E}">
        <p14:creationId xmlns:p14="http://schemas.microsoft.com/office/powerpoint/2010/main" val="156806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77D6DC-E6CE-25EC-DEB7-0478902AF421}"/>
              </a:ext>
            </a:extLst>
          </p:cNvPr>
          <p:cNvSpPr>
            <a:spLocks noGrp="1"/>
          </p:cNvSpPr>
          <p:nvPr>
            <p:ph type="title"/>
          </p:nvPr>
        </p:nvSpPr>
        <p:spPr/>
        <p:txBody>
          <a:bodyPr/>
          <a:lstStyle/>
          <a:p>
            <a:r>
              <a:rPr lang="fr-FR" dirty="0"/>
              <a:t>Sources des données</a:t>
            </a:r>
          </a:p>
        </p:txBody>
      </p:sp>
      <p:sp>
        <p:nvSpPr>
          <p:cNvPr id="3" name="Espace réservé du texte 2">
            <a:extLst>
              <a:ext uri="{FF2B5EF4-FFF2-40B4-BE49-F238E27FC236}">
                <a16:creationId xmlns:a16="http://schemas.microsoft.com/office/drawing/2014/main" id="{34AAE6A8-B715-A4E4-B524-1E7E759377A4}"/>
              </a:ext>
            </a:extLst>
          </p:cNvPr>
          <p:cNvSpPr>
            <a:spLocks noGrp="1"/>
          </p:cNvSpPr>
          <p:nvPr>
            <p:ph type="body" sz="quarter" idx="13"/>
          </p:nvPr>
        </p:nvSpPr>
        <p:spPr>
          <a:xfrm>
            <a:off x="390098" y="389618"/>
            <a:ext cx="1583767" cy="1477328"/>
          </a:xfrm>
        </p:spPr>
        <p:txBody>
          <a:bodyPr/>
          <a:lstStyle/>
          <a:p>
            <a:r>
              <a:rPr lang="fr-FR" dirty="0"/>
              <a:t>02</a:t>
            </a:r>
          </a:p>
        </p:txBody>
      </p:sp>
    </p:spTree>
    <p:extLst>
      <p:ext uri="{BB962C8B-B14F-4D97-AF65-F5344CB8AC3E}">
        <p14:creationId xmlns:p14="http://schemas.microsoft.com/office/powerpoint/2010/main" val="1216372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9757F2-242F-446A-61B9-467C7817DD0D}"/>
              </a:ext>
            </a:extLst>
          </p:cNvPr>
          <p:cNvSpPr>
            <a:spLocks noGrp="1"/>
          </p:cNvSpPr>
          <p:nvPr>
            <p:ph type="title"/>
          </p:nvPr>
        </p:nvSpPr>
        <p:spPr/>
        <p:txBody>
          <a:bodyPr/>
          <a:lstStyle/>
          <a:p>
            <a:r>
              <a:rPr lang="fr-FR" dirty="0"/>
              <a:t>Sources des données</a:t>
            </a:r>
          </a:p>
        </p:txBody>
      </p:sp>
      <p:sp>
        <p:nvSpPr>
          <p:cNvPr id="3" name="Espace réservé du texte 2">
            <a:extLst>
              <a:ext uri="{FF2B5EF4-FFF2-40B4-BE49-F238E27FC236}">
                <a16:creationId xmlns:a16="http://schemas.microsoft.com/office/drawing/2014/main" id="{3E85652B-EFD0-D9F0-184E-EE7A9E23DBC8}"/>
              </a:ext>
            </a:extLst>
          </p:cNvPr>
          <p:cNvSpPr>
            <a:spLocks noGrp="1"/>
          </p:cNvSpPr>
          <p:nvPr>
            <p:ph type="body" sz="quarter" idx="10"/>
          </p:nvPr>
        </p:nvSpPr>
        <p:spPr/>
        <p:txBody>
          <a:bodyPr/>
          <a:lstStyle/>
          <a:p>
            <a:r>
              <a:rPr lang="fr-FR" b="1" dirty="0"/>
              <a:t>De quelles données disposons-nous pour construire le modèle, d’où proviennent-elles et que représente chaque variable ?</a:t>
            </a:r>
            <a:endParaRPr lang="fr-FR" dirty="0"/>
          </a:p>
        </p:txBody>
      </p:sp>
      <p:sp>
        <p:nvSpPr>
          <p:cNvPr id="4" name="Espace réservé du contenu 3">
            <a:extLst>
              <a:ext uri="{FF2B5EF4-FFF2-40B4-BE49-F238E27FC236}">
                <a16:creationId xmlns:a16="http://schemas.microsoft.com/office/drawing/2014/main" id="{1AC9384C-97C9-3B41-2070-773F40AC26DF}"/>
              </a:ext>
            </a:extLst>
          </p:cNvPr>
          <p:cNvSpPr>
            <a:spLocks noGrp="1"/>
          </p:cNvSpPr>
          <p:nvPr>
            <p:ph idx="1"/>
          </p:nvPr>
        </p:nvSpPr>
        <p:spPr/>
        <p:txBody>
          <a:bodyPr/>
          <a:lstStyle/>
          <a:p>
            <a:r>
              <a:rPr lang="fr-FR" dirty="0"/>
              <a:t>Fichier CSV fourni dans le cadre de l’examen CISIA : </a:t>
            </a:r>
            <a:r>
              <a:rPr lang="fr-FR" dirty="0" err="1"/>
              <a:t>dataset</a:t>
            </a:r>
            <a:r>
              <a:rPr lang="fr-FR" dirty="0"/>
              <a:t> de 2500 lignes et 10 colonnes</a:t>
            </a:r>
          </a:p>
        </p:txBody>
      </p:sp>
      <p:sp>
        <p:nvSpPr>
          <p:cNvPr id="5" name="Espace réservé du numéro de diapositive 4">
            <a:extLst>
              <a:ext uri="{FF2B5EF4-FFF2-40B4-BE49-F238E27FC236}">
                <a16:creationId xmlns:a16="http://schemas.microsoft.com/office/drawing/2014/main" id="{21644978-5A0D-8765-6358-CA8B230D4FA0}"/>
              </a:ext>
            </a:extLst>
          </p:cNvPr>
          <p:cNvSpPr>
            <a:spLocks noGrp="1"/>
          </p:cNvSpPr>
          <p:nvPr>
            <p:ph type="sldNum" sz="quarter" idx="4"/>
          </p:nvPr>
        </p:nvSpPr>
        <p:spPr/>
        <p:txBody>
          <a:bodyPr/>
          <a:lstStyle/>
          <a:p>
            <a:fld id="{DAF489CC-3B7A-4DA5-A8C0-4984788D0EC5}" type="slidenum">
              <a:rPr lang="nl-NL" smtClean="0"/>
              <a:pPr/>
              <a:t>8</a:t>
            </a:fld>
            <a:endParaRPr lang="nl-NL" dirty="0"/>
          </a:p>
        </p:txBody>
      </p:sp>
      <p:graphicFrame>
        <p:nvGraphicFramePr>
          <p:cNvPr id="10" name="Tableau 9">
            <a:extLst>
              <a:ext uri="{FF2B5EF4-FFF2-40B4-BE49-F238E27FC236}">
                <a16:creationId xmlns:a16="http://schemas.microsoft.com/office/drawing/2014/main" id="{C2DB0166-671F-CD30-6AA0-759423F81A4D}"/>
              </a:ext>
            </a:extLst>
          </p:cNvPr>
          <p:cNvGraphicFramePr>
            <a:graphicFrameLocks noGrp="1"/>
          </p:cNvGraphicFramePr>
          <p:nvPr>
            <p:extLst>
              <p:ext uri="{D42A27DB-BD31-4B8C-83A1-F6EECF244321}">
                <p14:modId xmlns:p14="http://schemas.microsoft.com/office/powerpoint/2010/main" val="1233400348"/>
              </p:ext>
            </p:extLst>
          </p:nvPr>
        </p:nvGraphicFramePr>
        <p:xfrm>
          <a:off x="425450" y="1706755"/>
          <a:ext cx="10975974" cy="4612640"/>
        </p:xfrm>
        <a:graphic>
          <a:graphicData uri="http://schemas.openxmlformats.org/drawingml/2006/table">
            <a:tbl>
              <a:tblPr firstRow="1" bandRow="1">
                <a:tableStyleId>{5C22544A-7EE6-4342-B048-85BDC9FD1C3A}</a:tableStyleId>
              </a:tblPr>
              <a:tblGrid>
                <a:gridCol w="2750369">
                  <a:extLst>
                    <a:ext uri="{9D8B030D-6E8A-4147-A177-3AD203B41FA5}">
                      <a16:colId xmlns:a16="http://schemas.microsoft.com/office/drawing/2014/main" val="3715604948"/>
                    </a:ext>
                  </a:extLst>
                </a:gridCol>
                <a:gridCol w="3559278">
                  <a:extLst>
                    <a:ext uri="{9D8B030D-6E8A-4147-A177-3AD203B41FA5}">
                      <a16:colId xmlns:a16="http://schemas.microsoft.com/office/drawing/2014/main" val="812483313"/>
                    </a:ext>
                  </a:extLst>
                </a:gridCol>
                <a:gridCol w="2746501">
                  <a:extLst>
                    <a:ext uri="{9D8B030D-6E8A-4147-A177-3AD203B41FA5}">
                      <a16:colId xmlns:a16="http://schemas.microsoft.com/office/drawing/2014/main" val="1424973187"/>
                    </a:ext>
                  </a:extLst>
                </a:gridCol>
                <a:gridCol w="1919826">
                  <a:extLst>
                    <a:ext uri="{9D8B030D-6E8A-4147-A177-3AD203B41FA5}">
                      <a16:colId xmlns:a16="http://schemas.microsoft.com/office/drawing/2014/main" val="2733739146"/>
                    </a:ext>
                  </a:extLst>
                </a:gridCol>
              </a:tblGrid>
              <a:tr h="370840">
                <a:tc>
                  <a:txBody>
                    <a:bodyPr/>
                    <a:lstStyle/>
                    <a:p>
                      <a:r>
                        <a:rPr lang="fr-FR" dirty="0"/>
                        <a:t>Variables</a:t>
                      </a:r>
                    </a:p>
                  </a:txBody>
                  <a:tcPr/>
                </a:tc>
                <a:tc>
                  <a:txBody>
                    <a:bodyPr/>
                    <a:lstStyle/>
                    <a:p>
                      <a:r>
                        <a:rPr lang="fr-FR" dirty="0"/>
                        <a:t>Type</a:t>
                      </a:r>
                    </a:p>
                  </a:txBody>
                  <a:tcPr/>
                </a:tc>
                <a:tc>
                  <a:txBody>
                    <a:bodyPr/>
                    <a:lstStyle/>
                    <a:p>
                      <a:r>
                        <a:rPr lang="fr-FR" dirty="0"/>
                        <a:t>Plage / valeurs</a:t>
                      </a:r>
                    </a:p>
                  </a:txBody>
                  <a:tcPr/>
                </a:tc>
                <a:tc>
                  <a:txBody>
                    <a:bodyPr/>
                    <a:lstStyle/>
                    <a:p>
                      <a:r>
                        <a:rPr lang="fr-FR" dirty="0"/>
                        <a:t>Sensible ?</a:t>
                      </a:r>
                    </a:p>
                  </a:txBody>
                  <a:tcPr/>
                </a:tc>
                <a:extLst>
                  <a:ext uri="{0D108BD9-81ED-4DB2-BD59-A6C34878D82A}">
                    <a16:rowId xmlns:a16="http://schemas.microsoft.com/office/drawing/2014/main" val="3907148946"/>
                  </a:ext>
                </a:extLst>
              </a:tr>
              <a:tr h="370840">
                <a:tc>
                  <a:txBody>
                    <a:bodyPr/>
                    <a:lstStyle/>
                    <a:p>
                      <a:r>
                        <a:rPr lang="fr-FR" dirty="0"/>
                        <a:t>usager_id</a:t>
                      </a:r>
                    </a:p>
                  </a:txBody>
                  <a:tcPr/>
                </a:tc>
                <a:tc>
                  <a:txBody>
                    <a:bodyPr/>
                    <a:lstStyle/>
                    <a:p>
                      <a:r>
                        <a:rPr lang="fr-FR" dirty="0"/>
                        <a:t>Identifiant (chaîne de caractères)</a:t>
                      </a:r>
                    </a:p>
                  </a:txBody>
                  <a:tcPr/>
                </a:tc>
                <a:tc>
                  <a:txBody>
                    <a:bodyPr/>
                    <a:lstStyle/>
                    <a:p>
                      <a:r>
                        <a:rPr lang="fr-FR" dirty="0"/>
                        <a:t>`ID_0000` … `ID_2499`</a:t>
                      </a:r>
                    </a:p>
                  </a:txBody>
                  <a:tcPr/>
                </a:tc>
                <a:tc>
                  <a:txBody>
                    <a:bodyPr/>
                    <a:lstStyle/>
                    <a:p>
                      <a:r>
                        <a:rPr lang="fr-FR" dirty="0"/>
                        <a:t>Pseudonyme</a:t>
                      </a:r>
                    </a:p>
                  </a:txBody>
                  <a:tcPr/>
                </a:tc>
                <a:extLst>
                  <a:ext uri="{0D108BD9-81ED-4DB2-BD59-A6C34878D82A}">
                    <a16:rowId xmlns:a16="http://schemas.microsoft.com/office/drawing/2014/main" val="2544123639"/>
                  </a:ext>
                </a:extLst>
              </a:tr>
              <a:tr h="143773">
                <a:tc>
                  <a:txBody>
                    <a:bodyPr/>
                    <a:lstStyle/>
                    <a:p>
                      <a:r>
                        <a:rPr lang="fr-FR" dirty="0"/>
                        <a:t>age</a:t>
                      </a:r>
                    </a:p>
                  </a:txBody>
                  <a:tcPr/>
                </a:tc>
                <a:tc>
                  <a:txBody>
                    <a:bodyPr/>
                    <a:lstStyle/>
                    <a:p>
                      <a:r>
                        <a:rPr lang="fr-FR" dirty="0"/>
                        <a:t>Numérique (entier)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kern="1200" dirty="0">
                          <a:solidFill>
                            <a:schemeClr val="dk1"/>
                          </a:solidFill>
                          <a:effectLst/>
                          <a:latin typeface="+mn-lt"/>
                          <a:ea typeface="+mn-ea"/>
                          <a:cs typeface="+mn-cs"/>
                        </a:rPr>
                        <a:t>18 – 63 ans</a:t>
                      </a:r>
                    </a:p>
                  </a:txBody>
                  <a:tcPr/>
                </a:tc>
                <a:tc>
                  <a:txBody>
                    <a:bodyPr/>
                    <a:lstStyle/>
                    <a:p>
                      <a:r>
                        <a:rPr lang="fr-FR" dirty="0"/>
                        <a:t>Discrimination</a:t>
                      </a:r>
                    </a:p>
                  </a:txBody>
                  <a:tcPr/>
                </a:tc>
                <a:extLst>
                  <a:ext uri="{0D108BD9-81ED-4DB2-BD59-A6C34878D82A}">
                    <a16:rowId xmlns:a16="http://schemas.microsoft.com/office/drawing/2014/main" val="3299067064"/>
                  </a:ext>
                </a:extLst>
              </a:tr>
              <a:tr h="370840">
                <a:tc>
                  <a:txBody>
                    <a:bodyPr/>
                    <a:lstStyle/>
                    <a:p>
                      <a:r>
                        <a:rPr lang="fr-FR" dirty="0"/>
                        <a:t>niveau_diplome</a:t>
                      </a:r>
                    </a:p>
                  </a:txBody>
                  <a:tcPr/>
                </a:tc>
                <a:tc>
                  <a:txBody>
                    <a:bodyPr/>
                    <a:lstStyle/>
                    <a:p>
                      <a:r>
                        <a:rPr lang="fr-FR" dirty="0"/>
                        <a:t>Catégoriel (ordinal)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kern="1200" dirty="0">
                          <a:solidFill>
                            <a:schemeClr val="dk1"/>
                          </a:solidFill>
                          <a:effectLst/>
                          <a:latin typeface="+mn-lt"/>
                          <a:ea typeface="+mn-ea"/>
                          <a:cs typeface="+mn-cs"/>
                        </a:rPr>
                        <a:t>`Sans diplôme`, `Bac`, `Bac+2`, `Bac+5`</a:t>
                      </a:r>
                    </a:p>
                  </a:txBody>
                  <a:tcPr/>
                </a:tc>
                <a:tc>
                  <a:txBody>
                    <a:bodyPr/>
                    <a:lstStyle/>
                    <a:p>
                      <a:pPr algn="ctr"/>
                      <a:r>
                        <a:rPr lang="fr-FR" dirty="0"/>
                        <a:t>❌</a:t>
                      </a:r>
                    </a:p>
                  </a:txBody>
                  <a:tcPr/>
                </a:tc>
                <a:extLst>
                  <a:ext uri="{0D108BD9-81ED-4DB2-BD59-A6C34878D82A}">
                    <a16:rowId xmlns:a16="http://schemas.microsoft.com/office/drawing/2014/main" val="193956955"/>
                  </a:ext>
                </a:extLst>
              </a:tr>
              <a:tr h="370840">
                <a:tc>
                  <a:txBody>
                    <a:bodyPr/>
                    <a:lstStyle/>
                    <a:p>
                      <a:r>
                        <a:rPr lang="fr-FR" dirty="0"/>
                        <a:t>anciennete_poste_ans</a:t>
                      </a:r>
                    </a:p>
                  </a:txBody>
                  <a:tcPr/>
                </a:tc>
                <a:tc>
                  <a:txBody>
                    <a:bodyPr/>
                    <a:lstStyle/>
                    <a:p>
                      <a:r>
                        <a:rPr lang="fr-FR" dirty="0"/>
                        <a:t>Numérique (continue)</a:t>
                      </a:r>
                    </a:p>
                  </a:txBody>
                  <a:tcPr/>
                </a:tc>
                <a:tc>
                  <a:txBody>
                    <a:bodyPr/>
                    <a:lstStyle/>
                    <a:p>
                      <a:r>
                        <a:rPr lang="fr-FR" dirty="0"/>
                        <a:t>0,0 – 22,6 ans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a:t>
                      </a:r>
                    </a:p>
                  </a:txBody>
                  <a:tcPr/>
                </a:tc>
                <a:extLst>
                  <a:ext uri="{0D108BD9-81ED-4DB2-BD59-A6C34878D82A}">
                    <a16:rowId xmlns:a16="http://schemas.microsoft.com/office/drawing/2014/main" val="1256430146"/>
                  </a:ext>
                </a:extLst>
              </a:tr>
              <a:tr h="370840">
                <a:tc>
                  <a:txBody>
                    <a:bodyPr/>
                    <a:lstStyle/>
                    <a:p>
                      <a:r>
                        <a:rPr lang="fr-FR" dirty="0" err="1"/>
                        <a:t>code_rome_vise</a:t>
                      </a:r>
                      <a:endParaRPr lang="fr-FR" dirty="0"/>
                    </a:p>
                  </a:txBody>
                  <a:tcPr/>
                </a:tc>
                <a:tc>
                  <a:txBody>
                    <a:bodyPr/>
                    <a:lstStyle/>
                    <a:p>
                      <a:r>
                        <a:rPr lang="fr-FR" dirty="0"/>
                        <a:t>Catégoriel (nominal)</a:t>
                      </a:r>
                    </a:p>
                  </a:txBody>
                  <a:tcPr/>
                </a:tc>
                <a:tc>
                  <a:txBody>
                    <a:bodyPr/>
                    <a:lstStyle/>
                    <a:p>
                      <a:r>
                        <a:rPr lang="fr-FR" dirty="0"/>
                        <a:t>`D1503`, `G1302`,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a:t>
                      </a:r>
                    </a:p>
                  </a:txBody>
                  <a:tcPr/>
                </a:tc>
                <a:extLst>
                  <a:ext uri="{0D108BD9-81ED-4DB2-BD59-A6C34878D82A}">
                    <a16:rowId xmlns:a16="http://schemas.microsoft.com/office/drawing/2014/main" val="684140923"/>
                  </a:ext>
                </a:extLst>
              </a:tr>
              <a:tr h="370840">
                <a:tc>
                  <a:txBody>
                    <a:bodyPr/>
                    <a:lstStyle/>
                    <a:p>
                      <a:r>
                        <a:rPr lang="fr-FR" dirty="0" err="1"/>
                        <a:t>code_insee_commune</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Catégoriel (nominal)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`18273`, `55044`, …</a:t>
                      </a:r>
                    </a:p>
                  </a:txBody>
                  <a:tcPr/>
                </a:tc>
                <a:tc>
                  <a:txBody>
                    <a:bodyPr/>
                    <a:lstStyle/>
                    <a:p>
                      <a:r>
                        <a:rPr lang="fr-FR" dirty="0"/>
                        <a:t>Proxy</a:t>
                      </a:r>
                    </a:p>
                  </a:txBody>
                  <a:tcPr/>
                </a:tc>
                <a:extLst>
                  <a:ext uri="{0D108BD9-81ED-4DB2-BD59-A6C34878D82A}">
                    <a16:rowId xmlns:a16="http://schemas.microsoft.com/office/drawing/2014/main" val="1620009066"/>
                  </a:ext>
                </a:extLst>
              </a:tr>
              <a:tr h="370840">
                <a:tc>
                  <a:txBody>
                    <a:bodyPr/>
                    <a:lstStyle/>
                    <a:p>
                      <a:r>
                        <a:rPr lang="fr-FR" dirty="0" err="1"/>
                        <a:t>est_allocataire</a:t>
                      </a:r>
                      <a:endParaRPr lang="fr-FR" dirty="0"/>
                    </a:p>
                  </a:txBody>
                  <a:tcPr/>
                </a:tc>
                <a:tc>
                  <a:txBody>
                    <a:bodyPr/>
                    <a:lstStyle/>
                    <a:p>
                      <a:r>
                        <a:rPr lang="fr-FR" dirty="0"/>
                        <a:t>Binaire</a:t>
                      </a:r>
                    </a:p>
                  </a:txBody>
                  <a:tcPr/>
                </a:tc>
                <a:tc>
                  <a:txBody>
                    <a:bodyPr/>
                    <a:lstStyle/>
                    <a:p>
                      <a:r>
                        <a:rPr lang="fr-FR" dirty="0"/>
                        <a:t>0 = non, 1 = oui</a:t>
                      </a:r>
                    </a:p>
                  </a:txBody>
                  <a:tcPr/>
                </a:tc>
                <a:tc>
                  <a:txBody>
                    <a:bodyPr/>
                    <a:lstStyle/>
                    <a:p>
                      <a:r>
                        <a:rPr lang="fr-FR" dirty="0"/>
                        <a:t>Précarité</a:t>
                      </a:r>
                    </a:p>
                  </a:txBody>
                  <a:tcPr/>
                </a:tc>
                <a:extLst>
                  <a:ext uri="{0D108BD9-81ED-4DB2-BD59-A6C34878D82A}">
                    <a16:rowId xmlns:a16="http://schemas.microsoft.com/office/drawing/2014/main" val="5931310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nationalite_hors_ue</a:t>
                      </a:r>
                      <a:endParaRPr lang="fr-FR" dirty="0"/>
                    </a:p>
                  </a:txBody>
                  <a:tcPr/>
                </a:tc>
                <a:tc>
                  <a:txBody>
                    <a:bodyPr/>
                    <a:lstStyle/>
                    <a:p>
                      <a:r>
                        <a:rPr lang="fr-FR" dirty="0"/>
                        <a:t>Binaire</a:t>
                      </a:r>
                    </a:p>
                  </a:txBody>
                  <a:tcPr/>
                </a:tc>
                <a:tc>
                  <a:txBody>
                    <a:bodyPr/>
                    <a:lstStyle/>
                    <a:p>
                      <a:r>
                        <a:rPr lang="fr-FR" dirty="0"/>
                        <a:t>0 = UE, 1 = hors UE</a:t>
                      </a:r>
                    </a:p>
                  </a:txBody>
                  <a:tcPr/>
                </a:tc>
                <a:tc>
                  <a:txBody>
                    <a:bodyPr/>
                    <a:lstStyle/>
                    <a:p>
                      <a:r>
                        <a:rPr lang="fr-FR" dirty="0"/>
                        <a:t>Discrimination</a:t>
                      </a:r>
                    </a:p>
                  </a:txBody>
                  <a:tcPr/>
                </a:tc>
                <a:extLst>
                  <a:ext uri="{0D108BD9-81ED-4DB2-BD59-A6C34878D82A}">
                    <a16:rowId xmlns:a16="http://schemas.microsoft.com/office/drawing/2014/main" val="8269467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synthese_entretien</a:t>
                      </a:r>
                      <a:endParaRPr lang="fr-FR" dirty="0"/>
                    </a:p>
                  </a:txBody>
                  <a:tcPr/>
                </a:tc>
                <a:tc>
                  <a:txBody>
                    <a:bodyPr/>
                    <a:lstStyle/>
                    <a:p>
                      <a:r>
                        <a:rPr lang="fr-FR" dirty="0"/>
                        <a:t>Texte</a:t>
                      </a:r>
                    </a:p>
                  </a:txBody>
                  <a:tcPr/>
                </a:tc>
                <a:tc>
                  <a:txBody>
                    <a:bodyPr/>
                    <a:lstStyle/>
                    <a:p>
                      <a:r>
                        <a:rPr lang="fr-FR" dirty="0"/>
                        <a:t>Phrases courtes</a:t>
                      </a:r>
                    </a:p>
                  </a:txBody>
                  <a:tcPr/>
                </a:tc>
                <a:tc>
                  <a:txBody>
                    <a:bodyPr/>
                    <a:lstStyle/>
                    <a:p>
                      <a:r>
                        <a:rPr lang="fr-FR" dirty="0"/>
                        <a:t>PII ?</a:t>
                      </a:r>
                    </a:p>
                  </a:txBody>
                  <a:tcPr/>
                </a:tc>
                <a:extLst>
                  <a:ext uri="{0D108BD9-81ED-4DB2-BD59-A6C34878D82A}">
                    <a16:rowId xmlns:a16="http://schemas.microsoft.com/office/drawing/2014/main" val="2449633694"/>
                  </a:ext>
                </a:extLst>
              </a:tr>
              <a:tr h="370840">
                <a:tc>
                  <a:txBody>
                    <a:bodyPr/>
                    <a:lstStyle/>
                    <a:p>
                      <a:r>
                        <a:rPr lang="fr-FR" dirty="0" err="1">
                          <a:solidFill>
                            <a:srgbClr val="FF0000"/>
                          </a:solidFill>
                        </a:rPr>
                        <a:t>classe_retour_emploi</a:t>
                      </a:r>
                      <a:endParaRPr lang="fr-FR"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Catégoriel (ordinal)</a:t>
                      </a:r>
                    </a:p>
                  </a:txBody>
                  <a:tcPr/>
                </a:tc>
                <a:tc gridSpan="2">
                  <a:txBody>
                    <a:bodyPr/>
                    <a:lstStyle/>
                    <a:p>
                      <a:r>
                        <a:rPr lang="fr-FR" dirty="0"/>
                        <a:t>0 = &lt;6 mois, 1 = 6–12 mois, 2 = &gt;12 mois</a:t>
                      </a:r>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dirty="0"/>
                    </a:p>
                  </a:txBody>
                  <a:tcPr/>
                </a:tc>
                <a:extLst>
                  <a:ext uri="{0D108BD9-81ED-4DB2-BD59-A6C34878D82A}">
                    <a16:rowId xmlns:a16="http://schemas.microsoft.com/office/drawing/2014/main" val="2427953362"/>
                  </a:ext>
                </a:extLst>
              </a:tr>
            </a:tbl>
          </a:graphicData>
        </a:graphic>
      </p:graphicFrame>
    </p:spTree>
    <p:extLst>
      <p:ext uri="{BB962C8B-B14F-4D97-AF65-F5344CB8AC3E}">
        <p14:creationId xmlns:p14="http://schemas.microsoft.com/office/powerpoint/2010/main" val="1296590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2E6516-CBC4-A200-E07D-65215C8F562A}"/>
              </a:ext>
            </a:extLst>
          </p:cNvPr>
          <p:cNvSpPr>
            <a:spLocks noGrp="1"/>
          </p:cNvSpPr>
          <p:nvPr>
            <p:ph type="title"/>
          </p:nvPr>
        </p:nvSpPr>
        <p:spPr/>
        <p:txBody>
          <a:bodyPr/>
          <a:lstStyle/>
          <a:p>
            <a:r>
              <a:rPr lang="fr-FR" dirty="0"/>
              <a:t>Exploration &amp; analyse des données</a:t>
            </a:r>
          </a:p>
        </p:txBody>
      </p:sp>
      <p:sp>
        <p:nvSpPr>
          <p:cNvPr id="3" name="Espace réservé du texte 2">
            <a:extLst>
              <a:ext uri="{FF2B5EF4-FFF2-40B4-BE49-F238E27FC236}">
                <a16:creationId xmlns:a16="http://schemas.microsoft.com/office/drawing/2014/main" id="{7D26C346-67F6-ABB9-A47D-6ECEE4B996F7}"/>
              </a:ext>
            </a:extLst>
          </p:cNvPr>
          <p:cNvSpPr>
            <a:spLocks noGrp="1"/>
          </p:cNvSpPr>
          <p:nvPr>
            <p:ph type="body" sz="quarter" idx="13"/>
          </p:nvPr>
        </p:nvSpPr>
        <p:spPr>
          <a:xfrm>
            <a:off x="390098" y="389618"/>
            <a:ext cx="1590179" cy="1477328"/>
          </a:xfrm>
        </p:spPr>
        <p:txBody>
          <a:bodyPr/>
          <a:lstStyle/>
          <a:p>
            <a:r>
              <a:rPr lang="fr-FR" dirty="0"/>
              <a:t>03</a:t>
            </a:r>
          </a:p>
        </p:txBody>
      </p:sp>
    </p:spTree>
    <p:extLst>
      <p:ext uri="{BB962C8B-B14F-4D97-AF65-F5344CB8AC3E}">
        <p14:creationId xmlns:p14="http://schemas.microsoft.com/office/powerpoint/2010/main" val="2050460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72D68F-B11A-3311-1B3C-E7FC9C9DA02F}"/>
              </a:ext>
            </a:extLst>
          </p:cNvPr>
          <p:cNvSpPr>
            <a:spLocks noGrp="1"/>
          </p:cNvSpPr>
          <p:nvPr>
            <p:ph type="title"/>
          </p:nvPr>
        </p:nvSpPr>
        <p:spPr/>
        <p:txBody>
          <a:bodyPr/>
          <a:lstStyle/>
          <a:p>
            <a:r>
              <a:rPr lang="fr-FR" dirty="0"/>
              <a:t>Exploration &amp; analyse des données (EDA)</a:t>
            </a:r>
          </a:p>
        </p:txBody>
      </p:sp>
      <p:sp>
        <p:nvSpPr>
          <p:cNvPr id="3" name="Espace réservé du texte 2">
            <a:extLst>
              <a:ext uri="{FF2B5EF4-FFF2-40B4-BE49-F238E27FC236}">
                <a16:creationId xmlns:a16="http://schemas.microsoft.com/office/drawing/2014/main" id="{ADD68D91-2CAC-8D2F-C703-1C466D2CB207}"/>
              </a:ext>
            </a:extLst>
          </p:cNvPr>
          <p:cNvSpPr>
            <a:spLocks noGrp="1"/>
          </p:cNvSpPr>
          <p:nvPr>
            <p:ph type="body" sz="quarter" idx="10"/>
          </p:nvPr>
        </p:nvSpPr>
        <p:spPr/>
        <p:txBody>
          <a:bodyPr/>
          <a:lstStyle/>
          <a:p>
            <a:r>
              <a:rPr lang="fr-FR" b="1" dirty="0"/>
              <a:t>Quelle est la qualité des données et comment se répartissent-elles dans le jeu de données ?</a:t>
            </a:r>
            <a:endParaRPr lang="fr-FR" dirty="0"/>
          </a:p>
        </p:txBody>
      </p:sp>
      <p:sp>
        <p:nvSpPr>
          <p:cNvPr id="4" name="Espace réservé du numéro de diapositive 3">
            <a:extLst>
              <a:ext uri="{FF2B5EF4-FFF2-40B4-BE49-F238E27FC236}">
                <a16:creationId xmlns:a16="http://schemas.microsoft.com/office/drawing/2014/main" id="{10EADD8C-85A4-2D3B-387F-325082937B19}"/>
              </a:ext>
            </a:extLst>
          </p:cNvPr>
          <p:cNvSpPr>
            <a:spLocks noGrp="1"/>
          </p:cNvSpPr>
          <p:nvPr>
            <p:ph type="sldNum" sz="quarter" idx="4"/>
          </p:nvPr>
        </p:nvSpPr>
        <p:spPr/>
        <p:txBody>
          <a:bodyPr/>
          <a:lstStyle/>
          <a:p>
            <a:fld id="{DAF489CC-3B7A-4DA5-A8C0-4984788D0EC5}" type="slidenum">
              <a:rPr lang="nl-NL" smtClean="0"/>
              <a:pPr/>
              <a:t>10</a:t>
            </a:fld>
            <a:endParaRPr lang="nl-NL" dirty="0"/>
          </a:p>
        </p:txBody>
      </p:sp>
      <p:pic>
        <p:nvPicPr>
          <p:cNvPr id="6" name="Image 5">
            <a:extLst>
              <a:ext uri="{FF2B5EF4-FFF2-40B4-BE49-F238E27FC236}">
                <a16:creationId xmlns:a16="http://schemas.microsoft.com/office/drawing/2014/main" id="{B1EFA4B4-D38C-0AB2-1923-4EBDC9BC7C1B}"/>
              </a:ext>
            </a:extLst>
          </p:cNvPr>
          <p:cNvPicPr>
            <a:picLocks noChangeAspect="1"/>
          </p:cNvPicPr>
          <p:nvPr/>
        </p:nvPicPr>
        <p:blipFill>
          <a:blip r:embed="rId3"/>
          <a:stretch>
            <a:fillRect/>
          </a:stretch>
        </p:blipFill>
        <p:spPr>
          <a:xfrm>
            <a:off x="282578" y="1203766"/>
            <a:ext cx="2286198" cy="2667231"/>
          </a:xfrm>
          <a:prstGeom prst="rect">
            <a:avLst/>
          </a:prstGeom>
        </p:spPr>
      </p:pic>
      <p:sp>
        <p:nvSpPr>
          <p:cNvPr id="7" name="Espace réservé du contenu 3">
            <a:extLst>
              <a:ext uri="{FF2B5EF4-FFF2-40B4-BE49-F238E27FC236}">
                <a16:creationId xmlns:a16="http://schemas.microsoft.com/office/drawing/2014/main" id="{FEA18B3E-ECEA-EB71-B6BD-2FD931793C75}"/>
              </a:ext>
            </a:extLst>
          </p:cNvPr>
          <p:cNvSpPr txBox="1">
            <a:spLocks/>
          </p:cNvSpPr>
          <p:nvPr/>
        </p:nvSpPr>
        <p:spPr>
          <a:xfrm>
            <a:off x="2644876" y="1296758"/>
            <a:ext cx="9121673"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Aucun doublon de ligne détecté</a:t>
            </a:r>
          </a:p>
          <a:p>
            <a:endParaRPr lang="fr-FR" dirty="0"/>
          </a:p>
          <a:p>
            <a:r>
              <a:rPr lang="fr-FR" dirty="0"/>
              <a:t>Manquants :</a:t>
            </a:r>
          </a:p>
          <a:p>
            <a:pPr lvl="1"/>
            <a:r>
              <a:rPr lang="fr-FR" dirty="0">
                <a:solidFill>
                  <a:srgbClr val="FF0000"/>
                </a:solidFill>
              </a:rPr>
              <a:t>age</a:t>
            </a:r>
            <a:r>
              <a:rPr lang="fr-FR" dirty="0"/>
              <a:t> : 4,9% de valeurs manquantes </a:t>
            </a:r>
          </a:p>
          <a:p>
            <a:pPr lvl="1"/>
            <a:r>
              <a:rPr lang="fr-FR" dirty="0"/>
              <a:t>niveau_diplome : 3,4% de valeurs manquantes</a:t>
            </a:r>
          </a:p>
          <a:p>
            <a:pPr lvl="1"/>
            <a:r>
              <a:rPr lang="fr-FR" dirty="0">
                <a:solidFill>
                  <a:srgbClr val="FF0000"/>
                </a:solidFill>
              </a:rPr>
              <a:t>est_allocataire</a:t>
            </a:r>
            <a:r>
              <a:rPr lang="fr-FR" dirty="0"/>
              <a:t> : 1,8% de valeurs manquantes</a:t>
            </a:r>
          </a:p>
          <a:p>
            <a:pPr lvl="1"/>
            <a:r>
              <a:rPr lang="fr-FR" dirty="0">
                <a:solidFill>
                  <a:srgbClr val="FF0000"/>
                </a:solidFill>
              </a:rPr>
              <a:t>synthese_entretien</a:t>
            </a:r>
            <a:r>
              <a:rPr lang="fr-FR" dirty="0"/>
              <a:t> : 3,2% de valeurs manquantes</a:t>
            </a:r>
          </a:p>
          <a:p>
            <a:endParaRPr lang="fr-FR" dirty="0"/>
          </a:p>
          <a:p>
            <a:r>
              <a:rPr lang="fr-FR" dirty="0"/>
              <a:t>Cohérence :</a:t>
            </a:r>
          </a:p>
          <a:p>
            <a:pPr lvl="1"/>
            <a:r>
              <a:rPr lang="fr-FR" dirty="0"/>
              <a:t>Age légal pour travailler : 16 ans</a:t>
            </a:r>
          </a:p>
          <a:p>
            <a:pPr lvl="1"/>
            <a:endParaRPr lang="fr-FR" dirty="0"/>
          </a:p>
          <a:p>
            <a:r>
              <a:rPr lang="fr-FR" dirty="0"/>
              <a:t>Texte de synthèse d’entretien</a:t>
            </a:r>
          </a:p>
        </p:txBody>
      </p:sp>
      <p:pic>
        <p:nvPicPr>
          <p:cNvPr id="9" name="Image 8">
            <a:extLst>
              <a:ext uri="{FF2B5EF4-FFF2-40B4-BE49-F238E27FC236}">
                <a16:creationId xmlns:a16="http://schemas.microsoft.com/office/drawing/2014/main" id="{7F6A7DEF-1F0F-52F4-5CD1-21670B87DCEF}"/>
              </a:ext>
            </a:extLst>
          </p:cNvPr>
          <p:cNvPicPr>
            <a:picLocks noChangeAspect="1"/>
          </p:cNvPicPr>
          <p:nvPr/>
        </p:nvPicPr>
        <p:blipFill>
          <a:blip r:embed="rId4"/>
          <a:stretch>
            <a:fillRect/>
          </a:stretch>
        </p:blipFill>
        <p:spPr>
          <a:xfrm>
            <a:off x="6272980" y="3543045"/>
            <a:ext cx="5423354" cy="2729635"/>
          </a:xfrm>
          <a:prstGeom prst="rect">
            <a:avLst/>
          </a:prstGeom>
        </p:spPr>
      </p:pic>
      <p:pic>
        <p:nvPicPr>
          <p:cNvPr id="11" name="Image 10">
            <a:extLst>
              <a:ext uri="{FF2B5EF4-FFF2-40B4-BE49-F238E27FC236}">
                <a16:creationId xmlns:a16="http://schemas.microsoft.com/office/drawing/2014/main" id="{092CDB20-A249-038D-98EF-9AB28321E3C7}"/>
              </a:ext>
            </a:extLst>
          </p:cNvPr>
          <p:cNvPicPr>
            <a:picLocks noChangeAspect="1"/>
          </p:cNvPicPr>
          <p:nvPr/>
        </p:nvPicPr>
        <p:blipFill>
          <a:blip r:embed="rId5"/>
          <a:stretch>
            <a:fillRect/>
          </a:stretch>
        </p:blipFill>
        <p:spPr>
          <a:xfrm>
            <a:off x="282578" y="5118907"/>
            <a:ext cx="3866635" cy="1196816"/>
          </a:xfrm>
          <a:prstGeom prst="rect">
            <a:avLst/>
          </a:prstGeom>
        </p:spPr>
      </p:pic>
    </p:spTree>
    <p:extLst>
      <p:ext uri="{BB962C8B-B14F-4D97-AF65-F5344CB8AC3E}">
        <p14:creationId xmlns:p14="http://schemas.microsoft.com/office/powerpoint/2010/main" val="2752217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7D0EA-667E-D43B-EB7C-033245996C7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C02A036-411D-5375-A9B9-36F3095130F2}"/>
              </a:ext>
            </a:extLst>
          </p:cNvPr>
          <p:cNvSpPr>
            <a:spLocks noGrp="1"/>
          </p:cNvSpPr>
          <p:nvPr>
            <p:ph type="title"/>
          </p:nvPr>
        </p:nvSpPr>
        <p:spPr/>
        <p:txBody>
          <a:bodyPr/>
          <a:lstStyle/>
          <a:p>
            <a:r>
              <a:rPr lang="fr-FR" dirty="0"/>
              <a:t>Exploration &amp; analyse des données (EDA)</a:t>
            </a:r>
          </a:p>
        </p:txBody>
      </p:sp>
      <p:sp>
        <p:nvSpPr>
          <p:cNvPr id="3" name="Espace réservé du texte 2">
            <a:extLst>
              <a:ext uri="{FF2B5EF4-FFF2-40B4-BE49-F238E27FC236}">
                <a16:creationId xmlns:a16="http://schemas.microsoft.com/office/drawing/2014/main" id="{0127BD1E-E41D-0D87-E473-C32CC3D9DB1A}"/>
              </a:ext>
            </a:extLst>
          </p:cNvPr>
          <p:cNvSpPr>
            <a:spLocks noGrp="1"/>
          </p:cNvSpPr>
          <p:nvPr>
            <p:ph type="body" sz="quarter" idx="10"/>
          </p:nvPr>
        </p:nvSpPr>
        <p:spPr/>
        <p:txBody>
          <a:bodyPr/>
          <a:lstStyle/>
          <a:p>
            <a:r>
              <a:rPr lang="fr-FR" b="1" dirty="0"/>
              <a:t>Quelle est la qualité des données et comment se répartissent-elles dans le jeu de données ?</a:t>
            </a:r>
            <a:endParaRPr lang="fr-FR" dirty="0"/>
          </a:p>
        </p:txBody>
      </p:sp>
      <p:sp>
        <p:nvSpPr>
          <p:cNvPr id="4" name="Espace réservé du numéro de diapositive 3">
            <a:extLst>
              <a:ext uri="{FF2B5EF4-FFF2-40B4-BE49-F238E27FC236}">
                <a16:creationId xmlns:a16="http://schemas.microsoft.com/office/drawing/2014/main" id="{2D60164C-4125-80EF-488F-78B2143B0CD4}"/>
              </a:ext>
            </a:extLst>
          </p:cNvPr>
          <p:cNvSpPr>
            <a:spLocks noGrp="1"/>
          </p:cNvSpPr>
          <p:nvPr>
            <p:ph type="sldNum" sz="quarter" idx="4"/>
          </p:nvPr>
        </p:nvSpPr>
        <p:spPr/>
        <p:txBody>
          <a:bodyPr/>
          <a:lstStyle/>
          <a:p>
            <a:fld id="{DAF489CC-3B7A-4DA5-A8C0-4984788D0EC5}" type="slidenum">
              <a:rPr lang="nl-NL" smtClean="0"/>
              <a:pPr/>
              <a:t>11</a:t>
            </a:fld>
            <a:endParaRPr lang="nl-NL" dirty="0"/>
          </a:p>
        </p:txBody>
      </p:sp>
      <p:sp>
        <p:nvSpPr>
          <p:cNvPr id="7" name="Espace réservé du contenu 3">
            <a:extLst>
              <a:ext uri="{FF2B5EF4-FFF2-40B4-BE49-F238E27FC236}">
                <a16:creationId xmlns:a16="http://schemas.microsoft.com/office/drawing/2014/main" id="{8B065AA3-2E2A-C4C4-D459-1A0E7F229569}"/>
              </a:ext>
            </a:extLst>
          </p:cNvPr>
          <p:cNvSpPr txBox="1">
            <a:spLocks/>
          </p:cNvSpPr>
          <p:nvPr/>
        </p:nvSpPr>
        <p:spPr>
          <a:xfrm>
            <a:off x="509577" y="1070616"/>
            <a:ext cx="9121673"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Distribution des variables</a:t>
            </a:r>
          </a:p>
        </p:txBody>
      </p:sp>
      <p:pic>
        <p:nvPicPr>
          <p:cNvPr id="8" name="Image 7">
            <a:extLst>
              <a:ext uri="{FF2B5EF4-FFF2-40B4-BE49-F238E27FC236}">
                <a16:creationId xmlns:a16="http://schemas.microsoft.com/office/drawing/2014/main" id="{72EE19A0-1147-A856-6E7C-4AE0461AF5D9}"/>
              </a:ext>
            </a:extLst>
          </p:cNvPr>
          <p:cNvPicPr>
            <a:picLocks noChangeAspect="1"/>
          </p:cNvPicPr>
          <p:nvPr/>
        </p:nvPicPr>
        <p:blipFill>
          <a:blip r:embed="rId3"/>
          <a:stretch>
            <a:fillRect/>
          </a:stretch>
        </p:blipFill>
        <p:spPr>
          <a:xfrm>
            <a:off x="161904" y="1404871"/>
            <a:ext cx="5878106" cy="2055638"/>
          </a:xfrm>
          <a:prstGeom prst="rect">
            <a:avLst/>
          </a:prstGeom>
        </p:spPr>
      </p:pic>
      <p:pic>
        <p:nvPicPr>
          <p:cNvPr id="10" name="Image 9">
            <a:extLst>
              <a:ext uri="{FF2B5EF4-FFF2-40B4-BE49-F238E27FC236}">
                <a16:creationId xmlns:a16="http://schemas.microsoft.com/office/drawing/2014/main" id="{648E45AA-EF59-977A-14F5-B9356377CE89}"/>
              </a:ext>
            </a:extLst>
          </p:cNvPr>
          <p:cNvPicPr>
            <a:picLocks noChangeAspect="1"/>
          </p:cNvPicPr>
          <p:nvPr/>
        </p:nvPicPr>
        <p:blipFill>
          <a:blip r:embed="rId4"/>
          <a:stretch>
            <a:fillRect/>
          </a:stretch>
        </p:blipFill>
        <p:spPr>
          <a:xfrm>
            <a:off x="6096000" y="1329932"/>
            <a:ext cx="6096000" cy="2131838"/>
          </a:xfrm>
          <a:prstGeom prst="rect">
            <a:avLst/>
          </a:prstGeom>
        </p:spPr>
      </p:pic>
      <p:pic>
        <p:nvPicPr>
          <p:cNvPr id="12" name="Image 11">
            <a:extLst>
              <a:ext uri="{FF2B5EF4-FFF2-40B4-BE49-F238E27FC236}">
                <a16:creationId xmlns:a16="http://schemas.microsoft.com/office/drawing/2014/main" id="{AFBD5183-D7E7-42BF-B7CB-9F2A3673C213}"/>
              </a:ext>
            </a:extLst>
          </p:cNvPr>
          <p:cNvPicPr>
            <a:picLocks noChangeAspect="1"/>
          </p:cNvPicPr>
          <p:nvPr/>
        </p:nvPicPr>
        <p:blipFill>
          <a:blip r:embed="rId5"/>
          <a:stretch>
            <a:fillRect/>
          </a:stretch>
        </p:blipFill>
        <p:spPr>
          <a:xfrm>
            <a:off x="161904" y="3734155"/>
            <a:ext cx="5344161" cy="2156816"/>
          </a:xfrm>
          <a:prstGeom prst="rect">
            <a:avLst/>
          </a:prstGeom>
        </p:spPr>
      </p:pic>
      <p:pic>
        <p:nvPicPr>
          <p:cNvPr id="14" name="Image 13">
            <a:extLst>
              <a:ext uri="{FF2B5EF4-FFF2-40B4-BE49-F238E27FC236}">
                <a16:creationId xmlns:a16="http://schemas.microsoft.com/office/drawing/2014/main" id="{CC37AEA0-2C80-A659-DA1C-74A2A13D65DC}"/>
              </a:ext>
            </a:extLst>
          </p:cNvPr>
          <p:cNvPicPr>
            <a:picLocks noChangeAspect="1"/>
          </p:cNvPicPr>
          <p:nvPr/>
        </p:nvPicPr>
        <p:blipFill>
          <a:blip r:embed="rId6"/>
          <a:stretch>
            <a:fillRect/>
          </a:stretch>
        </p:blipFill>
        <p:spPr>
          <a:xfrm>
            <a:off x="5862319" y="3734155"/>
            <a:ext cx="2861920" cy="2131838"/>
          </a:xfrm>
          <a:prstGeom prst="rect">
            <a:avLst/>
          </a:prstGeom>
        </p:spPr>
      </p:pic>
      <p:pic>
        <p:nvPicPr>
          <p:cNvPr id="16" name="Image 15">
            <a:extLst>
              <a:ext uri="{FF2B5EF4-FFF2-40B4-BE49-F238E27FC236}">
                <a16:creationId xmlns:a16="http://schemas.microsoft.com/office/drawing/2014/main" id="{51130144-B796-200A-ACD6-0A6209071A98}"/>
              </a:ext>
            </a:extLst>
          </p:cNvPr>
          <p:cNvPicPr>
            <a:picLocks noChangeAspect="1"/>
          </p:cNvPicPr>
          <p:nvPr/>
        </p:nvPicPr>
        <p:blipFill>
          <a:blip r:embed="rId7"/>
          <a:stretch>
            <a:fillRect/>
          </a:stretch>
        </p:blipFill>
        <p:spPr>
          <a:xfrm>
            <a:off x="9139489" y="3727991"/>
            <a:ext cx="2798432" cy="2156816"/>
          </a:xfrm>
          <a:prstGeom prst="rect">
            <a:avLst/>
          </a:prstGeom>
        </p:spPr>
      </p:pic>
    </p:spTree>
    <p:extLst>
      <p:ext uri="{BB962C8B-B14F-4D97-AF65-F5344CB8AC3E}">
        <p14:creationId xmlns:p14="http://schemas.microsoft.com/office/powerpoint/2010/main" val="19509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06429-C0BA-DAD5-EB4E-7DBD3A4788A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AE872B7-014F-A7E0-AC4F-605CABF88609}"/>
              </a:ext>
            </a:extLst>
          </p:cNvPr>
          <p:cNvSpPr>
            <a:spLocks noGrp="1"/>
          </p:cNvSpPr>
          <p:nvPr>
            <p:ph type="title"/>
          </p:nvPr>
        </p:nvSpPr>
        <p:spPr/>
        <p:txBody>
          <a:bodyPr/>
          <a:lstStyle/>
          <a:p>
            <a:r>
              <a:rPr lang="fr-FR" dirty="0"/>
              <a:t>Exploration &amp; analyse des données (EDA)</a:t>
            </a:r>
          </a:p>
        </p:txBody>
      </p:sp>
      <p:sp>
        <p:nvSpPr>
          <p:cNvPr id="3" name="Espace réservé du texte 2">
            <a:extLst>
              <a:ext uri="{FF2B5EF4-FFF2-40B4-BE49-F238E27FC236}">
                <a16:creationId xmlns:a16="http://schemas.microsoft.com/office/drawing/2014/main" id="{19A180FF-841B-CB76-FE1F-CDEB4E135456}"/>
              </a:ext>
            </a:extLst>
          </p:cNvPr>
          <p:cNvSpPr>
            <a:spLocks noGrp="1"/>
          </p:cNvSpPr>
          <p:nvPr>
            <p:ph type="body" sz="quarter" idx="10"/>
          </p:nvPr>
        </p:nvSpPr>
        <p:spPr/>
        <p:txBody>
          <a:bodyPr/>
          <a:lstStyle/>
          <a:p>
            <a:r>
              <a:rPr lang="fr-FR" b="1" dirty="0"/>
              <a:t>Quelle est la qualité des données et comment se répartissent-elles dans le jeu de données ?</a:t>
            </a:r>
            <a:endParaRPr lang="fr-FR" dirty="0"/>
          </a:p>
        </p:txBody>
      </p:sp>
      <p:sp>
        <p:nvSpPr>
          <p:cNvPr id="4" name="Espace réservé du numéro de diapositive 3">
            <a:extLst>
              <a:ext uri="{FF2B5EF4-FFF2-40B4-BE49-F238E27FC236}">
                <a16:creationId xmlns:a16="http://schemas.microsoft.com/office/drawing/2014/main" id="{8D7F59CC-B7CE-F225-4C87-91501FEE6635}"/>
              </a:ext>
            </a:extLst>
          </p:cNvPr>
          <p:cNvSpPr>
            <a:spLocks noGrp="1"/>
          </p:cNvSpPr>
          <p:nvPr>
            <p:ph type="sldNum" sz="quarter" idx="4"/>
          </p:nvPr>
        </p:nvSpPr>
        <p:spPr/>
        <p:txBody>
          <a:bodyPr/>
          <a:lstStyle/>
          <a:p>
            <a:fld id="{DAF489CC-3B7A-4DA5-A8C0-4984788D0EC5}" type="slidenum">
              <a:rPr lang="nl-NL" smtClean="0"/>
              <a:pPr/>
              <a:t>12</a:t>
            </a:fld>
            <a:endParaRPr lang="nl-NL" dirty="0"/>
          </a:p>
        </p:txBody>
      </p:sp>
      <p:sp>
        <p:nvSpPr>
          <p:cNvPr id="7" name="Espace réservé du contenu 3">
            <a:extLst>
              <a:ext uri="{FF2B5EF4-FFF2-40B4-BE49-F238E27FC236}">
                <a16:creationId xmlns:a16="http://schemas.microsoft.com/office/drawing/2014/main" id="{DFE7DA30-FF53-8783-FF63-E4B6B0A8F39C}"/>
              </a:ext>
            </a:extLst>
          </p:cNvPr>
          <p:cNvSpPr txBox="1">
            <a:spLocks/>
          </p:cNvSpPr>
          <p:nvPr/>
        </p:nvSpPr>
        <p:spPr>
          <a:xfrm>
            <a:off x="509577" y="1070616"/>
            <a:ext cx="9121673"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Variable cible : équilibre &amp; distribution</a:t>
            </a:r>
          </a:p>
        </p:txBody>
      </p:sp>
      <p:pic>
        <p:nvPicPr>
          <p:cNvPr id="6" name="Image 5">
            <a:extLst>
              <a:ext uri="{FF2B5EF4-FFF2-40B4-BE49-F238E27FC236}">
                <a16:creationId xmlns:a16="http://schemas.microsoft.com/office/drawing/2014/main" id="{BF41665D-64AB-A462-57A8-F800BE265EE1}"/>
              </a:ext>
            </a:extLst>
          </p:cNvPr>
          <p:cNvPicPr>
            <a:picLocks noChangeAspect="1"/>
          </p:cNvPicPr>
          <p:nvPr/>
        </p:nvPicPr>
        <p:blipFill>
          <a:blip r:embed="rId3"/>
          <a:stretch>
            <a:fillRect/>
          </a:stretch>
        </p:blipFill>
        <p:spPr>
          <a:xfrm>
            <a:off x="590529" y="1514174"/>
            <a:ext cx="3464950" cy="2139076"/>
          </a:xfrm>
          <a:prstGeom prst="rect">
            <a:avLst/>
          </a:prstGeom>
        </p:spPr>
      </p:pic>
      <p:pic>
        <p:nvPicPr>
          <p:cNvPr id="11" name="Image 10">
            <a:extLst>
              <a:ext uri="{FF2B5EF4-FFF2-40B4-BE49-F238E27FC236}">
                <a16:creationId xmlns:a16="http://schemas.microsoft.com/office/drawing/2014/main" id="{31263D41-D669-C1F7-BAC6-7CB773F42C19}"/>
              </a:ext>
            </a:extLst>
          </p:cNvPr>
          <p:cNvPicPr>
            <a:picLocks noChangeAspect="1"/>
          </p:cNvPicPr>
          <p:nvPr/>
        </p:nvPicPr>
        <p:blipFill>
          <a:blip r:embed="rId4"/>
          <a:stretch>
            <a:fillRect/>
          </a:stretch>
        </p:blipFill>
        <p:spPr>
          <a:xfrm>
            <a:off x="5047522" y="956878"/>
            <a:ext cx="7098323" cy="5305817"/>
          </a:xfrm>
          <a:prstGeom prst="rect">
            <a:avLst/>
          </a:prstGeom>
        </p:spPr>
      </p:pic>
      <p:pic>
        <p:nvPicPr>
          <p:cNvPr id="13" name="Image 12">
            <a:extLst>
              <a:ext uri="{FF2B5EF4-FFF2-40B4-BE49-F238E27FC236}">
                <a16:creationId xmlns:a16="http://schemas.microsoft.com/office/drawing/2014/main" id="{D37E8E3A-6EF9-F1CD-4596-1E52B6783884}"/>
              </a:ext>
            </a:extLst>
          </p:cNvPr>
          <p:cNvPicPr>
            <a:picLocks noChangeAspect="1"/>
          </p:cNvPicPr>
          <p:nvPr/>
        </p:nvPicPr>
        <p:blipFill>
          <a:blip r:embed="rId5"/>
          <a:stretch>
            <a:fillRect/>
          </a:stretch>
        </p:blipFill>
        <p:spPr>
          <a:xfrm>
            <a:off x="243283" y="3833563"/>
            <a:ext cx="4579288" cy="2429132"/>
          </a:xfrm>
          <a:prstGeom prst="rect">
            <a:avLst/>
          </a:prstGeom>
        </p:spPr>
      </p:pic>
    </p:spTree>
    <p:extLst>
      <p:ext uri="{BB962C8B-B14F-4D97-AF65-F5344CB8AC3E}">
        <p14:creationId xmlns:p14="http://schemas.microsoft.com/office/powerpoint/2010/main" val="2624112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1281A-0008-D07A-0129-A23EE990E45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68343F0-A9AE-6409-D970-1D80E33059A1}"/>
              </a:ext>
            </a:extLst>
          </p:cNvPr>
          <p:cNvSpPr>
            <a:spLocks noGrp="1"/>
          </p:cNvSpPr>
          <p:nvPr>
            <p:ph type="title"/>
          </p:nvPr>
        </p:nvSpPr>
        <p:spPr/>
        <p:txBody>
          <a:bodyPr/>
          <a:lstStyle/>
          <a:p>
            <a:r>
              <a:rPr lang="fr-FR" dirty="0"/>
              <a:t>Exploration &amp; analyse des données (EDA)</a:t>
            </a:r>
          </a:p>
        </p:txBody>
      </p:sp>
      <p:sp>
        <p:nvSpPr>
          <p:cNvPr id="3" name="Espace réservé du texte 2">
            <a:extLst>
              <a:ext uri="{FF2B5EF4-FFF2-40B4-BE49-F238E27FC236}">
                <a16:creationId xmlns:a16="http://schemas.microsoft.com/office/drawing/2014/main" id="{C29CCAA3-A433-800A-6867-5E866F55BE8A}"/>
              </a:ext>
            </a:extLst>
          </p:cNvPr>
          <p:cNvSpPr>
            <a:spLocks noGrp="1"/>
          </p:cNvSpPr>
          <p:nvPr>
            <p:ph type="body" sz="quarter" idx="10"/>
          </p:nvPr>
        </p:nvSpPr>
        <p:spPr/>
        <p:txBody>
          <a:bodyPr/>
          <a:lstStyle/>
          <a:p>
            <a:r>
              <a:rPr lang="fr-FR" b="1" dirty="0"/>
              <a:t>Quelle est la qualité des données et comment se répartissent-elles dans le jeu de données ?</a:t>
            </a:r>
            <a:endParaRPr lang="fr-FR" dirty="0"/>
          </a:p>
        </p:txBody>
      </p:sp>
      <p:sp>
        <p:nvSpPr>
          <p:cNvPr id="4" name="Espace réservé du numéro de diapositive 3">
            <a:extLst>
              <a:ext uri="{FF2B5EF4-FFF2-40B4-BE49-F238E27FC236}">
                <a16:creationId xmlns:a16="http://schemas.microsoft.com/office/drawing/2014/main" id="{21441C3C-2C8A-C47F-AB1D-A174C24AEEF4}"/>
              </a:ext>
            </a:extLst>
          </p:cNvPr>
          <p:cNvSpPr>
            <a:spLocks noGrp="1"/>
          </p:cNvSpPr>
          <p:nvPr>
            <p:ph type="sldNum" sz="quarter" idx="4"/>
          </p:nvPr>
        </p:nvSpPr>
        <p:spPr/>
        <p:txBody>
          <a:bodyPr/>
          <a:lstStyle/>
          <a:p>
            <a:fld id="{DAF489CC-3B7A-4DA5-A8C0-4984788D0EC5}" type="slidenum">
              <a:rPr lang="nl-NL" smtClean="0"/>
              <a:pPr/>
              <a:t>13</a:t>
            </a:fld>
            <a:endParaRPr lang="nl-NL" dirty="0"/>
          </a:p>
        </p:txBody>
      </p:sp>
      <p:sp>
        <p:nvSpPr>
          <p:cNvPr id="7" name="Espace réservé du contenu 3">
            <a:extLst>
              <a:ext uri="{FF2B5EF4-FFF2-40B4-BE49-F238E27FC236}">
                <a16:creationId xmlns:a16="http://schemas.microsoft.com/office/drawing/2014/main" id="{37E7C024-D4B8-D33B-F823-0DF9087CF33A}"/>
              </a:ext>
            </a:extLst>
          </p:cNvPr>
          <p:cNvSpPr txBox="1">
            <a:spLocks/>
          </p:cNvSpPr>
          <p:nvPr/>
        </p:nvSpPr>
        <p:spPr>
          <a:xfrm>
            <a:off x="509577" y="1070616"/>
            <a:ext cx="9121673"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Relations entre variables</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dirty="0"/>
              <a:t>Disparate Impact</a:t>
            </a:r>
          </a:p>
        </p:txBody>
      </p:sp>
      <p:pic>
        <p:nvPicPr>
          <p:cNvPr id="8" name="Image 7">
            <a:extLst>
              <a:ext uri="{FF2B5EF4-FFF2-40B4-BE49-F238E27FC236}">
                <a16:creationId xmlns:a16="http://schemas.microsoft.com/office/drawing/2014/main" id="{AB66110E-F68D-A139-50C6-09DD2A69ED63}"/>
              </a:ext>
            </a:extLst>
          </p:cNvPr>
          <p:cNvPicPr>
            <a:picLocks noChangeAspect="1"/>
          </p:cNvPicPr>
          <p:nvPr/>
        </p:nvPicPr>
        <p:blipFill>
          <a:blip r:embed="rId3"/>
          <a:stretch>
            <a:fillRect/>
          </a:stretch>
        </p:blipFill>
        <p:spPr>
          <a:xfrm>
            <a:off x="4267186" y="1070616"/>
            <a:ext cx="4640854" cy="2917108"/>
          </a:xfrm>
          <a:prstGeom prst="rect">
            <a:avLst/>
          </a:prstGeom>
        </p:spPr>
      </p:pic>
      <p:pic>
        <p:nvPicPr>
          <p:cNvPr id="10" name="Image 9">
            <a:extLst>
              <a:ext uri="{FF2B5EF4-FFF2-40B4-BE49-F238E27FC236}">
                <a16:creationId xmlns:a16="http://schemas.microsoft.com/office/drawing/2014/main" id="{93576B77-D1F1-7F76-A7C8-4CE0490BD959}"/>
              </a:ext>
            </a:extLst>
          </p:cNvPr>
          <p:cNvPicPr>
            <a:picLocks noChangeAspect="1"/>
          </p:cNvPicPr>
          <p:nvPr/>
        </p:nvPicPr>
        <p:blipFill>
          <a:blip r:embed="rId4"/>
          <a:stretch>
            <a:fillRect/>
          </a:stretch>
        </p:blipFill>
        <p:spPr>
          <a:xfrm>
            <a:off x="3082109" y="4288382"/>
            <a:ext cx="7011008" cy="1806097"/>
          </a:xfrm>
          <a:prstGeom prst="rect">
            <a:avLst/>
          </a:prstGeom>
        </p:spPr>
      </p:pic>
    </p:spTree>
    <p:extLst>
      <p:ext uri="{BB962C8B-B14F-4D97-AF65-F5344CB8AC3E}">
        <p14:creationId xmlns:p14="http://schemas.microsoft.com/office/powerpoint/2010/main" val="2936468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58424-CDAC-ADCD-686E-98AD658962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C44248-4580-0633-5C52-7C2C417D0ACB}"/>
              </a:ext>
            </a:extLst>
          </p:cNvPr>
          <p:cNvSpPr>
            <a:spLocks noGrp="1"/>
          </p:cNvSpPr>
          <p:nvPr>
            <p:ph type="title"/>
          </p:nvPr>
        </p:nvSpPr>
        <p:spPr/>
        <p:txBody>
          <a:bodyPr/>
          <a:lstStyle/>
          <a:p>
            <a:r>
              <a:rPr lang="fr-FR" dirty="0"/>
              <a:t>Exploration &amp; analyse des données (EDA)</a:t>
            </a:r>
          </a:p>
        </p:txBody>
      </p:sp>
      <p:sp>
        <p:nvSpPr>
          <p:cNvPr id="3" name="Espace réservé du texte 2">
            <a:extLst>
              <a:ext uri="{FF2B5EF4-FFF2-40B4-BE49-F238E27FC236}">
                <a16:creationId xmlns:a16="http://schemas.microsoft.com/office/drawing/2014/main" id="{2145154C-1014-A296-A703-DA7F30E28955}"/>
              </a:ext>
            </a:extLst>
          </p:cNvPr>
          <p:cNvSpPr>
            <a:spLocks noGrp="1"/>
          </p:cNvSpPr>
          <p:nvPr>
            <p:ph type="body" sz="quarter" idx="10"/>
          </p:nvPr>
        </p:nvSpPr>
        <p:spPr/>
        <p:txBody>
          <a:bodyPr/>
          <a:lstStyle/>
          <a:p>
            <a:r>
              <a:rPr lang="fr-FR" b="1" dirty="0"/>
              <a:t>Quelle est la qualité des données et comment se répartissent-elles dans le jeu de données ?</a:t>
            </a:r>
            <a:endParaRPr lang="fr-FR" dirty="0"/>
          </a:p>
        </p:txBody>
      </p:sp>
      <p:sp>
        <p:nvSpPr>
          <p:cNvPr id="4" name="Espace réservé du numéro de diapositive 3">
            <a:extLst>
              <a:ext uri="{FF2B5EF4-FFF2-40B4-BE49-F238E27FC236}">
                <a16:creationId xmlns:a16="http://schemas.microsoft.com/office/drawing/2014/main" id="{B7AB9506-420C-8E3E-6E07-B5FC8A8EA860}"/>
              </a:ext>
            </a:extLst>
          </p:cNvPr>
          <p:cNvSpPr>
            <a:spLocks noGrp="1"/>
          </p:cNvSpPr>
          <p:nvPr>
            <p:ph type="sldNum" sz="quarter" idx="4"/>
          </p:nvPr>
        </p:nvSpPr>
        <p:spPr/>
        <p:txBody>
          <a:bodyPr/>
          <a:lstStyle/>
          <a:p>
            <a:fld id="{DAF489CC-3B7A-4DA5-A8C0-4984788D0EC5}" type="slidenum">
              <a:rPr lang="nl-NL" smtClean="0"/>
              <a:pPr/>
              <a:t>14</a:t>
            </a:fld>
            <a:endParaRPr lang="nl-NL" dirty="0"/>
          </a:p>
        </p:txBody>
      </p:sp>
      <p:sp>
        <p:nvSpPr>
          <p:cNvPr id="7" name="Espace réservé du contenu 3">
            <a:extLst>
              <a:ext uri="{FF2B5EF4-FFF2-40B4-BE49-F238E27FC236}">
                <a16:creationId xmlns:a16="http://schemas.microsoft.com/office/drawing/2014/main" id="{3A7E4F4E-4DF4-0C07-293B-BA45CB6E4128}"/>
              </a:ext>
            </a:extLst>
          </p:cNvPr>
          <p:cNvSpPr txBox="1">
            <a:spLocks/>
          </p:cNvSpPr>
          <p:nvPr/>
        </p:nvSpPr>
        <p:spPr>
          <a:xfrm>
            <a:off x="509577" y="1070616"/>
            <a:ext cx="9121673"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Conclusion et révision des critères de succès</a:t>
            </a:r>
          </a:p>
        </p:txBody>
      </p:sp>
      <p:pic>
        <p:nvPicPr>
          <p:cNvPr id="6" name="Image 5">
            <a:extLst>
              <a:ext uri="{FF2B5EF4-FFF2-40B4-BE49-F238E27FC236}">
                <a16:creationId xmlns:a16="http://schemas.microsoft.com/office/drawing/2014/main" id="{6A50CF6C-8563-7B28-1BBF-D112B36AB513}"/>
              </a:ext>
            </a:extLst>
          </p:cNvPr>
          <p:cNvPicPr>
            <a:picLocks noChangeAspect="1"/>
          </p:cNvPicPr>
          <p:nvPr/>
        </p:nvPicPr>
        <p:blipFill>
          <a:blip r:embed="rId3"/>
          <a:stretch>
            <a:fillRect/>
          </a:stretch>
        </p:blipFill>
        <p:spPr>
          <a:xfrm>
            <a:off x="509149" y="1366840"/>
            <a:ext cx="11173274" cy="4781170"/>
          </a:xfrm>
          <a:prstGeom prst="rect">
            <a:avLst/>
          </a:prstGeom>
        </p:spPr>
      </p:pic>
    </p:spTree>
    <p:extLst>
      <p:ext uri="{BB962C8B-B14F-4D97-AF65-F5344CB8AC3E}">
        <p14:creationId xmlns:p14="http://schemas.microsoft.com/office/powerpoint/2010/main" val="3317542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2CC5C-CE9D-45E8-7824-2EEEA5DE61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23C00A1-1306-B048-A3C3-3821F393F1DC}"/>
              </a:ext>
            </a:extLst>
          </p:cNvPr>
          <p:cNvSpPr>
            <a:spLocks noGrp="1"/>
          </p:cNvSpPr>
          <p:nvPr>
            <p:ph type="title"/>
          </p:nvPr>
        </p:nvSpPr>
        <p:spPr/>
        <p:txBody>
          <a:bodyPr/>
          <a:lstStyle/>
          <a:p>
            <a:r>
              <a:rPr lang="fr-FR" dirty="0"/>
              <a:t>Préparation des données et scénarios de jeux de données</a:t>
            </a:r>
          </a:p>
        </p:txBody>
      </p:sp>
      <p:sp>
        <p:nvSpPr>
          <p:cNvPr id="3" name="Espace réservé du texte 2">
            <a:extLst>
              <a:ext uri="{FF2B5EF4-FFF2-40B4-BE49-F238E27FC236}">
                <a16:creationId xmlns:a16="http://schemas.microsoft.com/office/drawing/2014/main" id="{04BB751F-AB14-004A-E833-1BE06185C64C}"/>
              </a:ext>
            </a:extLst>
          </p:cNvPr>
          <p:cNvSpPr>
            <a:spLocks noGrp="1"/>
          </p:cNvSpPr>
          <p:nvPr>
            <p:ph type="body" sz="quarter" idx="10"/>
          </p:nvPr>
        </p:nvSpPr>
        <p:spPr/>
        <p:txBody>
          <a:bodyPr/>
          <a:lstStyle/>
          <a:p>
            <a:r>
              <a:rPr lang="fr-FR" b="1" dirty="0"/>
              <a:t>Comment préparer les données de manière fiable et reproductible</a:t>
            </a:r>
            <a:endParaRPr lang="fr-FR" dirty="0"/>
          </a:p>
        </p:txBody>
      </p:sp>
      <p:sp>
        <p:nvSpPr>
          <p:cNvPr id="4" name="Espace réservé du numéro de diapositive 3">
            <a:extLst>
              <a:ext uri="{FF2B5EF4-FFF2-40B4-BE49-F238E27FC236}">
                <a16:creationId xmlns:a16="http://schemas.microsoft.com/office/drawing/2014/main" id="{3E81971B-AF83-32E2-8576-D8BADB81FF0B}"/>
              </a:ext>
            </a:extLst>
          </p:cNvPr>
          <p:cNvSpPr>
            <a:spLocks noGrp="1"/>
          </p:cNvSpPr>
          <p:nvPr>
            <p:ph type="sldNum" sz="quarter" idx="4"/>
          </p:nvPr>
        </p:nvSpPr>
        <p:spPr/>
        <p:txBody>
          <a:bodyPr/>
          <a:lstStyle/>
          <a:p>
            <a:fld id="{DAF489CC-3B7A-4DA5-A8C0-4984788D0EC5}" type="slidenum">
              <a:rPr lang="nl-NL" smtClean="0"/>
              <a:pPr/>
              <a:t>15</a:t>
            </a:fld>
            <a:endParaRPr lang="nl-NL" dirty="0"/>
          </a:p>
        </p:txBody>
      </p:sp>
      <p:sp>
        <p:nvSpPr>
          <p:cNvPr id="7" name="Espace réservé du contenu 3">
            <a:extLst>
              <a:ext uri="{FF2B5EF4-FFF2-40B4-BE49-F238E27FC236}">
                <a16:creationId xmlns:a16="http://schemas.microsoft.com/office/drawing/2014/main" id="{2480073D-E299-48E1-F5D6-988D46F28406}"/>
              </a:ext>
            </a:extLst>
          </p:cNvPr>
          <p:cNvSpPr txBox="1">
            <a:spLocks/>
          </p:cNvSpPr>
          <p:nvPr/>
        </p:nvSpPr>
        <p:spPr>
          <a:xfrm>
            <a:off x="509577" y="1070616"/>
            <a:ext cx="9121673"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Prétraitement :</a:t>
            </a:r>
          </a:p>
          <a:p>
            <a:pPr lvl="1"/>
            <a:r>
              <a:rPr lang="fr-FR" dirty="0"/>
              <a:t>Remplacement du code INSEE par le département</a:t>
            </a:r>
          </a:p>
          <a:p>
            <a:pPr lvl="1"/>
            <a:r>
              <a:rPr lang="fr-FR" dirty="0"/>
              <a:t>Incohérences age &lt;-&gt; ancienneté : on positionne ancienneté à `NaN`</a:t>
            </a:r>
          </a:p>
          <a:p>
            <a:pPr lvl="1"/>
            <a:r>
              <a:rPr lang="fr-FR" dirty="0"/>
              <a:t>Exclue les identifiants `</a:t>
            </a:r>
            <a:r>
              <a:rPr lang="fr-FR" dirty="0" err="1"/>
              <a:t>usager_id</a:t>
            </a:r>
            <a:r>
              <a:rPr lang="fr-FR" dirty="0"/>
              <a:t>`</a:t>
            </a:r>
          </a:p>
          <a:p>
            <a:r>
              <a:rPr lang="fr-FR" dirty="0"/>
              <a:t>Split des données :</a:t>
            </a:r>
          </a:p>
          <a:p>
            <a:endParaRPr lang="fr-FR" dirty="0"/>
          </a:p>
          <a:p>
            <a:endParaRPr lang="fr-FR" dirty="0"/>
          </a:p>
          <a:p>
            <a:endParaRPr lang="fr-FR" dirty="0"/>
          </a:p>
          <a:p>
            <a:endParaRPr lang="fr-FR" dirty="0"/>
          </a:p>
          <a:p>
            <a:endParaRPr lang="fr-FR" dirty="0"/>
          </a:p>
          <a:p>
            <a:r>
              <a:rPr lang="fr-FR" b="1" dirty="0"/>
              <a:t>Pipelines</a:t>
            </a:r>
            <a:r>
              <a:rPr lang="fr-FR" dirty="0"/>
              <a:t> :</a:t>
            </a:r>
          </a:p>
        </p:txBody>
      </p:sp>
      <p:graphicFrame>
        <p:nvGraphicFramePr>
          <p:cNvPr id="5" name="Tableau 4">
            <a:extLst>
              <a:ext uri="{FF2B5EF4-FFF2-40B4-BE49-F238E27FC236}">
                <a16:creationId xmlns:a16="http://schemas.microsoft.com/office/drawing/2014/main" id="{2065D43B-393F-D782-0410-4500B7BDAE8B}"/>
              </a:ext>
            </a:extLst>
          </p:cNvPr>
          <p:cNvGraphicFramePr>
            <a:graphicFrameLocks noGrp="1"/>
          </p:cNvGraphicFramePr>
          <p:nvPr/>
        </p:nvGraphicFramePr>
        <p:xfrm>
          <a:off x="428624" y="2637756"/>
          <a:ext cx="8311535" cy="1483360"/>
        </p:xfrm>
        <a:graphic>
          <a:graphicData uri="http://schemas.openxmlformats.org/drawingml/2006/table">
            <a:tbl>
              <a:tblPr firstRow="1" bandRow="1">
                <a:tableStyleId>{5C22544A-7EE6-4342-B048-85BDC9FD1C3A}</a:tableStyleId>
              </a:tblPr>
              <a:tblGrid>
                <a:gridCol w="1330515">
                  <a:extLst>
                    <a:ext uri="{9D8B030D-6E8A-4147-A177-3AD203B41FA5}">
                      <a16:colId xmlns:a16="http://schemas.microsoft.com/office/drawing/2014/main" val="4278433962"/>
                    </a:ext>
                  </a:extLst>
                </a:gridCol>
                <a:gridCol w="3307857">
                  <a:extLst>
                    <a:ext uri="{9D8B030D-6E8A-4147-A177-3AD203B41FA5}">
                      <a16:colId xmlns:a16="http://schemas.microsoft.com/office/drawing/2014/main" val="2249633773"/>
                    </a:ext>
                  </a:extLst>
                </a:gridCol>
                <a:gridCol w="900467">
                  <a:extLst>
                    <a:ext uri="{9D8B030D-6E8A-4147-A177-3AD203B41FA5}">
                      <a16:colId xmlns:a16="http://schemas.microsoft.com/office/drawing/2014/main" val="3839311515"/>
                    </a:ext>
                  </a:extLst>
                </a:gridCol>
                <a:gridCol w="2772696">
                  <a:extLst>
                    <a:ext uri="{9D8B030D-6E8A-4147-A177-3AD203B41FA5}">
                      <a16:colId xmlns:a16="http://schemas.microsoft.com/office/drawing/2014/main" val="1000751967"/>
                    </a:ext>
                  </a:extLst>
                </a:gridCol>
              </a:tblGrid>
              <a:tr h="370840">
                <a:tc>
                  <a:txBody>
                    <a:bodyPr/>
                    <a:lstStyle/>
                    <a:p>
                      <a:r>
                        <a:rPr lang="fr-FR" dirty="0"/>
                        <a:t>Jeu</a:t>
                      </a:r>
                    </a:p>
                  </a:txBody>
                  <a:tcPr/>
                </a:tc>
                <a:tc>
                  <a:txBody>
                    <a:bodyPr/>
                    <a:lstStyle/>
                    <a:p>
                      <a:r>
                        <a:rPr lang="fr-FR" dirty="0"/>
                        <a:t>Lignes</a:t>
                      </a:r>
                    </a:p>
                  </a:txBody>
                  <a:tcPr/>
                </a:tc>
                <a:tc>
                  <a:txBody>
                    <a:bodyPr/>
                    <a:lstStyle/>
                    <a:p>
                      <a:r>
                        <a:rPr lang="fr-FR" dirty="0"/>
                        <a:t>Part</a:t>
                      </a:r>
                    </a:p>
                  </a:txBody>
                  <a:tcPr/>
                </a:tc>
                <a:tc>
                  <a:txBody>
                    <a:bodyPr/>
                    <a:lstStyle/>
                    <a:p>
                      <a:r>
                        <a:rPr lang="fr-FR" dirty="0"/>
                        <a:t>Classe 0 / 1 / 2</a:t>
                      </a:r>
                    </a:p>
                  </a:txBody>
                  <a:tcPr/>
                </a:tc>
                <a:extLst>
                  <a:ext uri="{0D108BD9-81ED-4DB2-BD59-A6C34878D82A}">
                    <a16:rowId xmlns:a16="http://schemas.microsoft.com/office/drawing/2014/main" val="2365543314"/>
                  </a:ext>
                </a:extLst>
              </a:tr>
              <a:tr h="370840">
                <a:tc>
                  <a:txBody>
                    <a:bodyPr/>
                    <a:lstStyle/>
                    <a:p>
                      <a:r>
                        <a:rPr lang="fr-FR" dirty="0"/>
                        <a:t>Train</a:t>
                      </a:r>
                    </a:p>
                  </a:txBody>
                  <a:tcPr/>
                </a:tc>
                <a:tc>
                  <a:txBody>
                    <a:bodyPr/>
                    <a:lstStyle/>
                    <a:p>
                      <a:r>
                        <a:rPr lang="fr-FR" dirty="0"/>
                        <a:t>2 000</a:t>
                      </a:r>
                    </a:p>
                  </a:txBody>
                  <a:tcPr/>
                </a:tc>
                <a:tc>
                  <a:txBody>
                    <a:bodyPr/>
                    <a:lstStyle/>
                    <a:p>
                      <a:r>
                        <a:rPr lang="fr-FR" dirty="0"/>
                        <a:t>80 %</a:t>
                      </a:r>
                    </a:p>
                  </a:txBody>
                  <a:tcPr/>
                </a:tc>
                <a:tc>
                  <a:txBody>
                    <a:bodyPr/>
                    <a:lstStyle/>
                    <a:p>
                      <a:r>
                        <a:rPr lang="fr-FR" dirty="0"/>
                        <a:t>749 / 889 / 362</a:t>
                      </a:r>
                    </a:p>
                  </a:txBody>
                  <a:tcPr/>
                </a:tc>
                <a:extLst>
                  <a:ext uri="{0D108BD9-81ED-4DB2-BD59-A6C34878D82A}">
                    <a16:rowId xmlns:a16="http://schemas.microsoft.com/office/drawing/2014/main" val="208331483"/>
                  </a:ext>
                </a:extLst>
              </a:tr>
              <a:tr h="370840">
                <a:tc>
                  <a:txBody>
                    <a:bodyPr/>
                    <a:lstStyle/>
                    <a:p>
                      <a:r>
                        <a:rPr lang="fr-FR" dirty="0"/>
                        <a:t>Test</a:t>
                      </a:r>
                    </a:p>
                  </a:txBody>
                  <a:tcPr/>
                </a:tc>
                <a:tc>
                  <a:txBody>
                    <a:bodyPr/>
                    <a:lstStyle/>
                    <a:p>
                      <a:r>
                        <a:rPr lang="fr-FR" dirty="0"/>
                        <a:t>500</a:t>
                      </a:r>
                    </a:p>
                  </a:txBody>
                  <a:tcPr/>
                </a:tc>
                <a:tc>
                  <a:txBody>
                    <a:bodyPr/>
                    <a:lstStyle/>
                    <a:p>
                      <a:r>
                        <a:rPr lang="fr-FR" dirty="0"/>
                        <a:t>20 %</a:t>
                      </a:r>
                    </a:p>
                  </a:txBody>
                  <a:tcPr/>
                </a:tc>
                <a:tc>
                  <a:txBody>
                    <a:bodyPr/>
                    <a:lstStyle/>
                    <a:p>
                      <a:r>
                        <a:rPr lang="fr-FR" dirty="0"/>
                        <a:t>187 / 223 / 90</a:t>
                      </a:r>
                    </a:p>
                  </a:txBody>
                  <a:tcPr/>
                </a:tc>
                <a:extLst>
                  <a:ext uri="{0D108BD9-81ED-4DB2-BD59-A6C34878D82A}">
                    <a16:rowId xmlns:a16="http://schemas.microsoft.com/office/drawing/2014/main" val="4164836982"/>
                  </a:ext>
                </a:extLst>
              </a:tr>
              <a:tr h="370840">
                <a:tc>
                  <a:txBody>
                    <a:bodyPr/>
                    <a:lstStyle/>
                    <a:p>
                      <a:r>
                        <a:rPr lang="fr-FR" dirty="0"/>
                        <a:t>Protocole</a:t>
                      </a:r>
                    </a:p>
                  </a:txBody>
                  <a:tcPr/>
                </a:tc>
                <a:tc>
                  <a:txBody>
                    <a:bodyPr/>
                    <a:lstStyle/>
                    <a:p>
                      <a:r>
                        <a:rPr lang="fr-FR" dirty="0"/>
                        <a:t>Stratifié, </a:t>
                      </a:r>
                      <a:r>
                        <a:rPr lang="fr-FR" dirty="0" err="1"/>
                        <a:t>random_state</a:t>
                      </a:r>
                      <a:r>
                        <a:rPr lang="fr-FR" dirty="0"/>
                        <a:t> fixé</a:t>
                      </a:r>
                    </a:p>
                  </a:txBody>
                  <a:tcPr/>
                </a:tc>
                <a:tc>
                  <a:txBody>
                    <a:bodyPr/>
                    <a:lstStyle/>
                    <a:p>
                      <a:r>
                        <a:rPr lang="fr-FR" dirty="0"/>
                        <a:t>-</a:t>
                      </a:r>
                    </a:p>
                  </a:txBody>
                  <a:tcPr/>
                </a:tc>
                <a:tc>
                  <a:txBody>
                    <a:bodyPr/>
                    <a:lstStyle/>
                    <a:p>
                      <a:r>
                        <a:rPr lang="fr-FR" dirty="0"/>
                        <a:t>Répartition </a:t>
                      </a:r>
                      <a:r>
                        <a:rPr lang="fr-FR" dirty="0" err="1"/>
                        <a:t>concervé</a:t>
                      </a:r>
                      <a:endParaRPr lang="fr-FR" dirty="0"/>
                    </a:p>
                  </a:txBody>
                  <a:tcPr/>
                </a:tc>
                <a:extLst>
                  <a:ext uri="{0D108BD9-81ED-4DB2-BD59-A6C34878D82A}">
                    <a16:rowId xmlns:a16="http://schemas.microsoft.com/office/drawing/2014/main" val="299734505"/>
                  </a:ext>
                </a:extLst>
              </a:tr>
            </a:tbl>
          </a:graphicData>
        </a:graphic>
      </p:graphicFrame>
      <p:pic>
        <p:nvPicPr>
          <p:cNvPr id="9" name="Image 8">
            <a:extLst>
              <a:ext uri="{FF2B5EF4-FFF2-40B4-BE49-F238E27FC236}">
                <a16:creationId xmlns:a16="http://schemas.microsoft.com/office/drawing/2014/main" id="{94875B06-158D-A124-8F52-74866AA026E5}"/>
              </a:ext>
            </a:extLst>
          </p:cNvPr>
          <p:cNvPicPr>
            <a:picLocks noChangeAspect="1"/>
          </p:cNvPicPr>
          <p:nvPr/>
        </p:nvPicPr>
        <p:blipFill>
          <a:blip r:embed="rId3"/>
          <a:stretch>
            <a:fillRect/>
          </a:stretch>
        </p:blipFill>
        <p:spPr>
          <a:xfrm>
            <a:off x="9038054" y="2868881"/>
            <a:ext cx="2644369" cy="1120237"/>
          </a:xfrm>
          <a:prstGeom prst="rect">
            <a:avLst/>
          </a:prstGeom>
        </p:spPr>
      </p:pic>
      <p:graphicFrame>
        <p:nvGraphicFramePr>
          <p:cNvPr id="10" name="Tableau 9">
            <a:extLst>
              <a:ext uri="{FF2B5EF4-FFF2-40B4-BE49-F238E27FC236}">
                <a16:creationId xmlns:a16="http://schemas.microsoft.com/office/drawing/2014/main" id="{70E5EF43-35A1-F2A1-F5B3-28891A448C20}"/>
              </a:ext>
            </a:extLst>
          </p:cNvPr>
          <p:cNvGraphicFramePr>
            <a:graphicFrameLocks noGrp="1"/>
          </p:cNvGraphicFramePr>
          <p:nvPr/>
        </p:nvGraphicFramePr>
        <p:xfrm>
          <a:off x="1871304" y="4129711"/>
          <a:ext cx="9895245" cy="2123440"/>
        </p:xfrm>
        <a:graphic>
          <a:graphicData uri="http://schemas.openxmlformats.org/drawingml/2006/table">
            <a:tbl>
              <a:tblPr firstRow="1" bandRow="1">
                <a:tableStyleId>{5C22544A-7EE6-4342-B048-85BDC9FD1C3A}</a:tableStyleId>
              </a:tblPr>
              <a:tblGrid>
                <a:gridCol w="2399071">
                  <a:extLst>
                    <a:ext uri="{9D8B030D-6E8A-4147-A177-3AD203B41FA5}">
                      <a16:colId xmlns:a16="http://schemas.microsoft.com/office/drawing/2014/main" val="1160388974"/>
                    </a:ext>
                  </a:extLst>
                </a:gridCol>
                <a:gridCol w="7496174">
                  <a:extLst>
                    <a:ext uri="{9D8B030D-6E8A-4147-A177-3AD203B41FA5}">
                      <a16:colId xmlns:a16="http://schemas.microsoft.com/office/drawing/2014/main" val="2113296420"/>
                    </a:ext>
                  </a:extLst>
                </a:gridCol>
              </a:tblGrid>
              <a:tr h="370840">
                <a:tc>
                  <a:txBody>
                    <a:bodyPr/>
                    <a:lstStyle/>
                    <a:p>
                      <a:r>
                        <a:rPr lang="fr-FR" dirty="0"/>
                        <a:t>Type de variable</a:t>
                      </a:r>
                    </a:p>
                  </a:txBody>
                  <a:tcPr/>
                </a:tc>
                <a:tc>
                  <a:txBody>
                    <a:bodyPr/>
                    <a:lstStyle/>
                    <a:p>
                      <a:r>
                        <a:rPr lang="fr-FR" dirty="0"/>
                        <a:t>Traitements</a:t>
                      </a:r>
                    </a:p>
                  </a:txBody>
                  <a:tcPr/>
                </a:tc>
                <a:extLst>
                  <a:ext uri="{0D108BD9-81ED-4DB2-BD59-A6C34878D82A}">
                    <a16:rowId xmlns:a16="http://schemas.microsoft.com/office/drawing/2014/main" val="896145170"/>
                  </a:ext>
                </a:extLst>
              </a:tr>
              <a:tr h="370840">
                <a:tc>
                  <a:txBody>
                    <a:bodyPr/>
                    <a:lstStyle/>
                    <a:p>
                      <a:r>
                        <a:rPr lang="fr-FR" dirty="0"/>
                        <a:t>Numérique</a:t>
                      </a:r>
                    </a:p>
                  </a:txBody>
                  <a:tcPr/>
                </a:tc>
                <a:tc>
                  <a:txBody>
                    <a:bodyPr/>
                    <a:lstStyle/>
                    <a:p>
                      <a:r>
                        <a:rPr lang="fr-FR" dirty="0"/>
                        <a:t>Valeurs manquantes = médiane + mise à l’échelle</a:t>
                      </a:r>
                    </a:p>
                  </a:txBody>
                  <a:tcPr/>
                </a:tc>
                <a:extLst>
                  <a:ext uri="{0D108BD9-81ED-4DB2-BD59-A6C34878D82A}">
                    <a16:rowId xmlns:a16="http://schemas.microsoft.com/office/drawing/2014/main" val="2324671820"/>
                  </a:ext>
                </a:extLst>
              </a:tr>
              <a:tr h="370840">
                <a:tc>
                  <a:txBody>
                    <a:bodyPr/>
                    <a:lstStyle/>
                    <a:p>
                      <a:r>
                        <a:rPr lang="fr-FR" dirty="0"/>
                        <a:t>Catégoriel (ordinal)</a:t>
                      </a:r>
                    </a:p>
                  </a:txBody>
                  <a:tcPr/>
                </a:tc>
                <a:tc>
                  <a:txBody>
                    <a:bodyPr/>
                    <a:lstStyle/>
                    <a:p>
                      <a:r>
                        <a:rPr lang="fr-FR" dirty="0"/>
                        <a:t>Manquantes = modalité la plus fréquente + encode selon l’ordre</a:t>
                      </a:r>
                    </a:p>
                  </a:txBody>
                  <a:tcPr/>
                </a:tc>
                <a:extLst>
                  <a:ext uri="{0D108BD9-81ED-4DB2-BD59-A6C34878D82A}">
                    <a16:rowId xmlns:a16="http://schemas.microsoft.com/office/drawing/2014/main" val="3611674466"/>
                  </a:ext>
                </a:extLst>
              </a:tr>
              <a:tr h="370840">
                <a:tc>
                  <a:txBody>
                    <a:bodyPr/>
                    <a:lstStyle/>
                    <a:p>
                      <a:r>
                        <a:rPr lang="fr-FR" dirty="0"/>
                        <a:t>Catégoriel (nominal)</a:t>
                      </a:r>
                    </a:p>
                  </a:txBody>
                  <a:tcPr/>
                </a:tc>
                <a:tc>
                  <a:txBody>
                    <a:bodyPr/>
                    <a:lstStyle/>
                    <a:p>
                      <a:r>
                        <a:rPr lang="fr-FR" dirty="0"/>
                        <a:t>Manquantes = modalité la plus fréquente + encodage </a:t>
                      </a:r>
                      <a:r>
                        <a:rPr lang="fr-FR" dirty="0" err="1"/>
                        <a:t>one-hot</a:t>
                      </a:r>
                      <a:r>
                        <a:rPr lang="fr-FR" dirty="0"/>
                        <a:t> + ignore les modalités inconnues</a:t>
                      </a:r>
                    </a:p>
                  </a:txBody>
                  <a:tcPr/>
                </a:tc>
                <a:extLst>
                  <a:ext uri="{0D108BD9-81ED-4DB2-BD59-A6C34878D82A}">
                    <a16:rowId xmlns:a16="http://schemas.microsoft.com/office/drawing/2014/main" val="3770402001"/>
                  </a:ext>
                </a:extLst>
              </a:tr>
              <a:tr h="370840">
                <a:tc>
                  <a:txBody>
                    <a:bodyPr/>
                    <a:lstStyle/>
                    <a:p>
                      <a:r>
                        <a:rPr lang="fr-FR" dirty="0"/>
                        <a:t>Texte</a:t>
                      </a:r>
                    </a:p>
                  </a:txBody>
                  <a:tcPr/>
                </a:tc>
                <a:tc>
                  <a:txBody>
                    <a:bodyPr/>
                    <a:lstStyle/>
                    <a:p>
                      <a:r>
                        <a:rPr lang="fr-FR" dirty="0"/>
                        <a:t>Manquantes = vide + Transforme 2D en 1D + Vectorisation TF-IDF</a:t>
                      </a:r>
                    </a:p>
                  </a:txBody>
                  <a:tcPr/>
                </a:tc>
                <a:extLst>
                  <a:ext uri="{0D108BD9-81ED-4DB2-BD59-A6C34878D82A}">
                    <a16:rowId xmlns:a16="http://schemas.microsoft.com/office/drawing/2014/main" val="3474975174"/>
                  </a:ext>
                </a:extLst>
              </a:tr>
            </a:tbl>
          </a:graphicData>
        </a:graphic>
      </p:graphicFrame>
    </p:spTree>
    <p:extLst>
      <p:ext uri="{BB962C8B-B14F-4D97-AF65-F5344CB8AC3E}">
        <p14:creationId xmlns:p14="http://schemas.microsoft.com/office/powerpoint/2010/main" val="3701469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D11E8C-298F-92CE-2587-B23F55C66420}"/>
              </a:ext>
            </a:extLst>
          </p:cNvPr>
          <p:cNvSpPr>
            <a:spLocks noGrp="1"/>
          </p:cNvSpPr>
          <p:nvPr>
            <p:ph type="title"/>
          </p:nvPr>
        </p:nvSpPr>
        <p:spPr/>
        <p:txBody>
          <a:bodyPr/>
          <a:lstStyle/>
          <a:p>
            <a:r>
              <a:rPr lang="fr-FR" dirty="0"/>
              <a:t>Préparation des données et scénarios de jeux de données</a:t>
            </a:r>
          </a:p>
        </p:txBody>
      </p:sp>
      <p:sp>
        <p:nvSpPr>
          <p:cNvPr id="3" name="Espace réservé du texte 2">
            <a:extLst>
              <a:ext uri="{FF2B5EF4-FFF2-40B4-BE49-F238E27FC236}">
                <a16:creationId xmlns:a16="http://schemas.microsoft.com/office/drawing/2014/main" id="{680F2452-137D-71DF-DEAB-821118CD2ABF}"/>
              </a:ext>
            </a:extLst>
          </p:cNvPr>
          <p:cNvSpPr>
            <a:spLocks noGrp="1"/>
          </p:cNvSpPr>
          <p:nvPr>
            <p:ph type="body" sz="quarter" idx="13"/>
          </p:nvPr>
        </p:nvSpPr>
        <p:spPr>
          <a:xfrm>
            <a:off x="390098" y="389618"/>
            <a:ext cx="1617430" cy="1477328"/>
          </a:xfrm>
        </p:spPr>
        <p:txBody>
          <a:bodyPr/>
          <a:lstStyle/>
          <a:p>
            <a:r>
              <a:rPr lang="fr-FR" dirty="0"/>
              <a:t>04</a:t>
            </a:r>
          </a:p>
        </p:txBody>
      </p:sp>
    </p:spTree>
    <p:extLst>
      <p:ext uri="{BB962C8B-B14F-4D97-AF65-F5344CB8AC3E}">
        <p14:creationId xmlns:p14="http://schemas.microsoft.com/office/powerpoint/2010/main" val="1901717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9FC90-EC47-5833-A025-1AA393D67C4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94F7836-EA0D-98CE-D6C4-97274A673CC6}"/>
              </a:ext>
            </a:extLst>
          </p:cNvPr>
          <p:cNvSpPr>
            <a:spLocks noGrp="1"/>
          </p:cNvSpPr>
          <p:nvPr>
            <p:ph type="title"/>
          </p:nvPr>
        </p:nvSpPr>
        <p:spPr/>
        <p:txBody>
          <a:bodyPr/>
          <a:lstStyle/>
          <a:p>
            <a:r>
              <a:rPr lang="fr-FR" dirty="0"/>
              <a:t>Préparation des données et scénarios de jeux de données</a:t>
            </a:r>
          </a:p>
        </p:txBody>
      </p:sp>
      <p:sp>
        <p:nvSpPr>
          <p:cNvPr id="3" name="Espace réservé du texte 2">
            <a:extLst>
              <a:ext uri="{FF2B5EF4-FFF2-40B4-BE49-F238E27FC236}">
                <a16:creationId xmlns:a16="http://schemas.microsoft.com/office/drawing/2014/main" id="{39CC4826-9E61-1B4A-A785-C04B5BDAA74F}"/>
              </a:ext>
            </a:extLst>
          </p:cNvPr>
          <p:cNvSpPr>
            <a:spLocks noGrp="1"/>
          </p:cNvSpPr>
          <p:nvPr>
            <p:ph type="body" sz="quarter" idx="10"/>
          </p:nvPr>
        </p:nvSpPr>
        <p:spPr/>
        <p:txBody>
          <a:bodyPr/>
          <a:lstStyle/>
          <a:p>
            <a:r>
              <a:rPr lang="fr-FR" b="1" dirty="0"/>
              <a:t>Comment préparer les données de manière fiable et reproductible</a:t>
            </a:r>
            <a:endParaRPr lang="fr-FR" dirty="0"/>
          </a:p>
        </p:txBody>
      </p:sp>
      <p:sp>
        <p:nvSpPr>
          <p:cNvPr id="4" name="Espace réservé du numéro de diapositive 3">
            <a:extLst>
              <a:ext uri="{FF2B5EF4-FFF2-40B4-BE49-F238E27FC236}">
                <a16:creationId xmlns:a16="http://schemas.microsoft.com/office/drawing/2014/main" id="{F5BEFDB1-5238-A9B8-4455-02529856466D}"/>
              </a:ext>
            </a:extLst>
          </p:cNvPr>
          <p:cNvSpPr>
            <a:spLocks noGrp="1"/>
          </p:cNvSpPr>
          <p:nvPr>
            <p:ph type="sldNum" sz="quarter" idx="4"/>
          </p:nvPr>
        </p:nvSpPr>
        <p:spPr/>
        <p:txBody>
          <a:bodyPr/>
          <a:lstStyle/>
          <a:p>
            <a:fld id="{DAF489CC-3B7A-4DA5-A8C0-4984788D0EC5}" type="slidenum">
              <a:rPr lang="nl-NL" smtClean="0"/>
              <a:pPr/>
              <a:t>17</a:t>
            </a:fld>
            <a:endParaRPr lang="nl-NL" dirty="0"/>
          </a:p>
        </p:txBody>
      </p:sp>
      <p:sp>
        <p:nvSpPr>
          <p:cNvPr id="7" name="Espace réservé du contenu 3">
            <a:extLst>
              <a:ext uri="{FF2B5EF4-FFF2-40B4-BE49-F238E27FC236}">
                <a16:creationId xmlns:a16="http://schemas.microsoft.com/office/drawing/2014/main" id="{ADBC985A-9DC0-BF03-DF38-A3D354B8F127}"/>
              </a:ext>
            </a:extLst>
          </p:cNvPr>
          <p:cNvSpPr txBox="1">
            <a:spLocks/>
          </p:cNvSpPr>
          <p:nvPr/>
        </p:nvSpPr>
        <p:spPr>
          <a:xfrm>
            <a:off x="509577" y="1070616"/>
            <a:ext cx="9121673"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Scénarios de jeux de données</a:t>
            </a:r>
          </a:p>
        </p:txBody>
      </p:sp>
      <p:graphicFrame>
        <p:nvGraphicFramePr>
          <p:cNvPr id="13" name="Tableau 12">
            <a:extLst>
              <a:ext uri="{FF2B5EF4-FFF2-40B4-BE49-F238E27FC236}">
                <a16:creationId xmlns:a16="http://schemas.microsoft.com/office/drawing/2014/main" id="{FF612E19-4B12-37C8-E802-EB9A5FFE3360}"/>
              </a:ext>
            </a:extLst>
          </p:cNvPr>
          <p:cNvGraphicFramePr>
            <a:graphicFrameLocks noGrp="1"/>
          </p:cNvGraphicFramePr>
          <p:nvPr/>
        </p:nvGraphicFramePr>
        <p:xfrm>
          <a:off x="186813" y="1564392"/>
          <a:ext cx="11741640" cy="4668520"/>
        </p:xfrm>
        <a:graphic>
          <a:graphicData uri="http://schemas.openxmlformats.org/drawingml/2006/table">
            <a:tbl>
              <a:tblPr firstRow="1" bandRow="1">
                <a:tableStyleId>{5C22544A-7EE6-4342-B048-85BDC9FD1C3A}</a:tableStyleId>
              </a:tblPr>
              <a:tblGrid>
                <a:gridCol w="3559277">
                  <a:extLst>
                    <a:ext uri="{9D8B030D-6E8A-4147-A177-3AD203B41FA5}">
                      <a16:colId xmlns:a16="http://schemas.microsoft.com/office/drawing/2014/main" val="2591136823"/>
                    </a:ext>
                  </a:extLst>
                </a:gridCol>
                <a:gridCol w="4268483">
                  <a:extLst>
                    <a:ext uri="{9D8B030D-6E8A-4147-A177-3AD203B41FA5}">
                      <a16:colId xmlns:a16="http://schemas.microsoft.com/office/drawing/2014/main" val="2734543071"/>
                    </a:ext>
                  </a:extLst>
                </a:gridCol>
                <a:gridCol w="3913880">
                  <a:extLst>
                    <a:ext uri="{9D8B030D-6E8A-4147-A177-3AD203B41FA5}">
                      <a16:colId xmlns:a16="http://schemas.microsoft.com/office/drawing/2014/main" val="2972218213"/>
                    </a:ext>
                  </a:extLst>
                </a:gridCol>
              </a:tblGrid>
              <a:tr h="370840">
                <a:tc>
                  <a:txBody>
                    <a:bodyPr/>
                    <a:lstStyle/>
                    <a:p>
                      <a:r>
                        <a:rPr lang="fr-FR" dirty="0"/>
                        <a:t>Scénario</a:t>
                      </a:r>
                    </a:p>
                  </a:txBody>
                  <a:tcPr/>
                </a:tc>
                <a:tc>
                  <a:txBody>
                    <a:bodyPr/>
                    <a:lstStyle/>
                    <a:p>
                      <a:r>
                        <a:rPr lang="fr-FR" dirty="0"/>
                        <a:t>Variables conservées</a:t>
                      </a:r>
                    </a:p>
                  </a:txBody>
                  <a:tcPr/>
                </a:tc>
                <a:tc>
                  <a:txBody>
                    <a:bodyPr/>
                    <a:lstStyle/>
                    <a:p>
                      <a:r>
                        <a:rPr lang="fr-FR" dirty="0"/>
                        <a:t>Justifications</a:t>
                      </a:r>
                    </a:p>
                  </a:txBody>
                  <a:tcPr/>
                </a:tc>
                <a:extLst>
                  <a:ext uri="{0D108BD9-81ED-4DB2-BD59-A6C34878D82A}">
                    <a16:rowId xmlns:a16="http://schemas.microsoft.com/office/drawing/2014/main" val="3227574612"/>
                  </a:ext>
                </a:extLst>
              </a:tr>
              <a:tr h="370840">
                <a:tc>
                  <a:txBody>
                    <a:bodyPr/>
                    <a:lstStyle/>
                    <a:p>
                      <a:r>
                        <a:rPr lang="it-IT" dirty="0"/>
                        <a:t>Scénario 1 — Approche multimodale complète </a:t>
                      </a:r>
                      <a:endParaRPr lang="fr-FR" dirty="0"/>
                    </a:p>
                  </a:txBody>
                  <a:tcPr/>
                </a:tc>
                <a:tc>
                  <a:txBody>
                    <a:bodyPr/>
                    <a:lstStyle/>
                    <a:p>
                      <a:r>
                        <a:rPr lang="fr-FR" sz="1800" b="0" kern="1200" dirty="0">
                          <a:solidFill>
                            <a:schemeClr val="tx1"/>
                          </a:solidFill>
                          <a:effectLst/>
                          <a:latin typeface="Biennale" panose="00000500000000000000" pitchFamily="2" charset="0"/>
                          <a:ea typeface="+mn-ea"/>
                          <a:cs typeface="+mn-cs"/>
                        </a:rPr>
                        <a:t>Toutes les variables (tabulaires + texte vectorisé)</a:t>
                      </a:r>
                      <a:endParaRPr lang="fr-FR" dirty="0"/>
                    </a:p>
                  </a:txBody>
                  <a:tcPr/>
                </a:tc>
                <a:tc>
                  <a:txBody>
                    <a:bodyPr/>
                    <a:lstStyle/>
                    <a:p>
                      <a:r>
                        <a:rPr lang="fr-FR" sz="1800" b="0" kern="1200" dirty="0">
                          <a:solidFill>
                            <a:schemeClr val="tx1"/>
                          </a:solidFill>
                          <a:effectLst/>
                          <a:latin typeface="Biennale" panose="00000500000000000000" pitchFamily="2" charset="0"/>
                          <a:ea typeface="+mn-ea"/>
                          <a:cs typeface="+mn-cs"/>
                        </a:rPr>
                        <a:t>Baseline complète de référence</a:t>
                      </a:r>
                      <a:endParaRPr lang="fr-FR" dirty="0"/>
                    </a:p>
                  </a:txBody>
                  <a:tcPr/>
                </a:tc>
                <a:extLst>
                  <a:ext uri="{0D108BD9-81ED-4DB2-BD59-A6C34878D82A}">
                    <a16:rowId xmlns:a16="http://schemas.microsoft.com/office/drawing/2014/main" val="356057292"/>
                  </a:ext>
                </a:extLst>
              </a:tr>
              <a:tr h="370840">
                <a:tc>
                  <a:txBody>
                    <a:bodyPr/>
                    <a:lstStyle/>
                    <a:p>
                      <a:r>
                        <a:rPr lang="fr-FR" sz="1800" b="0" kern="1200" dirty="0">
                          <a:solidFill>
                            <a:schemeClr val="tx1"/>
                          </a:solidFill>
                          <a:effectLst/>
                          <a:latin typeface="Biennale" panose="00000500000000000000" pitchFamily="2" charset="0"/>
                          <a:ea typeface="+mn-ea"/>
                          <a:cs typeface="+mn-cs"/>
                        </a:rPr>
                        <a:t>Scénario 2 — Sans variables sensibles (Approche Éthique)</a:t>
                      </a:r>
                      <a:endParaRPr lang="fr-FR" dirty="0"/>
                    </a:p>
                  </a:txBody>
                  <a:tcPr/>
                </a:tc>
                <a:tc>
                  <a:txBody>
                    <a:bodyPr/>
                    <a:lstStyle/>
                    <a:p>
                      <a:r>
                        <a:rPr lang="fr-FR" sz="1800" b="0" kern="1200" dirty="0">
                          <a:solidFill>
                            <a:schemeClr val="tx1"/>
                          </a:solidFill>
                          <a:effectLst/>
                          <a:latin typeface="Biennale" panose="00000500000000000000" pitchFamily="2" charset="0"/>
                          <a:ea typeface="+mn-ea"/>
                          <a:cs typeface="+mn-cs"/>
                        </a:rPr>
                        <a:t>Variables non sensibles uniquement (avec justification CNIL/RGPD)</a:t>
                      </a:r>
                      <a:endParaRPr lang="fr-FR" dirty="0"/>
                    </a:p>
                  </a:txBody>
                  <a:tcPr/>
                </a:tc>
                <a:tc>
                  <a:txBody>
                    <a:bodyPr/>
                    <a:lstStyle/>
                    <a:p>
                      <a:r>
                        <a:rPr lang="fr-FR" sz="1800" b="0" kern="1200" dirty="0">
                          <a:solidFill>
                            <a:schemeClr val="tx1"/>
                          </a:solidFill>
                          <a:effectLst/>
                          <a:latin typeface="Biennale" panose="00000500000000000000" pitchFamily="2" charset="0"/>
                          <a:ea typeface="+mn-ea"/>
                          <a:cs typeface="+mn-cs"/>
                        </a:rPr>
                        <a:t>Mesurer l’impact du retrait des variables sensibles sur les performances / les biais</a:t>
                      </a:r>
                      <a:endParaRPr lang="fr-FR" dirty="0"/>
                    </a:p>
                  </a:txBody>
                  <a:tcPr/>
                </a:tc>
                <a:extLst>
                  <a:ext uri="{0D108BD9-81ED-4DB2-BD59-A6C34878D82A}">
                    <a16:rowId xmlns:a16="http://schemas.microsoft.com/office/drawing/2014/main" val="2820914031"/>
                  </a:ext>
                </a:extLst>
              </a:tr>
              <a:tr h="370840">
                <a:tc>
                  <a:txBody>
                    <a:bodyPr/>
                    <a:lstStyle/>
                    <a:p>
                      <a:r>
                        <a:rPr lang="fr-FR" sz="1800" b="0" kern="1200" dirty="0">
                          <a:solidFill>
                            <a:schemeClr val="tx1"/>
                          </a:solidFill>
                          <a:effectLst/>
                          <a:latin typeface="Biennale" panose="00000500000000000000" pitchFamily="2" charset="0"/>
                          <a:ea typeface="+mn-ea"/>
                          <a:cs typeface="+mn-cs"/>
                        </a:rPr>
                        <a:t>Scénario 3 — Diagnostic par le texte seul (NLP pure)</a:t>
                      </a:r>
                      <a:endParaRPr lang="fr-FR" dirty="0"/>
                    </a:p>
                  </a:txBody>
                  <a:tcPr/>
                </a:tc>
                <a:tc>
                  <a:txBody>
                    <a:bodyPr/>
                    <a:lstStyle/>
                    <a:p>
                      <a:r>
                        <a:rPr lang="fr-FR" sz="1800" b="0" kern="1200" dirty="0">
                          <a:solidFill>
                            <a:schemeClr val="tx1"/>
                          </a:solidFill>
                          <a:effectLst/>
                          <a:latin typeface="Biennale" panose="00000500000000000000" pitchFamily="2" charset="0"/>
                          <a:ea typeface="+mn-ea"/>
                          <a:cs typeface="+mn-cs"/>
                        </a:rPr>
                        <a:t>`</a:t>
                      </a:r>
                      <a:r>
                        <a:rPr lang="fr-FR" sz="1800" b="0" kern="1200" dirty="0" err="1">
                          <a:solidFill>
                            <a:schemeClr val="tx1"/>
                          </a:solidFill>
                          <a:effectLst/>
                          <a:latin typeface="Biennale" panose="00000500000000000000" pitchFamily="2" charset="0"/>
                          <a:ea typeface="+mn-ea"/>
                          <a:cs typeface="+mn-cs"/>
                        </a:rPr>
                        <a:t>synthese_entretien</a:t>
                      </a:r>
                      <a:r>
                        <a:rPr lang="fr-FR" sz="1800" b="0" kern="1200" dirty="0">
                          <a:solidFill>
                            <a:schemeClr val="tx1"/>
                          </a:solidFill>
                          <a:effectLst/>
                          <a:latin typeface="Biennale" panose="00000500000000000000" pitchFamily="2" charset="0"/>
                          <a:ea typeface="+mn-ea"/>
                          <a:cs typeface="+mn-cs"/>
                        </a:rPr>
                        <a:t>` uniquement </a:t>
                      </a:r>
                      <a:endParaRPr lang="fr-FR" dirty="0"/>
                    </a:p>
                  </a:txBody>
                  <a:tcPr/>
                </a:tc>
                <a:tc>
                  <a:txBody>
                    <a:bodyPr/>
                    <a:lstStyle/>
                    <a:p>
                      <a:r>
                        <a:rPr lang="fr-FR" sz="1800" b="0" kern="1200" dirty="0">
                          <a:solidFill>
                            <a:schemeClr val="tx1"/>
                          </a:solidFill>
                          <a:effectLst/>
                          <a:latin typeface="Biennale" panose="00000500000000000000" pitchFamily="2" charset="0"/>
                          <a:ea typeface="+mn-ea"/>
                          <a:cs typeface="+mn-cs"/>
                        </a:rPr>
                        <a:t>Tester la robustesse du modèle de langage face à des verbatims contenant du bruit stochastique</a:t>
                      </a:r>
                      <a:endParaRPr lang="fr-FR" dirty="0"/>
                    </a:p>
                  </a:txBody>
                  <a:tcPr/>
                </a:tc>
                <a:extLst>
                  <a:ext uri="{0D108BD9-81ED-4DB2-BD59-A6C34878D82A}">
                    <a16:rowId xmlns:a16="http://schemas.microsoft.com/office/drawing/2014/main" val="2183044638"/>
                  </a:ext>
                </a:extLst>
              </a:tr>
              <a:tr h="370840">
                <a:tc>
                  <a:txBody>
                    <a:bodyPr/>
                    <a:lstStyle/>
                    <a:p>
                      <a:r>
                        <a:rPr lang="fr-FR" sz="1800" b="0" kern="1200" dirty="0">
                          <a:solidFill>
                            <a:schemeClr val="tx1"/>
                          </a:solidFill>
                          <a:effectLst/>
                          <a:latin typeface="Biennale" panose="00000500000000000000" pitchFamily="2" charset="0"/>
                          <a:ea typeface="+mn-ea"/>
                          <a:cs typeface="+mn-cs"/>
                        </a:rPr>
                        <a:t>Scénario 4 — Données contextuelles pures (Tabulaire seul)</a:t>
                      </a:r>
                      <a:endParaRPr lang="fr-FR" dirty="0"/>
                    </a:p>
                  </a:txBody>
                  <a:tcPr/>
                </a:tc>
                <a:tc>
                  <a:txBody>
                    <a:bodyPr/>
                    <a:lstStyle/>
                    <a:p>
                      <a:r>
                        <a:rPr lang="fr-FR" sz="1800" b="0" kern="1200" dirty="0">
                          <a:solidFill>
                            <a:schemeClr val="tx1"/>
                          </a:solidFill>
                          <a:effectLst/>
                          <a:latin typeface="Biennale" panose="00000500000000000000" pitchFamily="2" charset="0"/>
                          <a:ea typeface="+mn-ea"/>
                          <a:cs typeface="+mn-cs"/>
                        </a:rPr>
                        <a:t>Variables tabulaires uniquement (sans texte) </a:t>
                      </a:r>
                      <a:endParaRPr lang="fr-FR" dirty="0"/>
                    </a:p>
                  </a:txBody>
                  <a:tcPr/>
                </a:tc>
                <a:tc>
                  <a:txBody>
                    <a:bodyPr/>
                    <a:lstStyle/>
                    <a:p>
                      <a:r>
                        <a:rPr lang="fr-FR" sz="1800" b="0" kern="1200" dirty="0">
                          <a:solidFill>
                            <a:schemeClr val="tx1"/>
                          </a:solidFill>
                          <a:effectLst/>
                          <a:latin typeface="Biennale" panose="00000500000000000000" pitchFamily="2" charset="0"/>
                          <a:ea typeface="+mn-ea"/>
                          <a:cs typeface="+mn-cs"/>
                        </a:rPr>
                        <a:t>Mesurer l’apport du texte en comparaison du tabulaire seul</a:t>
                      </a:r>
                      <a:endParaRPr lang="fr-FR" dirty="0"/>
                    </a:p>
                  </a:txBody>
                  <a:tcPr/>
                </a:tc>
                <a:extLst>
                  <a:ext uri="{0D108BD9-81ED-4DB2-BD59-A6C34878D82A}">
                    <a16:rowId xmlns:a16="http://schemas.microsoft.com/office/drawing/2014/main" val="37548998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Scénario 1 — Approche </a:t>
                      </a:r>
                      <a:r>
                        <a:rPr lang="fr-FR" dirty="0"/>
                        <a:t>hybride (ajouté dans un second temps)</a:t>
                      </a:r>
                    </a:p>
                  </a:txBody>
                  <a:tcPr/>
                </a:tc>
                <a:tc>
                  <a:txBody>
                    <a:bodyPr/>
                    <a:lstStyle/>
                    <a:p>
                      <a:r>
                        <a:rPr lang="fr-FR" sz="1800" b="0" kern="1200" dirty="0">
                          <a:solidFill>
                            <a:schemeClr val="tx1"/>
                          </a:solidFill>
                          <a:effectLst/>
                          <a:latin typeface="Biennale" panose="00000500000000000000" pitchFamily="2" charset="0"/>
                          <a:ea typeface="+mn-ea"/>
                          <a:cs typeface="+mn-cs"/>
                        </a:rPr>
                        <a:t>Toutes les variables à l’exception de `</a:t>
                      </a:r>
                      <a:r>
                        <a:rPr lang="fr-FR" sz="1800" b="0" kern="1200" dirty="0" err="1">
                          <a:solidFill>
                            <a:schemeClr val="tx1"/>
                          </a:solidFill>
                          <a:effectLst/>
                          <a:latin typeface="Biennale" panose="00000500000000000000" pitchFamily="2" charset="0"/>
                          <a:ea typeface="+mn-ea"/>
                          <a:cs typeface="+mn-cs"/>
                        </a:rPr>
                        <a:t>nationalite_hors_ue</a:t>
                      </a:r>
                      <a:r>
                        <a:rPr lang="fr-FR" sz="1800" b="0" kern="1200" dirty="0">
                          <a:solidFill>
                            <a:schemeClr val="tx1"/>
                          </a:solidFill>
                          <a:effectLst/>
                          <a:latin typeface="Biennale" panose="00000500000000000000" pitchFamily="2" charset="0"/>
                          <a:ea typeface="+mn-ea"/>
                          <a:cs typeface="+mn-cs"/>
                        </a:rPr>
                        <a:t>`</a:t>
                      </a:r>
                      <a:endParaRPr lang="fr-FR" dirty="0"/>
                    </a:p>
                  </a:txBody>
                  <a:tcPr/>
                </a:tc>
                <a:tc>
                  <a:txBody>
                    <a:bodyPr/>
                    <a:lstStyle/>
                    <a:p>
                      <a:r>
                        <a:rPr lang="fr-FR" dirty="0"/>
                        <a:t>Depuis le scénario le plus performant, tout en limitant les risques de discrimination</a:t>
                      </a:r>
                    </a:p>
                  </a:txBody>
                  <a:tcPr/>
                </a:tc>
                <a:extLst>
                  <a:ext uri="{0D108BD9-81ED-4DB2-BD59-A6C34878D82A}">
                    <a16:rowId xmlns:a16="http://schemas.microsoft.com/office/drawing/2014/main" val="172793455"/>
                  </a:ext>
                </a:extLst>
              </a:tr>
            </a:tbl>
          </a:graphicData>
        </a:graphic>
      </p:graphicFrame>
    </p:spTree>
    <p:extLst>
      <p:ext uri="{BB962C8B-B14F-4D97-AF65-F5344CB8AC3E}">
        <p14:creationId xmlns:p14="http://schemas.microsoft.com/office/powerpoint/2010/main" val="159457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CB5A91-B3A2-AC4E-0E6E-957CB635D8E3}"/>
              </a:ext>
            </a:extLst>
          </p:cNvPr>
          <p:cNvSpPr>
            <a:spLocks noGrp="1"/>
          </p:cNvSpPr>
          <p:nvPr>
            <p:ph type="title"/>
          </p:nvPr>
        </p:nvSpPr>
        <p:spPr/>
        <p:txBody>
          <a:bodyPr/>
          <a:lstStyle/>
          <a:p>
            <a:r>
              <a:rPr lang="fr-FR" dirty="0"/>
              <a:t>Modélisation &amp; entrainement</a:t>
            </a:r>
          </a:p>
        </p:txBody>
      </p:sp>
      <p:sp>
        <p:nvSpPr>
          <p:cNvPr id="3" name="Espace réservé du texte 2">
            <a:extLst>
              <a:ext uri="{FF2B5EF4-FFF2-40B4-BE49-F238E27FC236}">
                <a16:creationId xmlns:a16="http://schemas.microsoft.com/office/drawing/2014/main" id="{CAF18655-86C7-FB01-94CD-1236C0AC4C5D}"/>
              </a:ext>
            </a:extLst>
          </p:cNvPr>
          <p:cNvSpPr>
            <a:spLocks noGrp="1"/>
          </p:cNvSpPr>
          <p:nvPr>
            <p:ph type="body" sz="quarter" idx="13"/>
          </p:nvPr>
        </p:nvSpPr>
        <p:spPr>
          <a:xfrm>
            <a:off x="390098" y="389618"/>
            <a:ext cx="1574149" cy="1477328"/>
          </a:xfrm>
        </p:spPr>
        <p:txBody>
          <a:bodyPr/>
          <a:lstStyle/>
          <a:p>
            <a:r>
              <a:rPr lang="fr-FR" dirty="0"/>
              <a:t>05</a:t>
            </a:r>
          </a:p>
        </p:txBody>
      </p:sp>
    </p:spTree>
    <p:extLst>
      <p:ext uri="{BB962C8B-B14F-4D97-AF65-F5344CB8AC3E}">
        <p14:creationId xmlns:p14="http://schemas.microsoft.com/office/powerpoint/2010/main" val="3840574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A15-2640-A735-DDE8-D56145DFC1D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0AB4C18-8F2A-27C5-3937-5F8EB8B0E615}"/>
              </a:ext>
            </a:extLst>
          </p:cNvPr>
          <p:cNvSpPr>
            <a:spLocks noGrp="1"/>
          </p:cNvSpPr>
          <p:nvPr>
            <p:ph type="title"/>
          </p:nvPr>
        </p:nvSpPr>
        <p:spPr/>
        <p:txBody>
          <a:bodyPr/>
          <a:lstStyle/>
          <a:p>
            <a:r>
              <a:rPr lang="fr-FR" sz="2400" dirty="0"/>
              <a:t>Modélisation &amp; entrainement - Familles candidates &amp; Modèles candidats</a:t>
            </a:r>
          </a:p>
        </p:txBody>
      </p:sp>
      <p:sp>
        <p:nvSpPr>
          <p:cNvPr id="3" name="Espace réservé du texte 2">
            <a:extLst>
              <a:ext uri="{FF2B5EF4-FFF2-40B4-BE49-F238E27FC236}">
                <a16:creationId xmlns:a16="http://schemas.microsoft.com/office/drawing/2014/main" id="{4A862CA5-0F5A-115C-6763-DE420E2A5D00}"/>
              </a:ext>
            </a:extLst>
          </p:cNvPr>
          <p:cNvSpPr>
            <a:spLocks noGrp="1"/>
          </p:cNvSpPr>
          <p:nvPr>
            <p:ph type="body" sz="quarter" idx="10"/>
          </p:nvPr>
        </p:nvSpPr>
        <p:spPr/>
        <p:txBody>
          <a:bodyPr/>
          <a:lstStyle/>
          <a:p>
            <a:r>
              <a:rPr lang="fr-FR" b="1" dirty="0"/>
              <a:t>Quelles familles de modèles peut-on envisager pour cette classification, et quels modèles retenir ?</a:t>
            </a:r>
            <a:endParaRPr lang="fr-FR" dirty="0"/>
          </a:p>
        </p:txBody>
      </p:sp>
      <p:sp>
        <p:nvSpPr>
          <p:cNvPr id="4" name="Espace réservé du numéro de diapositive 3">
            <a:extLst>
              <a:ext uri="{FF2B5EF4-FFF2-40B4-BE49-F238E27FC236}">
                <a16:creationId xmlns:a16="http://schemas.microsoft.com/office/drawing/2014/main" id="{80E6968D-1CE0-D58A-7094-59A8C56DBC59}"/>
              </a:ext>
            </a:extLst>
          </p:cNvPr>
          <p:cNvSpPr>
            <a:spLocks noGrp="1"/>
          </p:cNvSpPr>
          <p:nvPr>
            <p:ph type="sldNum" sz="quarter" idx="4"/>
          </p:nvPr>
        </p:nvSpPr>
        <p:spPr/>
        <p:txBody>
          <a:bodyPr/>
          <a:lstStyle/>
          <a:p>
            <a:fld id="{DAF489CC-3B7A-4DA5-A8C0-4984788D0EC5}" type="slidenum">
              <a:rPr lang="nl-NL" smtClean="0"/>
              <a:pPr/>
              <a:t>19</a:t>
            </a:fld>
            <a:endParaRPr lang="nl-NL" dirty="0"/>
          </a:p>
        </p:txBody>
      </p:sp>
      <p:sp>
        <p:nvSpPr>
          <p:cNvPr id="7" name="Espace réservé du contenu 3">
            <a:extLst>
              <a:ext uri="{FF2B5EF4-FFF2-40B4-BE49-F238E27FC236}">
                <a16:creationId xmlns:a16="http://schemas.microsoft.com/office/drawing/2014/main" id="{E3760B38-E5A6-9512-C005-A72EE4CB2CB2}"/>
              </a:ext>
            </a:extLst>
          </p:cNvPr>
          <p:cNvSpPr txBox="1">
            <a:spLocks/>
          </p:cNvSpPr>
          <p:nvPr/>
        </p:nvSpPr>
        <p:spPr>
          <a:xfrm>
            <a:off x="509577" y="1070616"/>
            <a:ext cx="9121673"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dirty="0"/>
              <a:t>Familles candidates : choix raisonné</a:t>
            </a:r>
          </a:p>
          <a:p>
            <a:endParaRPr lang="fr-FR" b="1" dirty="0"/>
          </a:p>
          <a:p>
            <a:endParaRPr lang="fr-FR" b="1" dirty="0"/>
          </a:p>
          <a:p>
            <a:endParaRPr lang="fr-FR" b="1" dirty="0"/>
          </a:p>
          <a:p>
            <a:endParaRPr lang="fr-FR" b="1" dirty="0"/>
          </a:p>
          <a:p>
            <a:endParaRPr lang="fr-FR" b="1" dirty="0"/>
          </a:p>
          <a:p>
            <a:endParaRPr lang="fr-FR" b="1" dirty="0"/>
          </a:p>
          <a:p>
            <a:endParaRPr lang="fr-FR" b="1" dirty="0"/>
          </a:p>
          <a:p>
            <a:endParaRPr lang="fr-FR" b="1" dirty="0"/>
          </a:p>
          <a:p>
            <a:r>
              <a:rPr lang="fr-FR" b="1" dirty="0"/>
              <a:t>Modèles candidats</a:t>
            </a:r>
            <a:endParaRPr lang="fr-FR" dirty="0"/>
          </a:p>
        </p:txBody>
      </p:sp>
      <p:graphicFrame>
        <p:nvGraphicFramePr>
          <p:cNvPr id="14" name="Tableau 13">
            <a:extLst>
              <a:ext uri="{FF2B5EF4-FFF2-40B4-BE49-F238E27FC236}">
                <a16:creationId xmlns:a16="http://schemas.microsoft.com/office/drawing/2014/main" id="{ABF5F1C2-5A08-C3A2-533E-3D4F321546F8}"/>
              </a:ext>
            </a:extLst>
          </p:cNvPr>
          <p:cNvGraphicFramePr>
            <a:graphicFrameLocks noGrp="1"/>
          </p:cNvGraphicFramePr>
          <p:nvPr>
            <p:extLst>
              <p:ext uri="{D42A27DB-BD31-4B8C-83A1-F6EECF244321}">
                <p14:modId xmlns:p14="http://schemas.microsoft.com/office/powerpoint/2010/main" val="3931141343"/>
              </p:ext>
            </p:extLst>
          </p:nvPr>
        </p:nvGraphicFramePr>
        <p:xfrm>
          <a:off x="213032" y="1417756"/>
          <a:ext cx="11733162" cy="2383696"/>
        </p:xfrm>
        <a:graphic>
          <a:graphicData uri="http://schemas.openxmlformats.org/drawingml/2006/table">
            <a:tbl>
              <a:tblPr firstRow="1" bandRow="1">
                <a:tableStyleId>{5C22544A-7EE6-4342-B048-85BDC9FD1C3A}</a:tableStyleId>
              </a:tblPr>
              <a:tblGrid>
                <a:gridCol w="3011949">
                  <a:extLst>
                    <a:ext uri="{9D8B030D-6E8A-4147-A177-3AD203B41FA5}">
                      <a16:colId xmlns:a16="http://schemas.microsoft.com/office/drawing/2014/main" val="3107036431"/>
                    </a:ext>
                  </a:extLst>
                </a:gridCol>
                <a:gridCol w="8721213">
                  <a:extLst>
                    <a:ext uri="{9D8B030D-6E8A-4147-A177-3AD203B41FA5}">
                      <a16:colId xmlns:a16="http://schemas.microsoft.com/office/drawing/2014/main" val="3295709959"/>
                    </a:ext>
                  </a:extLst>
                </a:gridCol>
              </a:tblGrid>
              <a:tr h="353443">
                <a:tc>
                  <a:txBody>
                    <a:bodyPr/>
                    <a:lstStyle/>
                    <a:p>
                      <a:r>
                        <a:rPr lang="fr-FR" sz="1400" dirty="0"/>
                        <a:t>Famille</a:t>
                      </a:r>
                    </a:p>
                  </a:txBody>
                  <a:tcPr/>
                </a:tc>
                <a:tc>
                  <a:txBody>
                    <a:bodyPr/>
                    <a:lstStyle/>
                    <a:p>
                      <a:r>
                        <a:rPr lang="fr-FR" sz="1400" dirty="0"/>
                        <a:t>Décision</a:t>
                      </a:r>
                    </a:p>
                  </a:txBody>
                  <a:tcPr/>
                </a:tc>
                <a:extLst>
                  <a:ext uri="{0D108BD9-81ED-4DB2-BD59-A6C34878D82A}">
                    <a16:rowId xmlns:a16="http://schemas.microsoft.com/office/drawing/2014/main" val="2764529527"/>
                  </a:ext>
                </a:extLst>
              </a:tr>
              <a:tr h="493852">
                <a:tc>
                  <a:txBody>
                    <a:bodyPr/>
                    <a:lstStyle/>
                    <a:p>
                      <a:r>
                        <a:rPr lang="fr-FR" sz="1400" dirty="0"/>
                        <a:t>ML classique (</a:t>
                      </a:r>
                      <a:r>
                        <a:rPr lang="fr-FR" sz="1400" dirty="0" err="1"/>
                        <a:t>sklearn</a:t>
                      </a:r>
                      <a:r>
                        <a:rPr lang="fr-FR" sz="1400" dirty="0"/>
                        <a:t>, </a:t>
                      </a:r>
                      <a:r>
                        <a:rPr lang="fr-FR" sz="1400" dirty="0" err="1"/>
                        <a:t>XGBoost</a:t>
                      </a:r>
                      <a:r>
                        <a:rPr lang="fr-FR" sz="1400" dirty="0"/>
                        <a:t>)</a:t>
                      </a:r>
                    </a:p>
                  </a:txBody>
                  <a:tcPr/>
                </a:tc>
                <a:tc>
                  <a:txBody>
                    <a:bodyPr/>
                    <a:lstStyle/>
                    <a:p>
                      <a:r>
                        <a:rPr lang="fr-FR" sz="1400" b="1" dirty="0">
                          <a:solidFill>
                            <a:srgbClr val="4AA82D"/>
                          </a:solidFill>
                        </a:rPr>
                        <a:t>Retenue</a:t>
                      </a:r>
                      <a:r>
                        <a:rPr lang="fr-FR" sz="1400" dirty="0"/>
                        <a:t> : </a:t>
                      </a:r>
                      <a:r>
                        <a:rPr lang="fr-FR" sz="1400" dirty="0" err="1"/>
                        <a:t>baseline</a:t>
                      </a:r>
                      <a:r>
                        <a:rPr lang="fr-FR" sz="1400" dirty="0"/>
                        <a:t> principale et candidats prioritaires pour comparer performance, robustesse et coût</a:t>
                      </a:r>
                    </a:p>
                  </a:txBody>
                  <a:tcPr/>
                </a:tc>
                <a:extLst>
                  <a:ext uri="{0D108BD9-81ED-4DB2-BD59-A6C34878D82A}">
                    <a16:rowId xmlns:a16="http://schemas.microsoft.com/office/drawing/2014/main" val="2474653200"/>
                  </a:ext>
                </a:extLst>
              </a:tr>
              <a:tr h="316189">
                <a:tc>
                  <a:txBody>
                    <a:bodyPr/>
                    <a:lstStyle/>
                    <a:p>
                      <a:r>
                        <a:rPr lang="fr-FR" sz="1400" dirty="0"/>
                        <a:t>Deep Learning (</a:t>
                      </a:r>
                      <a:r>
                        <a:rPr lang="fr-FR" sz="1400" dirty="0" err="1"/>
                        <a:t>Keras</a:t>
                      </a:r>
                      <a:r>
                        <a:rPr lang="fr-FR" sz="1400" dirty="0"/>
                        <a:t> / </a:t>
                      </a:r>
                      <a:r>
                        <a:rPr lang="fr-FR" sz="1400" dirty="0" err="1"/>
                        <a:t>PyTorch</a:t>
                      </a:r>
                      <a:r>
                        <a:rPr lang="fr-FR" sz="1400" dirty="0"/>
                        <a:t>)</a:t>
                      </a:r>
                    </a:p>
                  </a:txBody>
                  <a:tcPr/>
                </a:tc>
                <a:tc>
                  <a:txBody>
                    <a:bodyPr/>
                    <a:lstStyle/>
                    <a:p>
                      <a:r>
                        <a:rPr lang="fr-FR" sz="1400" b="1" dirty="0"/>
                        <a:t>Écartée à ce stade</a:t>
                      </a:r>
                      <a:r>
                        <a:rPr lang="fr-FR" sz="1400" dirty="0"/>
                        <a:t> : coût et complexité disproportionnés pour 2 500 lignes</a:t>
                      </a:r>
                    </a:p>
                  </a:txBody>
                  <a:tcPr/>
                </a:tc>
                <a:extLst>
                  <a:ext uri="{0D108BD9-81ED-4DB2-BD59-A6C34878D82A}">
                    <a16:rowId xmlns:a16="http://schemas.microsoft.com/office/drawing/2014/main" val="1157046523"/>
                  </a:ext>
                </a:extLst>
              </a:tr>
              <a:tr h="353443">
                <a:tc>
                  <a:txBody>
                    <a:bodyPr/>
                    <a:lstStyle/>
                    <a:p>
                      <a:r>
                        <a:rPr lang="fr-FR" sz="1400" dirty="0"/>
                        <a:t>SLM local (</a:t>
                      </a:r>
                      <a:r>
                        <a:rPr lang="fr-FR" sz="1400" dirty="0" err="1"/>
                        <a:t>Ollama</a:t>
                      </a:r>
                      <a:r>
                        <a:rPr lang="fr-FR" sz="1400" dirty="0"/>
                        <a:t>, modèles ≤ 7B)</a:t>
                      </a:r>
                    </a:p>
                  </a:txBody>
                  <a:tcPr/>
                </a:tc>
                <a:tc>
                  <a:txBody>
                    <a:bodyPr/>
                    <a:lstStyle/>
                    <a:p>
                      <a:r>
                        <a:rPr lang="fr-FR" sz="1400" b="1" dirty="0"/>
                        <a:t>Écartée</a:t>
                      </a:r>
                      <a:r>
                        <a:rPr lang="fr-FR" sz="1400" dirty="0"/>
                        <a:t> : utile pour de la génération, pas pour de classification structurée</a:t>
                      </a:r>
                    </a:p>
                  </a:txBody>
                  <a:tcPr/>
                </a:tc>
                <a:extLst>
                  <a:ext uri="{0D108BD9-81ED-4DB2-BD59-A6C34878D82A}">
                    <a16:rowId xmlns:a16="http://schemas.microsoft.com/office/drawing/2014/main" val="2890032870"/>
                  </a:ext>
                </a:extLst>
              </a:tr>
              <a:tr h="324301">
                <a:tc>
                  <a:txBody>
                    <a:bodyPr/>
                    <a:lstStyle/>
                    <a:p>
                      <a:r>
                        <a:rPr lang="fr-FR" sz="1400" dirty="0"/>
                        <a:t>LLM API + RAG</a:t>
                      </a:r>
                    </a:p>
                  </a:txBody>
                  <a:tcPr/>
                </a:tc>
                <a:tc>
                  <a:txBody>
                    <a:bodyPr/>
                    <a:lstStyle/>
                    <a:p>
                      <a:r>
                        <a:rPr lang="fr-FR" sz="1400" b="1" dirty="0"/>
                        <a:t>Écartée</a:t>
                      </a:r>
                      <a:r>
                        <a:rPr lang="fr-FR" sz="1400" dirty="0"/>
                        <a:t> : Non adapté au besoin principal</a:t>
                      </a:r>
                    </a:p>
                  </a:txBody>
                  <a:tcPr/>
                </a:tc>
                <a:extLst>
                  <a:ext uri="{0D108BD9-81ED-4DB2-BD59-A6C34878D82A}">
                    <a16:rowId xmlns:a16="http://schemas.microsoft.com/office/drawing/2014/main" val="1689679496"/>
                  </a:ext>
                </a:extLst>
              </a:tr>
              <a:tr h="493852">
                <a:tc>
                  <a:txBody>
                    <a:bodyPr/>
                    <a:lstStyle/>
                    <a:p>
                      <a:r>
                        <a:rPr lang="fr-FR" sz="1400" dirty="0"/>
                        <a:t>Architecture agentique (multi-LLM, </a:t>
                      </a:r>
                      <a:r>
                        <a:rPr lang="fr-FR" sz="1400" dirty="0" err="1"/>
                        <a:t>tools</a:t>
                      </a:r>
                      <a:r>
                        <a:rPr lang="fr-FR" sz="1400" dirty="0"/>
                        <a:t>)</a:t>
                      </a:r>
                    </a:p>
                  </a:txBody>
                  <a:tcPr/>
                </a:tc>
                <a:tc>
                  <a:txBody>
                    <a:bodyPr/>
                    <a:lstStyle/>
                    <a:p>
                      <a:r>
                        <a:rPr lang="fr-FR" sz="1400" b="1" dirty="0"/>
                        <a:t>Écartée</a:t>
                      </a:r>
                      <a:r>
                        <a:rPr lang="fr-FR" sz="1400" dirty="0"/>
                        <a:t> : complexité opérationnelle importante et valeur ajoutée limitée pour ce cas d’usage</a:t>
                      </a:r>
                    </a:p>
                  </a:txBody>
                  <a:tcPr/>
                </a:tc>
                <a:extLst>
                  <a:ext uri="{0D108BD9-81ED-4DB2-BD59-A6C34878D82A}">
                    <a16:rowId xmlns:a16="http://schemas.microsoft.com/office/drawing/2014/main" val="1938114170"/>
                  </a:ext>
                </a:extLst>
              </a:tr>
            </a:tbl>
          </a:graphicData>
        </a:graphic>
      </p:graphicFrame>
      <p:graphicFrame>
        <p:nvGraphicFramePr>
          <p:cNvPr id="16" name="Tableau 15">
            <a:extLst>
              <a:ext uri="{FF2B5EF4-FFF2-40B4-BE49-F238E27FC236}">
                <a16:creationId xmlns:a16="http://schemas.microsoft.com/office/drawing/2014/main" id="{515E077B-BE67-39AB-B81D-84A1E2E41E88}"/>
              </a:ext>
            </a:extLst>
          </p:cNvPr>
          <p:cNvGraphicFramePr>
            <a:graphicFrameLocks noGrp="1"/>
          </p:cNvGraphicFramePr>
          <p:nvPr>
            <p:extLst>
              <p:ext uri="{D42A27DB-BD31-4B8C-83A1-F6EECF244321}">
                <p14:modId xmlns:p14="http://schemas.microsoft.com/office/powerpoint/2010/main" val="2685396335"/>
              </p:ext>
            </p:extLst>
          </p:nvPr>
        </p:nvGraphicFramePr>
        <p:xfrm>
          <a:off x="213031" y="4293810"/>
          <a:ext cx="11733160" cy="1854200"/>
        </p:xfrm>
        <a:graphic>
          <a:graphicData uri="http://schemas.openxmlformats.org/drawingml/2006/table">
            <a:tbl>
              <a:tblPr firstRow="1" bandRow="1">
                <a:tableStyleId>{5C22544A-7EE6-4342-B048-85BDC9FD1C3A}</a:tableStyleId>
              </a:tblPr>
              <a:tblGrid>
                <a:gridCol w="2294195">
                  <a:extLst>
                    <a:ext uri="{9D8B030D-6E8A-4147-A177-3AD203B41FA5}">
                      <a16:colId xmlns:a16="http://schemas.microsoft.com/office/drawing/2014/main" val="1117113887"/>
                    </a:ext>
                  </a:extLst>
                </a:gridCol>
                <a:gridCol w="5191432">
                  <a:extLst>
                    <a:ext uri="{9D8B030D-6E8A-4147-A177-3AD203B41FA5}">
                      <a16:colId xmlns:a16="http://schemas.microsoft.com/office/drawing/2014/main" val="1226669"/>
                    </a:ext>
                  </a:extLst>
                </a:gridCol>
                <a:gridCol w="2969342">
                  <a:extLst>
                    <a:ext uri="{9D8B030D-6E8A-4147-A177-3AD203B41FA5}">
                      <a16:colId xmlns:a16="http://schemas.microsoft.com/office/drawing/2014/main" val="1758005592"/>
                    </a:ext>
                  </a:extLst>
                </a:gridCol>
                <a:gridCol w="1278191">
                  <a:extLst>
                    <a:ext uri="{9D8B030D-6E8A-4147-A177-3AD203B41FA5}">
                      <a16:colId xmlns:a16="http://schemas.microsoft.com/office/drawing/2014/main" val="4053704830"/>
                    </a:ext>
                  </a:extLst>
                </a:gridCol>
              </a:tblGrid>
              <a:tr h="370840">
                <a:tc>
                  <a:txBody>
                    <a:bodyPr/>
                    <a:lstStyle/>
                    <a:p>
                      <a:r>
                        <a:rPr lang="fr-FR" sz="1400" dirty="0"/>
                        <a:t>Modèle</a:t>
                      </a:r>
                    </a:p>
                  </a:txBody>
                  <a:tcPr/>
                </a:tc>
                <a:tc>
                  <a:txBody>
                    <a:bodyPr/>
                    <a:lstStyle/>
                    <a:p>
                      <a:r>
                        <a:rPr lang="fr-FR" sz="1400" dirty="0"/>
                        <a:t>Justification</a:t>
                      </a:r>
                    </a:p>
                  </a:txBody>
                  <a:tcPr/>
                </a:tc>
                <a:tc>
                  <a:txBody>
                    <a:bodyPr/>
                    <a:lstStyle/>
                    <a:p>
                      <a:r>
                        <a:rPr lang="fr-FR" sz="1400" dirty="0"/>
                        <a:t>Coût : entrainement / inférence</a:t>
                      </a:r>
                    </a:p>
                  </a:txBody>
                  <a:tcPr/>
                </a:tc>
                <a:tc>
                  <a:txBody>
                    <a:bodyPr/>
                    <a:lstStyle/>
                    <a:p>
                      <a:r>
                        <a:rPr lang="fr-FR" sz="1400" dirty="0"/>
                        <a:t>Explicabilité</a:t>
                      </a:r>
                    </a:p>
                  </a:txBody>
                  <a:tcPr/>
                </a:tc>
                <a:extLst>
                  <a:ext uri="{0D108BD9-81ED-4DB2-BD59-A6C34878D82A}">
                    <a16:rowId xmlns:a16="http://schemas.microsoft.com/office/drawing/2014/main" val="222397823"/>
                  </a:ext>
                </a:extLst>
              </a:tr>
              <a:tr h="370840">
                <a:tc>
                  <a:txBody>
                    <a:bodyPr/>
                    <a:lstStyle/>
                    <a:p>
                      <a:r>
                        <a:rPr lang="fr-FR" sz="1400" b="0" kern="1200" dirty="0" err="1">
                          <a:solidFill>
                            <a:schemeClr val="tx1"/>
                          </a:solidFill>
                          <a:effectLst/>
                          <a:latin typeface="Biennale" panose="00000500000000000000" pitchFamily="2" charset="0"/>
                          <a:ea typeface="+mn-ea"/>
                          <a:cs typeface="+mn-cs"/>
                        </a:rPr>
                        <a:t>LogisticRegression</a:t>
                      </a:r>
                      <a:endParaRPr lang="fr-FR" sz="1400" dirty="0"/>
                    </a:p>
                  </a:txBody>
                  <a:tcPr/>
                </a:tc>
                <a:tc>
                  <a:txBody>
                    <a:bodyPr/>
                    <a:lstStyle/>
                    <a:p>
                      <a:r>
                        <a:rPr lang="fr-FR" sz="1400" dirty="0"/>
                        <a:t>Baseline robuste, rapide et stable</a:t>
                      </a:r>
                    </a:p>
                  </a:txBody>
                  <a:tcPr/>
                </a:tc>
                <a:tc>
                  <a:txBody>
                    <a:bodyPr/>
                    <a:lstStyle/>
                    <a:p>
                      <a:r>
                        <a:rPr lang="fr-FR" sz="1400" b="0" kern="1200" dirty="0">
                          <a:solidFill>
                            <a:schemeClr val="tx1"/>
                          </a:solidFill>
                          <a:effectLst/>
                          <a:latin typeface="Biennale" panose="00000500000000000000" pitchFamily="2" charset="0"/>
                          <a:ea typeface="+mn-ea"/>
                          <a:cs typeface="+mn-cs"/>
                        </a:rPr>
                        <a:t>faible / faible</a:t>
                      </a:r>
                      <a:endParaRPr lang="fr-FR" sz="1400" dirty="0"/>
                    </a:p>
                  </a:txBody>
                  <a:tcPr/>
                </a:tc>
                <a:tc>
                  <a:txBody>
                    <a:bodyPr/>
                    <a:lstStyle/>
                    <a:p>
                      <a:r>
                        <a:rPr lang="fr-FR" sz="1400" b="0" kern="1200" dirty="0">
                          <a:solidFill>
                            <a:schemeClr val="tx1"/>
                          </a:solidFill>
                          <a:effectLst/>
                          <a:latin typeface="Biennale" panose="00000500000000000000" pitchFamily="2" charset="0"/>
                          <a:ea typeface="+mn-ea"/>
                          <a:cs typeface="+mn-cs"/>
                        </a:rPr>
                        <a:t>élevée</a:t>
                      </a:r>
                      <a:endParaRPr lang="fr-FR" sz="1400" dirty="0"/>
                    </a:p>
                  </a:txBody>
                  <a:tcPr/>
                </a:tc>
                <a:extLst>
                  <a:ext uri="{0D108BD9-81ED-4DB2-BD59-A6C34878D82A}">
                    <a16:rowId xmlns:a16="http://schemas.microsoft.com/office/drawing/2014/main" val="1712405326"/>
                  </a:ext>
                </a:extLst>
              </a:tr>
              <a:tr h="370840">
                <a:tc>
                  <a:txBody>
                    <a:bodyPr/>
                    <a:lstStyle/>
                    <a:p>
                      <a:r>
                        <a:rPr lang="fr-FR" sz="1400" b="0" kern="1200" dirty="0" err="1">
                          <a:solidFill>
                            <a:schemeClr val="tx1"/>
                          </a:solidFill>
                          <a:effectLst/>
                          <a:latin typeface="Biennale" panose="00000500000000000000" pitchFamily="2" charset="0"/>
                          <a:ea typeface="+mn-ea"/>
                          <a:cs typeface="+mn-cs"/>
                        </a:rPr>
                        <a:t>XGBoost</a:t>
                      </a:r>
                      <a:r>
                        <a:rPr lang="fr-FR" sz="1400" b="0" kern="1200" dirty="0">
                          <a:solidFill>
                            <a:schemeClr val="tx1"/>
                          </a:solidFill>
                          <a:effectLst/>
                          <a:latin typeface="Biennale" panose="00000500000000000000" pitchFamily="2" charset="0"/>
                          <a:ea typeface="+mn-ea"/>
                          <a:cs typeface="+mn-cs"/>
                        </a:rPr>
                        <a:t> Classifier </a:t>
                      </a:r>
                      <a:endParaRPr lang="fr-FR" sz="1400" dirty="0"/>
                    </a:p>
                  </a:txBody>
                  <a:tcPr/>
                </a:tc>
                <a:tc>
                  <a:txBody>
                    <a:bodyPr/>
                    <a:lstStyle/>
                    <a:p>
                      <a:r>
                        <a:rPr lang="fr-FR" sz="1400" b="0" kern="1200" dirty="0">
                          <a:solidFill>
                            <a:schemeClr val="tx1"/>
                          </a:solidFill>
                          <a:effectLst/>
                          <a:latin typeface="Biennale" panose="00000500000000000000" pitchFamily="2" charset="0"/>
                          <a:ea typeface="+mn-ea"/>
                          <a:cs typeface="+mn-cs"/>
                        </a:rPr>
                        <a:t>Très bon compromis attendu sur tabulaire </a:t>
                      </a:r>
                      <a:endParaRPr lang="fr-FR" sz="1400" dirty="0"/>
                    </a:p>
                  </a:txBody>
                  <a:tcPr/>
                </a:tc>
                <a:tc>
                  <a:txBody>
                    <a:bodyPr/>
                    <a:lstStyle/>
                    <a:p>
                      <a:r>
                        <a:rPr lang="fr-FR" sz="1400" b="0" kern="1200" dirty="0">
                          <a:solidFill>
                            <a:schemeClr val="tx1"/>
                          </a:solidFill>
                          <a:effectLst/>
                          <a:latin typeface="Biennale" panose="00000500000000000000" pitchFamily="2" charset="0"/>
                          <a:ea typeface="+mn-ea"/>
                          <a:cs typeface="+mn-cs"/>
                        </a:rPr>
                        <a:t>moyen à élevé / moyen</a:t>
                      </a:r>
                      <a:endParaRPr lang="fr-FR" sz="1400" dirty="0"/>
                    </a:p>
                  </a:txBody>
                  <a:tcPr/>
                </a:tc>
                <a:tc>
                  <a:txBody>
                    <a:bodyPr/>
                    <a:lstStyle/>
                    <a:p>
                      <a:r>
                        <a:rPr lang="fr-FR" sz="1400" b="0" kern="1200" dirty="0">
                          <a:solidFill>
                            <a:schemeClr val="tx1"/>
                          </a:solidFill>
                          <a:effectLst/>
                          <a:latin typeface="Biennale" panose="00000500000000000000" pitchFamily="2" charset="0"/>
                          <a:ea typeface="+mn-ea"/>
                          <a:cs typeface="+mn-cs"/>
                        </a:rPr>
                        <a:t>moyenne</a:t>
                      </a:r>
                      <a:endParaRPr lang="fr-FR" sz="1400" dirty="0"/>
                    </a:p>
                  </a:txBody>
                  <a:tcPr/>
                </a:tc>
                <a:extLst>
                  <a:ext uri="{0D108BD9-81ED-4DB2-BD59-A6C34878D82A}">
                    <a16:rowId xmlns:a16="http://schemas.microsoft.com/office/drawing/2014/main" val="1961817456"/>
                  </a:ext>
                </a:extLst>
              </a:tr>
              <a:tr h="370840">
                <a:tc>
                  <a:txBody>
                    <a:bodyPr/>
                    <a:lstStyle/>
                    <a:p>
                      <a:r>
                        <a:rPr lang="fr-FR" sz="1400" b="0" kern="1200" dirty="0" err="1">
                          <a:solidFill>
                            <a:schemeClr val="tx1"/>
                          </a:solidFill>
                          <a:effectLst/>
                          <a:latin typeface="Biennale" panose="00000500000000000000" pitchFamily="2" charset="0"/>
                          <a:ea typeface="+mn-ea"/>
                          <a:cs typeface="+mn-cs"/>
                        </a:rPr>
                        <a:t>LightGBM</a:t>
                      </a:r>
                      <a:r>
                        <a:rPr lang="fr-FR" sz="1400" b="0" kern="1200" dirty="0">
                          <a:solidFill>
                            <a:schemeClr val="tx1"/>
                          </a:solidFill>
                          <a:effectLst/>
                          <a:latin typeface="Biennale" panose="00000500000000000000" pitchFamily="2" charset="0"/>
                          <a:ea typeface="+mn-ea"/>
                          <a:cs typeface="+mn-cs"/>
                        </a:rPr>
                        <a:t> Classifier </a:t>
                      </a:r>
                      <a:endParaRPr lang="fr-FR" sz="1400" dirty="0"/>
                    </a:p>
                  </a:txBody>
                  <a:tcPr/>
                </a:tc>
                <a:tc>
                  <a:txBody>
                    <a:bodyPr/>
                    <a:lstStyle/>
                    <a:p>
                      <a:r>
                        <a:rPr lang="fr-FR" sz="1400" b="0" kern="1200" dirty="0">
                          <a:solidFill>
                            <a:schemeClr val="tx1"/>
                          </a:solidFill>
                          <a:effectLst/>
                          <a:latin typeface="Biennale" panose="00000500000000000000" pitchFamily="2" charset="0"/>
                          <a:ea typeface="+mn-ea"/>
                          <a:cs typeface="+mn-cs"/>
                        </a:rPr>
                        <a:t>Adaptée aux </a:t>
                      </a:r>
                      <a:r>
                        <a:rPr lang="fr-FR" sz="1400" b="0" kern="1200" dirty="0" err="1">
                          <a:solidFill>
                            <a:schemeClr val="tx1"/>
                          </a:solidFill>
                          <a:effectLst/>
                          <a:latin typeface="Biennale" panose="00000500000000000000" pitchFamily="2" charset="0"/>
                          <a:ea typeface="+mn-ea"/>
                          <a:cs typeface="+mn-cs"/>
                        </a:rPr>
                        <a:t>features</a:t>
                      </a:r>
                      <a:r>
                        <a:rPr lang="fr-FR" sz="1400" b="0" kern="1200" dirty="0">
                          <a:solidFill>
                            <a:schemeClr val="tx1"/>
                          </a:solidFill>
                          <a:effectLst/>
                          <a:latin typeface="Biennale" panose="00000500000000000000" pitchFamily="2" charset="0"/>
                          <a:ea typeface="+mn-ea"/>
                          <a:cs typeface="+mn-cs"/>
                        </a:rPr>
                        <a:t> encodées en grande dimension </a:t>
                      </a:r>
                      <a:endParaRPr lang="fr-FR" sz="1400" dirty="0"/>
                    </a:p>
                  </a:txBody>
                  <a:tcPr/>
                </a:tc>
                <a:tc>
                  <a:txBody>
                    <a:bodyPr/>
                    <a:lstStyle/>
                    <a:p>
                      <a:r>
                        <a:rPr lang="fr-FR" sz="1400" b="0" kern="1200" dirty="0">
                          <a:solidFill>
                            <a:schemeClr val="tx1"/>
                          </a:solidFill>
                          <a:effectLst/>
                          <a:latin typeface="Biennale" panose="00000500000000000000" pitchFamily="2" charset="0"/>
                          <a:ea typeface="+mn-ea"/>
                          <a:cs typeface="+mn-cs"/>
                        </a:rPr>
                        <a:t>moyen / faible à moyen</a:t>
                      </a:r>
                      <a:endParaRPr lang="fr-FR" sz="1400" dirty="0"/>
                    </a:p>
                  </a:txBody>
                  <a:tcPr/>
                </a:tc>
                <a:tc>
                  <a:txBody>
                    <a:bodyPr/>
                    <a:lstStyle/>
                    <a:p>
                      <a:r>
                        <a:rPr lang="fr-FR" sz="1400" b="0" kern="1200" dirty="0">
                          <a:solidFill>
                            <a:schemeClr val="tx1"/>
                          </a:solidFill>
                          <a:effectLst/>
                          <a:latin typeface="Biennale" panose="00000500000000000000" pitchFamily="2" charset="0"/>
                          <a:ea typeface="+mn-ea"/>
                          <a:cs typeface="+mn-cs"/>
                        </a:rPr>
                        <a:t>moyenne</a:t>
                      </a:r>
                      <a:endParaRPr lang="fr-FR" sz="1400" dirty="0"/>
                    </a:p>
                  </a:txBody>
                  <a:tcPr/>
                </a:tc>
                <a:extLst>
                  <a:ext uri="{0D108BD9-81ED-4DB2-BD59-A6C34878D82A}">
                    <a16:rowId xmlns:a16="http://schemas.microsoft.com/office/drawing/2014/main" val="3181794656"/>
                  </a:ext>
                </a:extLst>
              </a:tr>
              <a:tr h="370840">
                <a:tc>
                  <a:txBody>
                    <a:bodyPr/>
                    <a:lstStyle/>
                    <a:p>
                      <a:r>
                        <a:rPr lang="fr-FR" sz="1400" b="0" kern="1200" dirty="0" err="1">
                          <a:solidFill>
                            <a:schemeClr val="tx1"/>
                          </a:solidFill>
                          <a:effectLst/>
                          <a:latin typeface="Biennale" panose="00000500000000000000" pitchFamily="2" charset="0"/>
                          <a:ea typeface="+mn-ea"/>
                          <a:cs typeface="+mn-cs"/>
                        </a:rPr>
                        <a:t>RandomForestClassifier</a:t>
                      </a:r>
                      <a:endParaRPr lang="fr-FR" sz="1400" dirty="0"/>
                    </a:p>
                  </a:txBody>
                  <a:tcPr/>
                </a:tc>
                <a:tc>
                  <a:txBody>
                    <a:bodyPr/>
                    <a:lstStyle/>
                    <a:p>
                      <a:r>
                        <a:rPr lang="fr-FR" sz="1400" b="0" kern="1200" dirty="0">
                          <a:solidFill>
                            <a:schemeClr val="tx1"/>
                          </a:solidFill>
                          <a:effectLst/>
                          <a:latin typeface="Biennale" panose="00000500000000000000" pitchFamily="2" charset="0"/>
                          <a:ea typeface="+mn-ea"/>
                          <a:cs typeface="+mn-cs"/>
                        </a:rPr>
                        <a:t>Bon point de comparaison face aux méthodes de </a:t>
                      </a:r>
                      <a:r>
                        <a:rPr lang="fr-FR" sz="1400" b="0" kern="1200" dirty="0" err="1">
                          <a:solidFill>
                            <a:schemeClr val="tx1"/>
                          </a:solidFill>
                          <a:effectLst/>
                          <a:latin typeface="Biennale" panose="00000500000000000000" pitchFamily="2" charset="0"/>
                          <a:ea typeface="+mn-ea"/>
                          <a:cs typeface="+mn-cs"/>
                        </a:rPr>
                        <a:t>boosting</a:t>
                      </a:r>
                      <a:r>
                        <a:rPr lang="fr-FR" sz="1400" b="0" kern="1200" dirty="0">
                          <a:solidFill>
                            <a:schemeClr val="tx1"/>
                          </a:solidFill>
                          <a:effectLst/>
                          <a:latin typeface="Biennale" panose="00000500000000000000" pitchFamily="2" charset="0"/>
                          <a:ea typeface="+mn-ea"/>
                          <a:cs typeface="+mn-cs"/>
                        </a:rPr>
                        <a:t> </a:t>
                      </a:r>
                      <a:endParaRPr lang="fr-FR" sz="1400" dirty="0"/>
                    </a:p>
                  </a:txBody>
                  <a:tcPr/>
                </a:tc>
                <a:tc>
                  <a:txBody>
                    <a:bodyPr/>
                    <a:lstStyle/>
                    <a:p>
                      <a:r>
                        <a:rPr lang="fr-FR" sz="1400" b="0" kern="1200" dirty="0">
                          <a:solidFill>
                            <a:schemeClr val="tx1"/>
                          </a:solidFill>
                          <a:effectLst/>
                          <a:latin typeface="Biennale" panose="00000500000000000000" pitchFamily="2" charset="0"/>
                          <a:ea typeface="+mn-ea"/>
                          <a:cs typeface="+mn-cs"/>
                        </a:rPr>
                        <a:t>moyen / faible </a:t>
                      </a:r>
                      <a:endParaRPr lang="fr-FR" sz="1400" dirty="0"/>
                    </a:p>
                  </a:txBody>
                  <a:tcPr/>
                </a:tc>
                <a:tc>
                  <a:txBody>
                    <a:bodyPr/>
                    <a:lstStyle/>
                    <a:p>
                      <a:r>
                        <a:rPr lang="fr-FR" sz="1400" b="0" kern="1200" dirty="0">
                          <a:solidFill>
                            <a:schemeClr val="tx1"/>
                          </a:solidFill>
                          <a:effectLst/>
                          <a:latin typeface="Biennale" panose="00000500000000000000" pitchFamily="2" charset="0"/>
                          <a:ea typeface="+mn-ea"/>
                          <a:cs typeface="+mn-cs"/>
                        </a:rPr>
                        <a:t>moyenne</a:t>
                      </a:r>
                      <a:endParaRPr lang="fr-FR" sz="1400" dirty="0"/>
                    </a:p>
                  </a:txBody>
                  <a:tcPr/>
                </a:tc>
                <a:extLst>
                  <a:ext uri="{0D108BD9-81ED-4DB2-BD59-A6C34878D82A}">
                    <a16:rowId xmlns:a16="http://schemas.microsoft.com/office/drawing/2014/main" val="364068438"/>
                  </a:ext>
                </a:extLst>
              </a:tr>
            </a:tbl>
          </a:graphicData>
        </a:graphic>
      </p:graphicFrame>
    </p:spTree>
    <p:extLst>
      <p:ext uri="{BB962C8B-B14F-4D97-AF65-F5344CB8AC3E}">
        <p14:creationId xmlns:p14="http://schemas.microsoft.com/office/powerpoint/2010/main" val="2566334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F409E0-AF8E-5F1E-72CB-02FA03CA1C30}"/>
              </a:ext>
            </a:extLst>
          </p:cNvPr>
          <p:cNvSpPr>
            <a:spLocks noGrp="1"/>
          </p:cNvSpPr>
          <p:nvPr>
            <p:ph type="title"/>
          </p:nvPr>
        </p:nvSpPr>
        <p:spPr/>
        <p:txBody>
          <a:bodyPr/>
          <a:lstStyle/>
          <a:p>
            <a:r>
              <a:rPr lang="fr-FR" dirty="0"/>
              <a:t>Modélisation &amp; entrainement - </a:t>
            </a:r>
            <a:r>
              <a:rPr lang="fr-FR" b="1" dirty="0"/>
              <a:t>Métriques retenues &amp; justification</a:t>
            </a:r>
            <a:br>
              <a:rPr lang="fr-FR" dirty="0"/>
            </a:br>
            <a:endParaRPr lang="fr-FR" dirty="0"/>
          </a:p>
        </p:txBody>
      </p:sp>
      <p:sp>
        <p:nvSpPr>
          <p:cNvPr id="3" name="Espace réservé du texte 2">
            <a:extLst>
              <a:ext uri="{FF2B5EF4-FFF2-40B4-BE49-F238E27FC236}">
                <a16:creationId xmlns:a16="http://schemas.microsoft.com/office/drawing/2014/main" id="{014021CA-16BD-C15D-CF77-A9505D3D3B19}"/>
              </a:ext>
            </a:extLst>
          </p:cNvPr>
          <p:cNvSpPr>
            <a:spLocks noGrp="1"/>
          </p:cNvSpPr>
          <p:nvPr>
            <p:ph type="body" sz="quarter" idx="10"/>
          </p:nvPr>
        </p:nvSpPr>
        <p:spPr/>
        <p:txBody>
          <a:bodyPr/>
          <a:lstStyle/>
          <a:p>
            <a:r>
              <a:rPr lang="fr-FR" b="1" dirty="0"/>
              <a:t>Quels indicateurs choisir pour évaluer le modèle et pourquoi sont-ils adaptés à notre objectif métier ? </a:t>
            </a:r>
            <a:endParaRPr lang="fr-FR" dirty="0"/>
          </a:p>
        </p:txBody>
      </p:sp>
      <p:sp>
        <p:nvSpPr>
          <p:cNvPr id="4" name="Espace réservé du numéro de diapositive 3">
            <a:extLst>
              <a:ext uri="{FF2B5EF4-FFF2-40B4-BE49-F238E27FC236}">
                <a16:creationId xmlns:a16="http://schemas.microsoft.com/office/drawing/2014/main" id="{59A1E2C5-0D63-B4E9-C414-0B560CCEDE42}"/>
              </a:ext>
            </a:extLst>
          </p:cNvPr>
          <p:cNvSpPr>
            <a:spLocks noGrp="1"/>
          </p:cNvSpPr>
          <p:nvPr>
            <p:ph type="sldNum" sz="quarter" idx="4"/>
          </p:nvPr>
        </p:nvSpPr>
        <p:spPr/>
        <p:txBody>
          <a:bodyPr/>
          <a:lstStyle/>
          <a:p>
            <a:fld id="{DAF489CC-3B7A-4DA5-A8C0-4984788D0EC5}" type="slidenum">
              <a:rPr lang="nl-NL" smtClean="0"/>
              <a:pPr/>
              <a:t>20</a:t>
            </a:fld>
            <a:endParaRPr lang="nl-NL" dirty="0"/>
          </a:p>
        </p:txBody>
      </p:sp>
      <p:pic>
        <p:nvPicPr>
          <p:cNvPr id="8" name="Image 7">
            <a:extLst>
              <a:ext uri="{FF2B5EF4-FFF2-40B4-BE49-F238E27FC236}">
                <a16:creationId xmlns:a16="http://schemas.microsoft.com/office/drawing/2014/main" id="{1DE5FFEF-9538-9F84-F9ED-9A1BB24A2CD6}"/>
              </a:ext>
            </a:extLst>
          </p:cNvPr>
          <p:cNvPicPr>
            <a:picLocks noChangeAspect="1"/>
          </p:cNvPicPr>
          <p:nvPr/>
        </p:nvPicPr>
        <p:blipFill>
          <a:blip r:embed="rId3"/>
          <a:stretch>
            <a:fillRect/>
          </a:stretch>
        </p:blipFill>
        <p:spPr>
          <a:xfrm>
            <a:off x="657523" y="1050952"/>
            <a:ext cx="10876953" cy="5238087"/>
          </a:xfrm>
          <a:prstGeom prst="rect">
            <a:avLst/>
          </a:prstGeom>
        </p:spPr>
      </p:pic>
    </p:spTree>
    <p:extLst>
      <p:ext uri="{BB962C8B-B14F-4D97-AF65-F5344CB8AC3E}">
        <p14:creationId xmlns:p14="http://schemas.microsoft.com/office/powerpoint/2010/main" val="3730255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FC1BA5-D1F7-2A17-8D64-C4E03DDDE800}"/>
              </a:ext>
            </a:extLst>
          </p:cNvPr>
          <p:cNvSpPr>
            <a:spLocks noGrp="1"/>
          </p:cNvSpPr>
          <p:nvPr>
            <p:ph type="title"/>
          </p:nvPr>
        </p:nvSpPr>
        <p:spPr/>
        <p:txBody>
          <a:bodyPr/>
          <a:lstStyle/>
          <a:p>
            <a:r>
              <a:rPr lang="fr-FR" dirty="0"/>
              <a:t>Modélisation &amp; entrainement – Validation croisée</a:t>
            </a:r>
          </a:p>
        </p:txBody>
      </p:sp>
      <p:sp>
        <p:nvSpPr>
          <p:cNvPr id="3" name="Espace réservé du texte 2">
            <a:extLst>
              <a:ext uri="{FF2B5EF4-FFF2-40B4-BE49-F238E27FC236}">
                <a16:creationId xmlns:a16="http://schemas.microsoft.com/office/drawing/2014/main" id="{D61960FD-540A-772A-F2C3-E529A8A137CD}"/>
              </a:ext>
            </a:extLst>
          </p:cNvPr>
          <p:cNvSpPr>
            <a:spLocks noGrp="1"/>
          </p:cNvSpPr>
          <p:nvPr>
            <p:ph type="body" sz="quarter" idx="10"/>
          </p:nvPr>
        </p:nvSpPr>
        <p:spPr/>
        <p:txBody>
          <a:bodyPr/>
          <a:lstStyle/>
          <a:p>
            <a:r>
              <a:rPr lang="fr-FR" b="1" dirty="0"/>
              <a:t>Quel modèle obtient les meilleurs résultats en validation croisée ?</a:t>
            </a:r>
            <a:endParaRPr lang="fr-FR" dirty="0"/>
          </a:p>
        </p:txBody>
      </p:sp>
      <p:sp>
        <p:nvSpPr>
          <p:cNvPr id="4" name="Espace réservé du numéro de diapositive 3">
            <a:extLst>
              <a:ext uri="{FF2B5EF4-FFF2-40B4-BE49-F238E27FC236}">
                <a16:creationId xmlns:a16="http://schemas.microsoft.com/office/drawing/2014/main" id="{82F32344-6552-03EC-60B9-7BEBFC02EC1E}"/>
              </a:ext>
            </a:extLst>
          </p:cNvPr>
          <p:cNvSpPr>
            <a:spLocks noGrp="1"/>
          </p:cNvSpPr>
          <p:nvPr>
            <p:ph type="sldNum" sz="quarter" idx="4"/>
          </p:nvPr>
        </p:nvSpPr>
        <p:spPr/>
        <p:txBody>
          <a:bodyPr/>
          <a:lstStyle/>
          <a:p>
            <a:fld id="{DAF489CC-3B7A-4DA5-A8C0-4984788D0EC5}" type="slidenum">
              <a:rPr lang="nl-NL" smtClean="0"/>
              <a:pPr/>
              <a:t>21</a:t>
            </a:fld>
            <a:endParaRPr lang="nl-NL" dirty="0"/>
          </a:p>
        </p:txBody>
      </p:sp>
      <p:pic>
        <p:nvPicPr>
          <p:cNvPr id="10" name="Image 9">
            <a:extLst>
              <a:ext uri="{FF2B5EF4-FFF2-40B4-BE49-F238E27FC236}">
                <a16:creationId xmlns:a16="http://schemas.microsoft.com/office/drawing/2014/main" id="{6FD07CA6-81D1-0F79-C06B-06719E10546D}"/>
              </a:ext>
            </a:extLst>
          </p:cNvPr>
          <p:cNvPicPr>
            <a:picLocks noChangeAspect="1"/>
          </p:cNvPicPr>
          <p:nvPr/>
        </p:nvPicPr>
        <p:blipFill>
          <a:blip r:embed="rId3"/>
          <a:stretch>
            <a:fillRect/>
          </a:stretch>
        </p:blipFill>
        <p:spPr>
          <a:xfrm>
            <a:off x="1425184" y="951401"/>
            <a:ext cx="3725156" cy="2691008"/>
          </a:xfrm>
          <a:prstGeom prst="rect">
            <a:avLst/>
          </a:prstGeom>
        </p:spPr>
      </p:pic>
      <p:pic>
        <p:nvPicPr>
          <p:cNvPr id="12" name="Image 11">
            <a:extLst>
              <a:ext uri="{FF2B5EF4-FFF2-40B4-BE49-F238E27FC236}">
                <a16:creationId xmlns:a16="http://schemas.microsoft.com/office/drawing/2014/main" id="{210D556E-F9EE-E9C6-64C1-234ECDAA8318}"/>
              </a:ext>
            </a:extLst>
          </p:cNvPr>
          <p:cNvPicPr>
            <a:picLocks noChangeAspect="1"/>
          </p:cNvPicPr>
          <p:nvPr/>
        </p:nvPicPr>
        <p:blipFill>
          <a:blip r:embed="rId4"/>
          <a:stretch>
            <a:fillRect/>
          </a:stretch>
        </p:blipFill>
        <p:spPr>
          <a:xfrm>
            <a:off x="6894954" y="982399"/>
            <a:ext cx="3732933" cy="2696626"/>
          </a:xfrm>
          <a:prstGeom prst="rect">
            <a:avLst/>
          </a:prstGeom>
        </p:spPr>
      </p:pic>
      <p:pic>
        <p:nvPicPr>
          <p:cNvPr id="14" name="Image 13">
            <a:extLst>
              <a:ext uri="{FF2B5EF4-FFF2-40B4-BE49-F238E27FC236}">
                <a16:creationId xmlns:a16="http://schemas.microsoft.com/office/drawing/2014/main" id="{B3CAB29E-466A-53BC-51A9-32F12E643C5A}"/>
              </a:ext>
            </a:extLst>
          </p:cNvPr>
          <p:cNvPicPr>
            <a:picLocks noChangeAspect="1"/>
          </p:cNvPicPr>
          <p:nvPr/>
        </p:nvPicPr>
        <p:blipFill>
          <a:blip r:embed="rId5"/>
          <a:stretch>
            <a:fillRect/>
          </a:stretch>
        </p:blipFill>
        <p:spPr>
          <a:xfrm>
            <a:off x="1382699" y="3586646"/>
            <a:ext cx="3810126" cy="2752390"/>
          </a:xfrm>
          <a:prstGeom prst="rect">
            <a:avLst/>
          </a:prstGeom>
        </p:spPr>
      </p:pic>
      <p:pic>
        <p:nvPicPr>
          <p:cNvPr id="16" name="Image 15">
            <a:extLst>
              <a:ext uri="{FF2B5EF4-FFF2-40B4-BE49-F238E27FC236}">
                <a16:creationId xmlns:a16="http://schemas.microsoft.com/office/drawing/2014/main" id="{68F10746-50A4-391E-4C23-5717F177F46A}"/>
              </a:ext>
            </a:extLst>
          </p:cNvPr>
          <p:cNvPicPr>
            <a:picLocks noChangeAspect="1"/>
          </p:cNvPicPr>
          <p:nvPr/>
        </p:nvPicPr>
        <p:blipFill>
          <a:blip r:embed="rId6"/>
          <a:stretch>
            <a:fillRect/>
          </a:stretch>
        </p:blipFill>
        <p:spPr>
          <a:xfrm>
            <a:off x="6894954" y="3642409"/>
            <a:ext cx="3732934" cy="2696627"/>
          </a:xfrm>
          <a:prstGeom prst="rect">
            <a:avLst/>
          </a:prstGeom>
        </p:spPr>
      </p:pic>
    </p:spTree>
    <p:extLst>
      <p:ext uri="{BB962C8B-B14F-4D97-AF65-F5344CB8AC3E}">
        <p14:creationId xmlns:p14="http://schemas.microsoft.com/office/powerpoint/2010/main" val="3813634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8">
            <a:extLst>
              <a:ext uri="{FF2B5EF4-FFF2-40B4-BE49-F238E27FC236}">
                <a16:creationId xmlns:a16="http://schemas.microsoft.com/office/drawing/2014/main" id="{56D9E292-47B6-C62A-BA33-B3039F1700C0}"/>
              </a:ext>
            </a:extLst>
          </p:cNvPr>
          <p:cNvSpPr>
            <a:spLocks noGrp="1"/>
          </p:cNvSpPr>
          <p:nvPr>
            <p:ph idx="12"/>
          </p:nvPr>
        </p:nvSpPr>
        <p:spPr/>
        <p:txBody>
          <a:bodyPr/>
          <a:lstStyle/>
          <a:p>
            <a:r>
              <a:rPr lang="fr-FR" dirty="0"/>
              <a:t>Hyperparamètres explorés : solver, C, </a:t>
            </a:r>
            <a:r>
              <a:rPr lang="fr-FR" dirty="0" err="1"/>
              <a:t>class_weight</a:t>
            </a:r>
            <a:r>
              <a:rPr lang="fr-FR" dirty="0"/>
              <a:t>, </a:t>
            </a:r>
            <a:r>
              <a:rPr lang="fr-FR" dirty="0" err="1"/>
              <a:t>max_iter</a:t>
            </a:r>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dirty="0"/>
              <a:t>Courbe d’apprentissage :</a:t>
            </a:r>
          </a:p>
          <a:p>
            <a:endParaRPr lang="fr-FR" dirty="0"/>
          </a:p>
          <a:p>
            <a:endParaRPr lang="fr-FR" dirty="0"/>
          </a:p>
        </p:txBody>
      </p:sp>
      <p:sp>
        <p:nvSpPr>
          <p:cNvPr id="2" name="Titre 1">
            <a:extLst>
              <a:ext uri="{FF2B5EF4-FFF2-40B4-BE49-F238E27FC236}">
                <a16:creationId xmlns:a16="http://schemas.microsoft.com/office/drawing/2014/main" id="{03614CD6-E8E4-38DB-FD74-94CD0063BD09}"/>
              </a:ext>
            </a:extLst>
          </p:cNvPr>
          <p:cNvSpPr>
            <a:spLocks noGrp="1"/>
          </p:cNvSpPr>
          <p:nvPr>
            <p:ph type="title"/>
          </p:nvPr>
        </p:nvSpPr>
        <p:spPr/>
        <p:txBody>
          <a:bodyPr/>
          <a:lstStyle/>
          <a:p>
            <a:r>
              <a:rPr lang="fr-FR" b="1" dirty="0"/>
              <a:t>Optimisation des hyperparamètres - </a:t>
            </a:r>
            <a:r>
              <a:rPr lang="fr-FR" b="1" dirty="0" err="1"/>
              <a:t>LogisticRegression</a:t>
            </a:r>
            <a:br>
              <a:rPr lang="fr-FR" dirty="0"/>
            </a:br>
            <a:endParaRPr lang="fr-FR" dirty="0"/>
          </a:p>
        </p:txBody>
      </p:sp>
      <p:sp>
        <p:nvSpPr>
          <p:cNvPr id="3" name="Espace réservé du texte 2">
            <a:extLst>
              <a:ext uri="{FF2B5EF4-FFF2-40B4-BE49-F238E27FC236}">
                <a16:creationId xmlns:a16="http://schemas.microsoft.com/office/drawing/2014/main" id="{67E8EC56-B985-D468-AA95-482483FDA538}"/>
              </a:ext>
            </a:extLst>
          </p:cNvPr>
          <p:cNvSpPr>
            <a:spLocks noGrp="1"/>
          </p:cNvSpPr>
          <p:nvPr>
            <p:ph type="body" sz="quarter" idx="10"/>
          </p:nvPr>
        </p:nvSpPr>
        <p:spPr/>
        <p:txBody>
          <a:bodyPr/>
          <a:lstStyle/>
          <a:p>
            <a:r>
              <a:rPr lang="fr-FR" b="1" dirty="0"/>
              <a:t>Comment optimiser les hyperparamètres pour améliorer les performances des modèles ?</a:t>
            </a:r>
            <a:endParaRPr lang="fr-FR" dirty="0"/>
          </a:p>
        </p:txBody>
      </p:sp>
      <p:sp>
        <p:nvSpPr>
          <p:cNvPr id="5" name="Espace réservé du contenu 4">
            <a:extLst>
              <a:ext uri="{FF2B5EF4-FFF2-40B4-BE49-F238E27FC236}">
                <a16:creationId xmlns:a16="http://schemas.microsoft.com/office/drawing/2014/main" id="{7AD8E305-EF64-A7C9-24F4-19A366516E5B}"/>
              </a:ext>
            </a:extLst>
          </p:cNvPr>
          <p:cNvSpPr>
            <a:spLocks noGrp="1"/>
          </p:cNvSpPr>
          <p:nvPr>
            <p:ph idx="13"/>
          </p:nvPr>
        </p:nvSpPr>
        <p:spPr/>
        <p:txBody>
          <a:bodyPr/>
          <a:lstStyle/>
          <a:p>
            <a:r>
              <a:rPr lang="fr-FR" dirty="0"/>
              <a:t>Paramètres retenus :</a:t>
            </a:r>
          </a:p>
          <a:p>
            <a:pPr marL="0" indent="0">
              <a:buNone/>
            </a:pPr>
            <a:r>
              <a:rPr lang="fr-FR" sz="1100" dirty="0"/>
              <a:t>solver="</a:t>
            </a:r>
            <a:r>
              <a:rPr lang="fr-FR" sz="1100" dirty="0" err="1"/>
              <a:t>lbfgs</a:t>
            </a:r>
            <a:r>
              <a:rPr lang="fr-FR" sz="1100" dirty="0"/>
              <a:t>",</a:t>
            </a:r>
          </a:p>
          <a:p>
            <a:pPr marL="0" indent="0">
              <a:buNone/>
            </a:pPr>
            <a:r>
              <a:rPr lang="fr-FR" sz="1100" dirty="0"/>
              <a:t>C=0.1,</a:t>
            </a:r>
          </a:p>
          <a:p>
            <a:pPr marL="0" indent="0">
              <a:buNone/>
            </a:pPr>
            <a:r>
              <a:rPr lang="fr-FR" sz="1100" dirty="0" err="1"/>
              <a:t>max_iter</a:t>
            </a:r>
            <a:r>
              <a:rPr lang="fr-FR" sz="1100" dirty="0"/>
              <a:t>=1000</a:t>
            </a:r>
          </a:p>
          <a:p>
            <a:pPr marL="0" indent="0">
              <a:buNone/>
            </a:pPr>
            <a:r>
              <a:rPr lang="fr-FR" sz="1100" dirty="0" err="1"/>
              <a:t>random_state</a:t>
            </a:r>
            <a:r>
              <a:rPr lang="fr-FR" sz="1100" dirty="0"/>
              <a:t>=RANDOM_STATE</a:t>
            </a:r>
          </a:p>
          <a:p>
            <a:pPr marL="0" indent="0">
              <a:buNone/>
            </a:pPr>
            <a:r>
              <a:rPr lang="fr-FR" sz="1100" dirty="0" err="1"/>
              <a:t>n_jobs</a:t>
            </a:r>
            <a:r>
              <a:rPr lang="fr-FR" sz="1100" dirty="0"/>
              <a:t>=-1,</a:t>
            </a:r>
          </a:p>
          <a:p>
            <a:pPr marL="0" indent="0">
              <a:buNone/>
            </a:pPr>
            <a:r>
              <a:rPr lang="fr-FR" sz="1100" dirty="0" err="1"/>
              <a:t>class_weights_lr</a:t>
            </a:r>
            <a:r>
              <a:rPr lang="fr-FR" sz="1100" dirty="0"/>
              <a:t> = {0: 1.0, 1: 1.0, 2: 3.0}</a:t>
            </a:r>
          </a:p>
          <a:p>
            <a:endParaRPr lang="fr-FR" dirty="0"/>
          </a:p>
          <a:p>
            <a:endParaRPr lang="fr-FR" dirty="0"/>
          </a:p>
          <a:p>
            <a:endParaRPr lang="fr-FR" dirty="0"/>
          </a:p>
          <a:p>
            <a:r>
              <a:rPr lang="fr-FR" dirty="0"/>
              <a:t>Filet de sécurité et revue humaine :</a:t>
            </a:r>
          </a:p>
        </p:txBody>
      </p:sp>
      <p:sp>
        <p:nvSpPr>
          <p:cNvPr id="6" name="Espace réservé du numéro de diapositive 5">
            <a:extLst>
              <a:ext uri="{FF2B5EF4-FFF2-40B4-BE49-F238E27FC236}">
                <a16:creationId xmlns:a16="http://schemas.microsoft.com/office/drawing/2014/main" id="{CF396843-5B7D-A66C-A614-E183B6083417}"/>
              </a:ext>
            </a:extLst>
          </p:cNvPr>
          <p:cNvSpPr>
            <a:spLocks noGrp="1"/>
          </p:cNvSpPr>
          <p:nvPr>
            <p:ph type="sldNum" sz="quarter" idx="4"/>
          </p:nvPr>
        </p:nvSpPr>
        <p:spPr/>
        <p:txBody>
          <a:bodyPr/>
          <a:lstStyle/>
          <a:p>
            <a:fld id="{DAF489CC-3B7A-4DA5-A8C0-4984788D0EC5}" type="slidenum">
              <a:rPr lang="nl-NL" smtClean="0"/>
              <a:pPr/>
              <a:t>22</a:t>
            </a:fld>
            <a:endParaRPr lang="nl-NL" dirty="0"/>
          </a:p>
        </p:txBody>
      </p:sp>
      <p:graphicFrame>
        <p:nvGraphicFramePr>
          <p:cNvPr id="8" name="Tableau 7">
            <a:extLst>
              <a:ext uri="{FF2B5EF4-FFF2-40B4-BE49-F238E27FC236}">
                <a16:creationId xmlns:a16="http://schemas.microsoft.com/office/drawing/2014/main" id="{90A34A19-5893-F107-7188-BED8968D4E6B}"/>
              </a:ext>
            </a:extLst>
          </p:cNvPr>
          <p:cNvGraphicFramePr>
            <a:graphicFrameLocks noGrp="1"/>
          </p:cNvGraphicFramePr>
          <p:nvPr>
            <p:extLst>
              <p:ext uri="{D42A27DB-BD31-4B8C-83A1-F6EECF244321}">
                <p14:modId xmlns:p14="http://schemas.microsoft.com/office/powerpoint/2010/main" val="3312326115"/>
              </p:ext>
            </p:extLst>
          </p:nvPr>
        </p:nvGraphicFramePr>
        <p:xfrm>
          <a:off x="6174657" y="4463521"/>
          <a:ext cx="5879691" cy="1782510"/>
        </p:xfrm>
        <a:graphic>
          <a:graphicData uri="http://schemas.openxmlformats.org/drawingml/2006/table">
            <a:tbl>
              <a:tblPr firstRow="1" bandRow="1">
                <a:tableStyleId>{5C22544A-7EE6-4342-B048-85BDC9FD1C3A}</a:tableStyleId>
              </a:tblPr>
              <a:tblGrid>
                <a:gridCol w="560440">
                  <a:extLst>
                    <a:ext uri="{9D8B030D-6E8A-4147-A177-3AD203B41FA5}">
                      <a16:colId xmlns:a16="http://schemas.microsoft.com/office/drawing/2014/main" val="3550099235"/>
                    </a:ext>
                  </a:extLst>
                </a:gridCol>
                <a:gridCol w="1533832">
                  <a:extLst>
                    <a:ext uri="{9D8B030D-6E8A-4147-A177-3AD203B41FA5}">
                      <a16:colId xmlns:a16="http://schemas.microsoft.com/office/drawing/2014/main" val="3219727024"/>
                    </a:ext>
                  </a:extLst>
                </a:gridCol>
                <a:gridCol w="1297858">
                  <a:extLst>
                    <a:ext uri="{9D8B030D-6E8A-4147-A177-3AD203B41FA5}">
                      <a16:colId xmlns:a16="http://schemas.microsoft.com/office/drawing/2014/main" val="974564142"/>
                    </a:ext>
                  </a:extLst>
                </a:gridCol>
                <a:gridCol w="2487561">
                  <a:extLst>
                    <a:ext uri="{9D8B030D-6E8A-4147-A177-3AD203B41FA5}">
                      <a16:colId xmlns:a16="http://schemas.microsoft.com/office/drawing/2014/main" val="2934046684"/>
                    </a:ext>
                  </a:extLst>
                </a:gridCol>
              </a:tblGrid>
              <a:tr h="242614">
                <a:tc>
                  <a:txBody>
                    <a:bodyPr/>
                    <a:lstStyle/>
                    <a:p>
                      <a:r>
                        <a:rPr lang="fr-FR" sz="1200" dirty="0"/>
                        <a:t>Seuil</a:t>
                      </a:r>
                    </a:p>
                  </a:txBody>
                  <a:tcPr/>
                </a:tc>
                <a:tc>
                  <a:txBody>
                    <a:bodyPr/>
                    <a:lstStyle/>
                    <a:p>
                      <a:r>
                        <a:rPr lang="fr-FR" sz="1200" dirty="0"/>
                        <a:t>Dossiers en revue</a:t>
                      </a:r>
                    </a:p>
                  </a:txBody>
                  <a:tcPr/>
                </a:tc>
                <a:tc>
                  <a:txBody>
                    <a:bodyPr/>
                    <a:lstStyle/>
                    <a:p>
                      <a:r>
                        <a:rPr lang="fr-FR" sz="1200" dirty="0"/>
                        <a:t>Erreur critique</a:t>
                      </a:r>
                    </a:p>
                  </a:txBody>
                  <a:tcPr/>
                </a:tc>
                <a:tc>
                  <a:txBody>
                    <a:bodyPr/>
                    <a:lstStyle/>
                    <a:p>
                      <a:r>
                        <a:rPr lang="fr-FR" sz="1200" dirty="0"/>
                        <a:t>Erreur critique en revue</a:t>
                      </a:r>
                    </a:p>
                  </a:txBody>
                  <a:tcPr/>
                </a:tc>
                <a:extLst>
                  <a:ext uri="{0D108BD9-81ED-4DB2-BD59-A6C34878D82A}">
                    <a16:rowId xmlns:a16="http://schemas.microsoft.com/office/drawing/2014/main" val="3606683890"/>
                  </a:ext>
                </a:extLst>
              </a:tr>
              <a:tr h="282927">
                <a:tc>
                  <a:txBody>
                    <a:bodyPr/>
                    <a:lstStyle/>
                    <a:p>
                      <a:r>
                        <a:rPr lang="fr-FR" sz="1200" dirty="0"/>
                        <a:t>0,2</a:t>
                      </a:r>
                    </a:p>
                  </a:txBody>
                  <a:tcPr/>
                </a:tc>
                <a:tc>
                  <a:txBody>
                    <a:bodyPr/>
                    <a:lstStyle/>
                    <a:p>
                      <a:r>
                        <a:rPr lang="fr-FR" sz="1200" dirty="0"/>
                        <a:t>202</a:t>
                      </a:r>
                    </a:p>
                  </a:txBody>
                  <a:tcPr/>
                </a:tc>
                <a:tc>
                  <a:txBody>
                    <a:bodyPr/>
                    <a:lstStyle/>
                    <a:p>
                      <a:r>
                        <a:rPr lang="fr-FR" sz="1200" dirty="0"/>
                        <a:t>9</a:t>
                      </a:r>
                    </a:p>
                  </a:txBody>
                  <a:tcPr/>
                </a:tc>
                <a:tc>
                  <a:txBody>
                    <a:bodyPr/>
                    <a:lstStyle/>
                    <a:p>
                      <a:r>
                        <a:rPr lang="fr-FR" sz="1200" dirty="0"/>
                        <a:t>7</a:t>
                      </a:r>
                    </a:p>
                  </a:txBody>
                  <a:tcPr/>
                </a:tc>
                <a:extLst>
                  <a:ext uri="{0D108BD9-81ED-4DB2-BD59-A6C34878D82A}">
                    <a16:rowId xmlns:a16="http://schemas.microsoft.com/office/drawing/2014/main" val="3111589112"/>
                  </a:ext>
                </a:extLst>
              </a:tr>
              <a:tr h="294967">
                <a:tc>
                  <a:txBody>
                    <a:bodyPr/>
                    <a:lstStyle/>
                    <a:p>
                      <a:r>
                        <a:rPr lang="fr-FR" sz="1200" dirty="0"/>
                        <a:t>0,25</a:t>
                      </a:r>
                    </a:p>
                  </a:txBody>
                  <a:tcPr/>
                </a:tc>
                <a:tc>
                  <a:txBody>
                    <a:bodyPr/>
                    <a:lstStyle/>
                    <a:p>
                      <a:r>
                        <a:rPr lang="fr-FR" sz="1200" dirty="0"/>
                        <a:t>200</a:t>
                      </a:r>
                    </a:p>
                  </a:txBody>
                  <a:tcPr/>
                </a:tc>
                <a:tc>
                  <a:txBody>
                    <a:bodyPr/>
                    <a:lstStyle/>
                    <a:p>
                      <a:r>
                        <a:rPr lang="fr-FR" sz="1200" dirty="0"/>
                        <a:t>9</a:t>
                      </a:r>
                    </a:p>
                  </a:txBody>
                  <a:tcPr/>
                </a:tc>
                <a:tc>
                  <a:txBody>
                    <a:bodyPr/>
                    <a:lstStyle/>
                    <a:p>
                      <a:r>
                        <a:rPr lang="fr-FR" sz="1200" dirty="0"/>
                        <a:t>7</a:t>
                      </a:r>
                    </a:p>
                  </a:txBody>
                  <a:tcPr/>
                </a:tc>
                <a:extLst>
                  <a:ext uri="{0D108BD9-81ED-4DB2-BD59-A6C34878D82A}">
                    <a16:rowId xmlns:a16="http://schemas.microsoft.com/office/drawing/2014/main" val="3844195452"/>
                  </a:ext>
                </a:extLst>
              </a:tr>
              <a:tr h="285136">
                <a:tc>
                  <a:txBody>
                    <a:bodyPr/>
                    <a:lstStyle/>
                    <a:p>
                      <a:r>
                        <a:rPr lang="fr-FR" sz="1200" dirty="0"/>
                        <a:t>0,30</a:t>
                      </a:r>
                    </a:p>
                  </a:txBody>
                  <a:tcPr/>
                </a:tc>
                <a:tc>
                  <a:txBody>
                    <a:bodyPr/>
                    <a:lstStyle/>
                    <a:p>
                      <a:r>
                        <a:rPr lang="fr-FR" sz="1200" dirty="0"/>
                        <a:t>199</a:t>
                      </a:r>
                    </a:p>
                  </a:txBody>
                  <a:tcPr/>
                </a:tc>
                <a:tc>
                  <a:txBody>
                    <a:bodyPr/>
                    <a:lstStyle/>
                    <a:p>
                      <a:r>
                        <a:rPr lang="fr-FR" sz="1200" dirty="0"/>
                        <a:t>9</a:t>
                      </a:r>
                    </a:p>
                  </a:txBody>
                  <a:tcPr/>
                </a:tc>
                <a:tc>
                  <a:txBody>
                    <a:bodyPr/>
                    <a:lstStyle/>
                    <a:p>
                      <a:r>
                        <a:rPr lang="fr-FR" sz="1200" dirty="0"/>
                        <a:t>7</a:t>
                      </a:r>
                    </a:p>
                  </a:txBody>
                  <a:tcPr/>
                </a:tc>
                <a:extLst>
                  <a:ext uri="{0D108BD9-81ED-4DB2-BD59-A6C34878D82A}">
                    <a16:rowId xmlns:a16="http://schemas.microsoft.com/office/drawing/2014/main" val="123128528"/>
                  </a:ext>
                </a:extLst>
              </a:tr>
              <a:tr h="265471">
                <a:tc>
                  <a:txBody>
                    <a:bodyPr/>
                    <a:lstStyle/>
                    <a:p>
                      <a:r>
                        <a:rPr lang="fr-FR" sz="1200" dirty="0"/>
                        <a:t>0,35</a:t>
                      </a:r>
                    </a:p>
                  </a:txBody>
                  <a:tcPr/>
                </a:tc>
                <a:tc>
                  <a:txBody>
                    <a:bodyPr/>
                    <a:lstStyle/>
                    <a:p>
                      <a:r>
                        <a:rPr lang="fr-FR" sz="1200" dirty="0"/>
                        <a:t>199</a:t>
                      </a:r>
                    </a:p>
                  </a:txBody>
                  <a:tcPr/>
                </a:tc>
                <a:tc>
                  <a:txBody>
                    <a:bodyPr/>
                    <a:lstStyle/>
                    <a:p>
                      <a:r>
                        <a:rPr lang="fr-FR" sz="1200" dirty="0"/>
                        <a:t>9</a:t>
                      </a:r>
                    </a:p>
                  </a:txBody>
                  <a:tcPr/>
                </a:tc>
                <a:tc>
                  <a:txBody>
                    <a:bodyPr/>
                    <a:lstStyle/>
                    <a:p>
                      <a:r>
                        <a:rPr lang="fr-FR" sz="1200" dirty="0"/>
                        <a:t>7</a:t>
                      </a:r>
                    </a:p>
                  </a:txBody>
                  <a:tcPr/>
                </a:tc>
                <a:extLst>
                  <a:ext uri="{0D108BD9-81ED-4DB2-BD59-A6C34878D82A}">
                    <a16:rowId xmlns:a16="http://schemas.microsoft.com/office/drawing/2014/main" val="3282710958"/>
                  </a:ext>
                </a:extLst>
              </a:tr>
              <a:tr h="370840">
                <a:tc>
                  <a:txBody>
                    <a:bodyPr/>
                    <a:lstStyle/>
                    <a:p>
                      <a:r>
                        <a:rPr lang="fr-FR" sz="1200" dirty="0"/>
                        <a:t>0,4</a:t>
                      </a:r>
                    </a:p>
                  </a:txBody>
                  <a:tcPr/>
                </a:tc>
                <a:tc>
                  <a:txBody>
                    <a:bodyPr/>
                    <a:lstStyle/>
                    <a:p>
                      <a:r>
                        <a:rPr lang="fr-FR" sz="1200" dirty="0"/>
                        <a:t>199</a:t>
                      </a:r>
                    </a:p>
                  </a:txBody>
                  <a:tcPr/>
                </a:tc>
                <a:tc>
                  <a:txBody>
                    <a:bodyPr/>
                    <a:lstStyle/>
                    <a:p>
                      <a:r>
                        <a:rPr lang="fr-FR" sz="1200" dirty="0"/>
                        <a:t>9</a:t>
                      </a:r>
                    </a:p>
                  </a:txBody>
                  <a:tcPr/>
                </a:tc>
                <a:tc>
                  <a:txBody>
                    <a:bodyPr/>
                    <a:lstStyle/>
                    <a:p>
                      <a:r>
                        <a:rPr lang="fr-FR" sz="1200" dirty="0"/>
                        <a:t>7</a:t>
                      </a:r>
                    </a:p>
                  </a:txBody>
                  <a:tcPr/>
                </a:tc>
                <a:extLst>
                  <a:ext uri="{0D108BD9-81ED-4DB2-BD59-A6C34878D82A}">
                    <a16:rowId xmlns:a16="http://schemas.microsoft.com/office/drawing/2014/main" val="1744838804"/>
                  </a:ext>
                </a:extLst>
              </a:tr>
            </a:tbl>
          </a:graphicData>
        </a:graphic>
      </p:graphicFrame>
      <p:pic>
        <p:nvPicPr>
          <p:cNvPr id="10" name="Image 9">
            <a:extLst>
              <a:ext uri="{FF2B5EF4-FFF2-40B4-BE49-F238E27FC236}">
                <a16:creationId xmlns:a16="http://schemas.microsoft.com/office/drawing/2014/main" id="{35A19B33-96A6-D106-4C17-275C327D3002}"/>
              </a:ext>
            </a:extLst>
          </p:cNvPr>
          <p:cNvPicPr>
            <a:picLocks noChangeAspect="1"/>
          </p:cNvPicPr>
          <p:nvPr/>
        </p:nvPicPr>
        <p:blipFill>
          <a:blip r:embed="rId3"/>
          <a:stretch>
            <a:fillRect/>
          </a:stretch>
        </p:blipFill>
        <p:spPr>
          <a:xfrm>
            <a:off x="1140028" y="1957039"/>
            <a:ext cx="3845335" cy="2943922"/>
          </a:xfrm>
          <a:prstGeom prst="rect">
            <a:avLst/>
          </a:prstGeom>
        </p:spPr>
      </p:pic>
      <p:pic>
        <p:nvPicPr>
          <p:cNvPr id="12" name="Image 11">
            <a:extLst>
              <a:ext uri="{FF2B5EF4-FFF2-40B4-BE49-F238E27FC236}">
                <a16:creationId xmlns:a16="http://schemas.microsoft.com/office/drawing/2014/main" id="{903945BA-DC64-CA01-7710-3D9550E42D28}"/>
              </a:ext>
            </a:extLst>
          </p:cNvPr>
          <p:cNvPicPr>
            <a:picLocks noChangeAspect="1"/>
          </p:cNvPicPr>
          <p:nvPr/>
        </p:nvPicPr>
        <p:blipFill>
          <a:blip r:embed="rId4"/>
          <a:stretch>
            <a:fillRect/>
          </a:stretch>
        </p:blipFill>
        <p:spPr>
          <a:xfrm>
            <a:off x="3197429" y="4900961"/>
            <a:ext cx="1935889" cy="1442040"/>
          </a:xfrm>
          <a:prstGeom prst="rect">
            <a:avLst/>
          </a:prstGeom>
        </p:spPr>
      </p:pic>
      <p:pic>
        <p:nvPicPr>
          <p:cNvPr id="14" name="Image 13">
            <a:extLst>
              <a:ext uri="{FF2B5EF4-FFF2-40B4-BE49-F238E27FC236}">
                <a16:creationId xmlns:a16="http://schemas.microsoft.com/office/drawing/2014/main" id="{F500C0CF-FE54-81EB-4900-5E172BB6807E}"/>
              </a:ext>
            </a:extLst>
          </p:cNvPr>
          <p:cNvPicPr>
            <a:picLocks noChangeAspect="1"/>
          </p:cNvPicPr>
          <p:nvPr/>
        </p:nvPicPr>
        <p:blipFill>
          <a:blip r:embed="rId5"/>
          <a:stretch>
            <a:fillRect/>
          </a:stretch>
        </p:blipFill>
        <p:spPr>
          <a:xfrm>
            <a:off x="8735943" y="1359415"/>
            <a:ext cx="3456057" cy="2526785"/>
          </a:xfrm>
          <a:prstGeom prst="rect">
            <a:avLst/>
          </a:prstGeom>
        </p:spPr>
      </p:pic>
    </p:spTree>
    <p:extLst>
      <p:ext uri="{BB962C8B-B14F-4D97-AF65-F5344CB8AC3E}">
        <p14:creationId xmlns:p14="http://schemas.microsoft.com/office/powerpoint/2010/main" val="2769971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6732B2-DDC6-E76C-0529-6C1084FEE9C8}"/>
              </a:ext>
            </a:extLst>
          </p:cNvPr>
          <p:cNvSpPr>
            <a:spLocks noGrp="1"/>
          </p:cNvSpPr>
          <p:nvPr>
            <p:ph type="title"/>
          </p:nvPr>
        </p:nvSpPr>
        <p:spPr/>
        <p:txBody>
          <a:bodyPr/>
          <a:lstStyle/>
          <a:p>
            <a:r>
              <a:rPr lang="fr-FR" b="1" dirty="0"/>
              <a:t>Optimisation des hyperparamètres - </a:t>
            </a:r>
            <a:r>
              <a:rPr lang="fr-FR" b="1" dirty="0" err="1"/>
              <a:t>XGBClassifier</a:t>
            </a:r>
            <a:br>
              <a:rPr lang="fr-FR" dirty="0"/>
            </a:br>
            <a:endParaRPr lang="fr-FR" dirty="0"/>
          </a:p>
        </p:txBody>
      </p:sp>
      <p:sp>
        <p:nvSpPr>
          <p:cNvPr id="3" name="Espace réservé du texte 2">
            <a:extLst>
              <a:ext uri="{FF2B5EF4-FFF2-40B4-BE49-F238E27FC236}">
                <a16:creationId xmlns:a16="http://schemas.microsoft.com/office/drawing/2014/main" id="{4B0E8A80-05CD-7651-195A-013D183FCCBD}"/>
              </a:ext>
            </a:extLst>
          </p:cNvPr>
          <p:cNvSpPr>
            <a:spLocks noGrp="1"/>
          </p:cNvSpPr>
          <p:nvPr>
            <p:ph type="body" sz="quarter" idx="10"/>
          </p:nvPr>
        </p:nvSpPr>
        <p:spPr/>
        <p:txBody>
          <a:bodyPr/>
          <a:lstStyle/>
          <a:p>
            <a:r>
              <a:rPr lang="fr-FR" b="1" dirty="0"/>
              <a:t>Comment optimiser les hyperparamètres pour améliorer les performances des modèles ?</a:t>
            </a:r>
            <a:endParaRPr lang="fr-FR" dirty="0"/>
          </a:p>
          <a:p>
            <a:endParaRPr lang="fr-FR" dirty="0"/>
          </a:p>
        </p:txBody>
      </p:sp>
      <p:sp>
        <p:nvSpPr>
          <p:cNvPr id="4" name="Espace réservé du contenu 3">
            <a:extLst>
              <a:ext uri="{FF2B5EF4-FFF2-40B4-BE49-F238E27FC236}">
                <a16:creationId xmlns:a16="http://schemas.microsoft.com/office/drawing/2014/main" id="{144DB993-5659-F8F6-B2E1-E86990BD557C}"/>
              </a:ext>
            </a:extLst>
          </p:cNvPr>
          <p:cNvSpPr>
            <a:spLocks noGrp="1"/>
          </p:cNvSpPr>
          <p:nvPr>
            <p:ph idx="12"/>
          </p:nvPr>
        </p:nvSpPr>
        <p:spPr/>
        <p:txBody>
          <a:bodyPr/>
          <a:lstStyle/>
          <a:p>
            <a:r>
              <a:rPr lang="fr-FR" dirty="0"/>
              <a:t>Hyperparamètres explorés : </a:t>
            </a:r>
            <a:r>
              <a:rPr lang="fr-FR" dirty="0" err="1"/>
              <a:t>n_estimators</a:t>
            </a:r>
            <a:r>
              <a:rPr lang="fr-FR" dirty="0"/>
              <a:t>, </a:t>
            </a:r>
            <a:r>
              <a:rPr lang="fr-FR" dirty="0" err="1"/>
              <a:t>learning_rate</a:t>
            </a:r>
            <a:r>
              <a:rPr lang="fr-FR" dirty="0"/>
              <a:t>, </a:t>
            </a:r>
            <a:r>
              <a:rPr lang="fr-FR" dirty="0" err="1"/>
              <a:t>max_depth</a:t>
            </a:r>
            <a:r>
              <a:rPr lang="fr-FR" dirty="0"/>
              <a:t>, </a:t>
            </a:r>
            <a:r>
              <a:rPr lang="fr-FR" dirty="0" err="1"/>
              <a:t>colsample_bytree</a:t>
            </a:r>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dirty="0"/>
              <a:t>Courbe d’apprentissage :</a:t>
            </a:r>
          </a:p>
          <a:p>
            <a:endParaRPr lang="fr-FR" dirty="0"/>
          </a:p>
        </p:txBody>
      </p:sp>
      <p:sp>
        <p:nvSpPr>
          <p:cNvPr id="5" name="Espace réservé du contenu 4">
            <a:extLst>
              <a:ext uri="{FF2B5EF4-FFF2-40B4-BE49-F238E27FC236}">
                <a16:creationId xmlns:a16="http://schemas.microsoft.com/office/drawing/2014/main" id="{5F96A55C-8959-63A0-72CD-FCE9F421DDCF}"/>
              </a:ext>
            </a:extLst>
          </p:cNvPr>
          <p:cNvSpPr>
            <a:spLocks noGrp="1"/>
          </p:cNvSpPr>
          <p:nvPr>
            <p:ph idx="13"/>
          </p:nvPr>
        </p:nvSpPr>
        <p:spPr/>
        <p:txBody>
          <a:bodyPr/>
          <a:lstStyle/>
          <a:p>
            <a:r>
              <a:rPr lang="fr-FR" dirty="0"/>
              <a:t>Paramètres retenus :</a:t>
            </a:r>
          </a:p>
          <a:p>
            <a:pPr marL="0" indent="0">
              <a:buNone/>
            </a:pPr>
            <a:r>
              <a:rPr lang="fr-FR" sz="1100" dirty="0"/>
              <a:t>objective="</a:t>
            </a:r>
            <a:r>
              <a:rPr lang="fr-FR" sz="1100" dirty="0" err="1"/>
              <a:t>multi:softprob</a:t>
            </a:r>
            <a:r>
              <a:rPr lang="fr-FR" sz="1100" dirty="0"/>
              <a:t>"</a:t>
            </a:r>
          </a:p>
          <a:p>
            <a:pPr marL="0" indent="0">
              <a:buNone/>
            </a:pPr>
            <a:r>
              <a:rPr lang="fr-FR" sz="1100" dirty="0" err="1"/>
              <a:t>num_class</a:t>
            </a:r>
            <a:r>
              <a:rPr lang="fr-FR" sz="1100" dirty="0"/>
              <a:t>=3</a:t>
            </a:r>
          </a:p>
          <a:p>
            <a:pPr marL="0" indent="0">
              <a:buNone/>
            </a:pPr>
            <a:r>
              <a:rPr lang="fr-FR" sz="1100" dirty="0" err="1"/>
              <a:t>n_estimators</a:t>
            </a:r>
            <a:r>
              <a:rPr lang="fr-FR" sz="1100" dirty="0"/>
              <a:t>=500</a:t>
            </a:r>
          </a:p>
          <a:p>
            <a:pPr marL="0" indent="0">
              <a:buNone/>
            </a:pPr>
            <a:r>
              <a:rPr lang="fr-FR" sz="1100" dirty="0" err="1"/>
              <a:t>learning_rate</a:t>
            </a:r>
            <a:r>
              <a:rPr lang="fr-FR" sz="1100" dirty="0"/>
              <a:t>=0.03</a:t>
            </a:r>
          </a:p>
          <a:p>
            <a:pPr marL="0" indent="0">
              <a:buNone/>
            </a:pPr>
            <a:r>
              <a:rPr lang="fr-FR" sz="1100" dirty="0" err="1"/>
              <a:t>max_depth</a:t>
            </a:r>
            <a:r>
              <a:rPr lang="fr-FR" sz="1100" dirty="0"/>
              <a:t>=5</a:t>
            </a:r>
          </a:p>
          <a:p>
            <a:pPr marL="0" indent="0">
              <a:buNone/>
            </a:pPr>
            <a:r>
              <a:rPr lang="fr-FR" sz="1100" dirty="0" err="1"/>
              <a:t>colsample_bytree</a:t>
            </a:r>
            <a:r>
              <a:rPr lang="fr-FR" sz="1100" dirty="0"/>
              <a:t>=0.7</a:t>
            </a:r>
          </a:p>
          <a:p>
            <a:pPr marL="0" indent="0">
              <a:buNone/>
            </a:pPr>
            <a:r>
              <a:rPr lang="fr-FR" sz="1100" dirty="0" err="1"/>
              <a:t>random_state</a:t>
            </a:r>
            <a:r>
              <a:rPr lang="fr-FR" sz="1100" dirty="0"/>
              <a:t>=RANDOM_STATE</a:t>
            </a:r>
          </a:p>
          <a:p>
            <a:pPr marL="0" indent="0">
              <a:buNone/>
            </a:pPr>
            <a:r>
              <a:rPr lang="fr-FR" sz="1100" dirty="0" err="1"/>
              <a:t>n_jobs</a:t>
            </a:r>
            <a:r>
              <a:rPr lang="fr-FR" sz="1100" dirty="0"/>
              <a:t>=-1,</a:t>
            </a:r>
          </a:p>
          <a:p>
            <a:pPr marL="0" indent="0">
              <a:buNone/>
            </a:pPr>
            <a:r>
              <a:rPr lang="fr-FR" sz="1100" dirty="0" err="1"/>
              <a:t>class_weights_lr</a:t>
            </a:r>
            <a:r>
              <a:rPr lang="fr-FR" sz="1100" dirty="0"/>
              <a:t> = {0: 1.0, 1: 1.0, 2: 3.0}</a:t>
            </a:r>
          </a:p>
          <a:p>
            <a:endParaRPr lang="fr-FR" dirty="0"/>
          </a:p>
          <a:p>
            <a:r>
              <a:rPr lang="fr-FR" dirty="0"/>
              <a:t>Filet de sécurité et revue humaine :</a:t>
            </a:r>
          </a:p>
        </p:txBody>
      </p:sp>
      <p:sp>
        <p:nvSpPr>
          <p:cNvPr id="6" name="Espace réservé du numéro de diapositive 5">
            <a:extLst>
              <a:ext uri="{FF2B5EF4-FFF2-40B4-BE49-F238E27FC236}">
                <a16:creationId xmlns:a16="http://schemas.microsoft.com/office/drawing/2014/main" id="{4753909A-E668-864E-40AA-FBB75B7393B9}"/>
              </a:ext>
            </a:extLst>
          </p:cNvPr>
          <p:cNvSpPr>
            <a:spLocks noGrp="1"/>
          </p:cNvSpPr>
          <p:nvPr>
            <p:ph type="sldNum" sz="quarter" idx="4"/>
          </p:nvPr>
        </p:nvSpPr>
        <p:spPr/>
        <p:txBody>
          <a:bodyPr/>
          <a:lstStyle/>
          <a:p>
            <a:fld id="{DAF489CC-3B7A-4DA5-A8C0-4984788D0EC5}" type="slidenum">
              <a:rPr lang="nl-NL" smtClean="0"/>
              <a:pPr/>
              <a:t>23</a:t>
            </a:fld>
            <a:endParaRPr lang="nl-NL" dirty="0"/>
          </a:p>
        </p:txBody>
      </p:sp>
      <p:pic>
        <p:nvPicPr>
          <p:cNvPr id="8" name="Image 7">
            <a:extLst>
              <a:ext uri="{FF2B5EF4-FFF2-40B4-BE49-F238E27FC236}">
                <a16:creationId xmlns:a16="http://schemas.microsoft.com/office/drawing/2014/main" id="{3B1C38E8-866D-9897-5F0B-C18D12320700}"/>
              </a:ext>
            </a:extLst>
          </p:cNvPr>
          <p:cNvPicPr>
            <a:picLocks noChangeAspect="1"/>
          </p:cNvPicPr>
          <p:nvPr/>
        </p:nvPicPr>
        <p:blipFill>
          <a:blip r:embed="rId3"/>
          <a:stretch>
            <a:fillRect/>
          </a:stretch>
        </p:blipFill>
        <p:spPr>
          <a:xfrm>
            <a:off x="887138" y="1971663"/>
            <a:ext cx="4425233" cy="2723966"/>
          </a:xfrm>
          <a:prstGeom prst="rect">
            <a:avLst/>
          </a:prstGeom>
        </p:spPr>
      </p:pic>
      <p:pic>
        <p:nvPicPr>
          <p:cNvPr id="10" name="Image 9">
            <a:extLst>
              <a:ext uri="{FF2B5EF4-FFF2-40B4-BE49-F238E27FC236}">
                <a16:creationId xmlns:a16="http://schemas.microsoft.com/office/drawing/2014/main" id="{B7E21453-96DB-DDD6-9358-C9664444C938}"/>
              </a:ext>
            </a:extLst>
          </p:cNvPr>
          <p:cNvPicPr>
            <a:picLocks noChangeAspect="1"/>
          </p:cNvPicPr>
          <p:nvPr/>
        </p:nvPicPr>
        <p:blipFill>
          <a:blip r:embed="rId4"/>
          <a:stretch>
            <a:fillRect/>
          </a:stretch>
        </p:blipFill>
        <p:spPr>
          <a:xfrm>
            <a:off x="3099755" y="4695629"/>
            <a:ext cx="2134158" cy="1589730"/>
          </a:xfrm>
          <a:prstGeom prst="rect">
            <a:avLst/>
          </a:prstGeom>
        </p:spPr>
      </p:pic>
      <p:pic>
        <p:nvPicPr>
          <p:cNvPr id="12" name="Image 11">
            <a:extLst>
              <a:ext uri="{FF2B5EF4-FFF2-40B4-BE49-F238E27FC236}">
                <a16:creationId xmlns:a16="http://schemas.microsoft.com/office/drawing/2014/main" id="{3B4E2265-5607-D368-420E-C362CD7E116C}"/>
              </a:ext>
            </a:extLst>
          </p:cNvPr>
          <p:cNvPicPr>
            <a:picLocks noChangeAspect="1"/>
          </p:cNvPicPr>
          <p:nvPr/>
        </p:nvPicPr>
        <p:blipFill>
          <a:blip r:embed="rId5"/>
          <a:stretch>
            <a:fillRect/>
          </a:stretch>
        </p:blipFill>
        <p:spPr>
          <a:xfrm>
            <a:off x="8632723" y="1370952"/>
            <a:ext cx="3498953" cy="2527603"/>
          </a:xfrm>
          <a:prstGeom prst="rect">
            <a:avLst/>
          </a:prstGeom>
        </p:spPr>
      </p:pic>
      <p:graphicFrame>
        <p:nvGraphicFramePr>
          <p:cNvPr id="15" name="Tableau 14">
            <a:extLst>
              <a:ext uri="{FF2B5EF4-FFF2-40B4-BE49-F238E27FC236}">
                <a16:creationId xmlns:a16="http://schemas.microsoft.com/office/drawing/2014/main" id="{03F43F42-C6FF-6A75-F321-B7EF58FAEC11}"/>
              </a:ext>
            </a:extLst>
          </p:cNvPr>
          <p:cNvGraphicFramePr>
            <a:graphicFrameLocks noGrp="1"/>
          </p:cNvGraphicFramePr>
          <p:nvPr>
            <p:extLst>
              <p:ext uri="{D42A27DB-BD31-4B8C-83A1-F6EECF244321}">
                <p14:modId xmlns:p14="http://schemas.microsoft.com/office/powerpoint/2010/main" val="2756343591"/>
              </p:ext>
            </p:extLst>
          </p:nvPr>
        </p:nvGraphicFramePr>
        <p:xfrm>
          <a:off x="6174657" y="4502849"/>
          <a:ext cx="5879691" cy="1782510"/>
        </p:xfrm>
        <a:graphic>
          <a:graphicData uri="http://schemas.openxmlformats.org/drawingml/2006/table">
            <a:tbl>
              <a:tblPr firstRow="1" bandRow="1">
                <a:tableStyleId>{5C22544A-7EE6-4342-B048-85BDC9FD1C3A}</a:tableStyleId>
              </a:tblPr>
              <a:tblGrid>
                <a:gridCol w="560440">
                  <a:extLst>
                    <a:ext uri="{9D8B030D-6E8A-4147-A177-3AD203B41FA5}">
                      <a16:colId xmlns:a16="http://schemas.microsoft.com/office/drawing/2014/main" val="3550099235"/>
                    </a:ext>
                  </a:extLst>
                </a:gridCol>
                <a:gridCol w="1533832">
                  <a:extLst>
                    <a:ext uri="{9D8B030D-6E8A-4147-A177-3AD203B41FA5}">
                      <a16:colId xmlns:a16="http://schemas.microsoft.com/office/drawing/2014/main" val="3219727024"/>
                    </a:ext>
                  </a:extLst>
                </a:gridCol>
                <a:gridCol w="1297858">
                  <a:extLst>
                    <a:ext uri="{9D8B030D-6E8A-4147-A177-3AD203B41FA5}">
                      <a16:colId xmlns:a16="http://schemas.microsoft.com/office/drawing/2014/main" val="974564142"/>
                    </a:ext>
                  </a:extLst>
                </a:gridCol>
                <a:gridCol w="2487561">
                  <a:extLst>
                    <a:ext uri="{9D8B030D-6E8A-4147-A177-3AD203B41FA5}">
                      <a16:colId xmlns:a16="http://schemas.microsoft.com/office/drawing/2014/main" val="2934046684"/>
                    </a:ext>
                  </a:extLst>
                </a:gridCol>
              </a:tblGrid>
              <a:tr h="242614">
                <a:tc>
                  <a:txBody>
                    <a:bodyPr/>
                    <a:lstStyle/>
                    <a:p>
                      <a:r>
                        <a:rPr lang="fr-FR" sz="1200" dirty="0"/>
                        <a:t>Seuil</a:t>
                      </a:r>
                    </a:p>
                  </a:txBody>
                  <a:tcPr/>
                </a:tc>
                <a:tc>
                  <a:txBody>
                    <a:bodyPr/>
                    <a:lstStyle/>
                    <a:p>
                      <a:r>
                        <a:rPr lang="fr-FR" sz="1200" dirty="0"/>
                        <a:t>Dossiers en revue</a:t>
                      </a:r>
                    </a:p>
                  </a:txBody>
                  <a:tcPr/>
                </a:tc>
                <a:tc>
                  <a:txBody>
                    <a:bodyPr/>
                    <a:lstStyle/>
                    <a:p>
                      <a:r>
                        <a:rPr lang="fr-FR" sz="1200" dirty="0"/>
                        <a:t>Erreur critique</a:t>
                      </a:r>
                    </a:p>
                  </a:txBody>
                  <a:tcPr/>
                </a:tc>
                <a:tc>
                  <a:txBody>
                    <a:bodyPr/>
                    <a:lstStyle/>
                    <a:p>
                      <a:r>
                        <a:rPr lang="fr-FR" sz="1200" dirty="0"/>
                        <a:t>Erreur critique en revue</a:t>
                      </a:r>
                    </a:p>
                  </a:txBody>
                  <a:tcPr/>
                </a:tc>
                <a:extLst>
                  <a:ext uri="{0D108BD9-81ED-4DB2-BD59-A6C34878D82A}">
                    <a16:rowId xmlns:a16="http://schemas.microsoft.com/office/drawing/2014/main" val="3606683890"/>
                  </a:ext>
                </a:extLst>
              </a:tr>
              <a:tr h="282927">
                <a:tc>
                  <a:txBody>
                    <a:bodyPr/>
                    <a:lstStyle/>
                    <a:p>
                      <a:r>
                        <a:rPr lang="fr-FR" sz="1200" dirty="0"/>
                        <a:t>0,2</a:t>
                      </a:r>
                    </a:p>
                  </a:txBody>
                  <a:tcPr/>
                </a:tc>
                <a:tc>
                  <a:txBody>
                    <a:bodyPr/>
                    <a:lstStyle/>
                    <a:p>
                      <a:r>
                        <a:rPr lang="fr-FR" sz="1200" dirty="0"/>
                        <a:t>127</a:t>
                      </a:r>
                    </a:p>
                  </a:txBody>
                  <a:tcPr/>
                </a:tc>
                <a:tc>
                  <a:txBody>
                    <a:bodyPr/>
                    <a:lstStyle/>
                    <a:p>
                      <a:r>
                        <a:rPr lang="fr-FR" sz="1200" dirty="0"/>
                        <a:t>7</a:t>
                      </a:r>
                    </a:p>
                  </a:txBody>
                  <a:tcPr/>
                </a:tc>
                <a:tc>
                  <a:txBody>
                    <a:bodyPr/>
                    <a:lstStyle/>
                    <a:p>
                      <a:r>
                        <a:rPr lang="fr-FR" sz="1200" dirty="0"/>
                        <a:t>3</a:t>
                      </a:r>
                    </a:p>
                  </a:txBody>
                  <a:tcPr/>
                </a:tc>
                <a:extLst>
                  <a:ext uri="{0D108BD9-81ED-4DB2-BD59-A6C34878D82A}">
                    <a16:rowId xmlns:a16="http://schemas.microsoft.com/office/drawing/2014/main" val="3111589112"/>
                  </a:ext>
                </a:extLst>
              </a:tr>
              <a:tr h="294967">
                <a:tc>
                  <a:txBody>
                    <a:bodyPr/>
                    <a:lstStyle/>
                    <a:p>
                      <a:r>
                        <a:rPr lang="fr-FR" sz="1200" dirty="0"/>
                        <a:t>0,25</a:t>
                      </a:r>
                    </a:p>
                  </a:txBody>
                  <a:tcPr/>
                </a:tc>
                <a:tc>
                  <a:txBody>
                    <a:bodyPr/>
                    <a:lstStyle/>
                    <a:p>
                      <a:r>
                        <a:rPr lang="fr-FR" sz="1200" dirty="0"/>
                        <a:t>124</a:t>
                      </a:r>
                    </a:p>
                  </a:txBody>
                  <a:tcPr/>
                </a:tc>
                <a:tc>
                  <a:txBody>
                    <a:bodyPr/>
                    <a:lstStyle/>
                    <a:p>
                      <a:r>
                        <a:rPr lang="fr-FR" sz="1200" dirty="0"/>
                        <a:t>7</a:t>
                      </a:r>
                    </a:p>
                  </a:txBody>
                  <a:tcPr/>
                </a:tc>
                <a:tc>
                  <a:txBody>
                    <a:bodyPr/>
                    <a:lstStyle/>
                    <a:p>
                      <a:r>
                        <a:rPr lang="fr-FR" sz="1200" dirty="0"/>
                        <a:t>3</a:t>
                      </a:r>
                    </a:p>
                  </a:txBody>
                  <a:tcPr/>
                </a:tc>
                <a:extLst>
                  <a:ext uri="{0D108BD9-81ED-4DB2-BD59-A6C34878D82A}">
                    <a16:rowId xmlns:a16="http://schemas.microsoft.com/office/drawing/2014/main" val="3844195452"/>
                  </a:ext>
                </a:extLst>
              </a:tr>
              <a:tr h="285136">
                <a:tc>
                  <a:txBody>
                    <a:bodyPr/>
                    <a:lstStyle/>
                    <a:p>
                      <a:r>
                        <a:rPr lang="fr-FR" sz="1200" dirty="0"/>
                        <a:t>0,30</a:t>
                      </a:r>
                    </a:p>
                  </a:txBody>
                  <a:tcPr/>
                </a:tc>
                <a:tc>
                  <a:txBody>
                    <a:bodyPr/>
                    <a:lstStyle/>
                    <a:p>
                      <a:r>
                        <a:rPr lang="fr-FR" sz="1200" dirty="0"/>
                        <a:t>124</a:t>
                      </a:r>
                    </a:p>
                  </a:txBody>
                  <a:tcPr/>
                </a:tc>
                <a:tc>
                  <a:txBody>
                    <a:bodyPr/>
                    <a:lstStyle/>
                    <a:p>
                      <a:r>
                        <a:rPr lang="fr-FR" sz="1200" dirty="0"/>
                        <a:t>7</a:t>
                      </a:r>
                    </a:p>
                  </a:txBody>
                  <a:tcPr/>
                </a:tc>
                <a:tc>
                  <a:txBody>
                    <a:bodyPr/>
                    <a:lstStyle/>
                    <a:p>
                      <a:r>
                        <a:rPr lang="fr-FR" sz="1200" dirty="0"/>
                        <a:t>3</a:t>
                      </a:r>
                    </a:p>
                  </a:txBody>
                  <a:tcPr/>
                </a:tc>
                <a:extLst>
                  <a:ext uri="{0D108BD9-81ED-4DB2-BD59-A6C34878D82A}">
                    <a16:rowId xmlns:a16="http://schemas.microsoft.com/office/drawing/2014/main" val="123128528"/>
                  </a:ext>
                </a:extLst>
              </a:tr>
              <a:tr h="265471">
                <a:tc>
                  <a:txBody>
                    <a:bodyPr/>
                    <a:lstStyle/>
                    <a:p>
                      <a:r>
                        <a:rPr lang="fr-FR" sz="1200" dirty="0"/>
                        <a:t>0,35</a:t>
                      </a:r>
                    </a:p>
                  </a:txBody>
                  <a:tcPr/>
                </a:tc>
                <a:tc>
                  <a:txBody>
                    <a:bodyPr/>
                    <a:lstStyle/>
                    <a:p>
                      <a:r>
                        <a:rPr lang="fr-FR" sz="1200" dirty="0"/>
                        <a:t>124</a:t>
                      </a:r>
                    </a:p>
                  </a:txBody>
                  <a:tcPr/>
                </a:tc>
                <a:tc>
                  <a:txBody>
                    <a:bodyPr/>
                    <a:lstStyle/>
                    <a:p>
                      <a:r>
                        <a:rPr lang="fr-FR" sz="1200" dirty="0"/>
                        <a:t>7</a:t>
                      </a:r>
                    </a:p>
                  </a:txBody>
                  <a:tcPr/>
                </a:tc>
                <a:tc>
                  <a:txBody>
                    <a:bodyPr/>
                    <a:lstStyle/>
                    <a:p>
                      <a:r>
                        <a:rPr lang="fr-FR" sz="1200" dirty="0"/>
                        <a:t>3</a:t>
                      </a:r>
                    </a:p>
                  </a:txBody>
                  <a:tcPr/>
                </a:tc>
                <a:extLst>
                  <a:ext uri="{0D108BD9-81ED-4DB2-BD59-A6C34878D82A}">
                    <a16:rowId xmlns:a16="http://schemas.microsoft.com/office/drawing/2014/main" val="3282710958"/>
                  </a:ext>
                </a:extLst>
              </a:tr>
              <a:tr h="370840">
                <a:tc>
                  <a:txBody>
                    <a:bodyPr/>
                    <a:lstStyle/>
                    <a:p>
                      <a:r>
                        <a:rPr lang="fr-FR" sz="1200" dirty="0"/>
                        <a:t>0,4</a:t>
                      </a:r>
                    </a:p>
                  </a:txBody>
                  <a:tcPr/>
                </a:tc>
                <a:tc>
                  <a:txBody>
                    <a:bodyPr/>
                    <a:lstStyle/>
                    <a:p>
                      <a:r>
                        <a:rPr lang="fr-FR" sz="1200" dirty="0"/>
                        <a:t>124</a:t>
                      </a:r>
                    </a:p>
                  </a:txBody>
                  <a:tcPr/>
                </a:tc>
                <a:tc>
                  <a:txBody>
                    <a:bodyPr/>
                    <a:lstStyle/>
                    <a:p>
                      <a:r>
                        <a:rPr lang="fr-FR" sz="1200" dirty="0"/>
                        <a:t>7</a:t>
                      </a:r>
                    </a:p>
                  </a:txBody>
                  <a:tcPr/>
                </a:tc>
                <a:tc>
                  <a:txBody>
                    <a:bodyPr/>
                    <a:lstStyle/>
                    <a:p>
                      <a:r>
                        <a:rPr lang="fr-FR" sz="1200" dirty="0"/>
                        <a:t>3</a:t>
                      </a:r>
                    </a:p>
                  </a:txBody>
                  <a:tcPr/>
                </a:tc>
                <a:extLst>
                  <a:ext uri="{0D108BD9-81ED-4DB2-BD59-A6C34878D82A}">
                    <a16:rowId xmlns:a16="http://schemas.microsoft.com/office/drawing/2014/main" val="1744838804"/>
                  </a:ext>
                </a:extLst>
              </a:tr>
            </a:tbl>
          </a:graphicData>
        </a:graphic>
      </p:graphicFrame>
    </p:spTree>
    <p:extLst>
      <p:ext uri="{BB962C8B-B14F-4D97-AF65-F5344CB8AC3E}">
        <p14:creationId xmlns:p14="http://schemas.microsoft.com/office/powerpoint/2010/main" val="4153490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C4FF30AC-CF68-EBD8-F4BD-C76F5BD29C7F}"/>
              </a:ext>
            </a:extLst>
          </p:cNvPr>
          <p:cNvPicPr>
            <a:picLocks noChangeAspect="1"/>
          </p:cNvPicPr>
          <p:nvPr/>
        </p:nvPicPr>
        <p:blipFill>
          <a:blip r:embed="rId3"/>
          <a:stretch>
            <a:fillRect/>
          </a:stretch>
        </p:blipFill>
        <p:spPr>
          <a:xfrm>
            <a:off x="8494537" y="1329496"/>
            <a:ext cx="3697464" cy="2671004"/>
          </a:xfrm>
          <a:prstGeom prst="rect">
            <a:avLst/>
          </a:prstGeom>
        </p:spPr>
      </p:pic>
      <p:sp>
        <p:nvSpPr>
          <p:cNvPr id="2" name="Titre 1">
            <a:extLst>
              <a:ext uri="{FF2B5EF4-FFF2-40B4-BE49-F238E27FC236}">
                <a16:creationId xmlns:a16="http://schemas.microsoft.com/office/drawing/2014/main" id="{6F006ED0-558C-DD76-3260-DDECD708F5D4}"/>
              </a:ext>
            </a:extLst>
          </p:cNvPr>
          <p:cNvSpPr>
            <a:spLocks noGrp="1"/>
          </p:cNvSpPr>
          <p:nvPr>
            <p:ph type="title"/>
          </p:nvPr>
        </p:nvSpPr>
        <p:spPr/>
        <p:txBody>
          <a:bodyPr/>
          <a:lstStyle/>
          <a:p>
            <a:r>
              <a:rPr lang="fr-FR" b="1" dirty="0"/>
              <a:t>Optimisation des hyperparamètres - </a:t>
            </a:r>
            <a:r>
              <a:rPr lang="fr-FR" b="1" dirty="0" err="1"/>
              <a:t>LGBMClassifier</a:t>
            </a:r>
            <a:br>
              <a:rPr lang="fr-FR" dirty="0"/>
            </a:br>
            <a:endParaRPr lang="fr-FR" dirty="0"/>
          </a:p>
        </p:txBody>
      </p:sp>
      <p:sp>
        <p:nvSpPr>
          <p:cNvPr id="3" name="Espace réservé du texte 2">
            <a:extLst>
              <a:ext uri="{FF2B5EF4-FFF2-40B4-BE49-F238E27FC236}">
                <a16:creationId xmlns:a16="http://schemas.microsoft.com/office/drawing/2014/main" id="{EFE15107-5B6C-3EDE-E5DA-DCF78EBF2BE8}"/>
              </a:ext>
            </a:extLst>
          </p:cNvPr>
          <p:cNvSpPr>
            <a:spLocks noGrp="1"/>
          </p:cNvSpPr>
          <p:nvPr>
            <p:ph type="body" sz="quarter" idx="10"/>
          </p:nvPr>
        </p:nvSpPr>
        <p:spPr/>
        <p:txBody>
          <a:bodyPr/>
          <a:lstStyle/>
          <a:p>
            <a:r>
              <a:rPr lang="fr-FR" b="1" dirty="0"/>
              <a:t>Comment optimiser les hyperparamètres pour améliorer les performances des modèles ?</a:t>
            </a:r>
            <a:endParaRPr lang="fr-FR" dirty="0"/>
          </a:p>
          <a:p>
            <a:endParaRPr lang="fr-FR" dirty="0"/>
          </a:p>
        </p:txBody>
      </p:sp>
      <p:sp>
        <p:nvSpPr>
          <p:cNvPr id="4" name="Espace réservé du contenu 3">
            <a:extLst>
              <a:ext uri="{FF2B5EF4-FFF2-40B4-BE49-F238E27FC236}">
                <a16:creationId xmlns:a16="http://schemas.microsoft.com/office/drawing/2014/main" id="{B7CC5692-6821-622D-C339-43335373BCB8}"/>
              </a:ext>
            </a:extLst>
          </p:cNvPr>
          <p:cNvSpPr>
            <a:spLocks noGrp="1"/>
          </p:cNvSpPr>
          <p:nvPr>
            <p:ph idx="12"/>
          </p:nvPr>
        </p:nvSpPr>
        <p:spPr/>
        <p:txBody>
          <a:bodyPr/>
          <a:lstStyle/>
          <a:p>
            <a:r>
              <a:rPr lang="fr-FR" dirty="0"/>
              <a:t>Hyperparamètres explorés : </a:t>
            </a:r>
            <a:r>
              <a:rPr lang="fr-FR" dirty="0" err="1"/>
              <a:t>n_estimators</a:t>
            </a:r>
            <a:r>
              <a:rPr lang="fr-FR" dirty="0"/>
              <a:t>, </a:t>
            </a:r>
            <a:r>
              <a:rPr lang="fr-FR" dirty="0" err="1"/>
              <a:t>learning_rate</a:t>
            </a:r>
            <a:r>
              <a:rPr lang="fr-FR" dirty="0"/>
              <a:t>, </a:t>
            </a:r>
            <a:r>
              <a:rPr lang="fr-FR" dirty="0" err="1"/>
              <a:t>num_leaves</a:t>
            </a:r>
            <a:r>
              <a:rPr lang="fr-FR" dirty="0"/>
              <a:t>, </a:t>
            </a:r>
            <a:r>
              <a:rPr lang="fr-FR" dirty="0" err="1"/>
              <a:t>min_child_samples</a:t>
            </a:r>
            <a:r>
              <a:rPr lang="fr-FR" dirty="0"/>
              <a:t>, </a:t>
            </a:r>
            <a:r>
              <a:rPr lang="fr-FR" dirty="0" err="1"/>
              <a:t>colsample_bytree</a:t>
            </a:r>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dirty="0"/>
              <a:t>Courbe d’apprentissage :</a:t>
            </a:r>
          </a:p>
          <a:p>
            <a:endParaRPr lang="fr-FR" dirty="0"/>
          </a:p>
        </p:txBody>
      </p:sp>
      <p:sp>
        <p:nvSpPr>
          <p:cNvPr id="5" name="Espace réservé du contenu 4">
            <a:extLst>
              <a:ext uri="{FF2B5EF4-FFF2-40B4-BE49-F238E27FC236}">
                <a16:creationId xmlns:a16="http://schemas.microsoft.com/office/drawing/2014/main" id="{21DB24B5-3A8C-751A-06D0-38538A2590BE}"/>
              </a:ext>
            </a:extLst>
          </p:cNvPr>
          <p:cNvSpPr>
            <a:spLocks noGrp="1"/>
          </p:cNvSpPr>
          <p:nvPr>
            <p:ph idx="13"/>
          </p:nvPr>
        </p:nvSpPr>
        <p:spPr/>
        <p:txBody>
          <a:bodyPr/>
          <a:lstStyle/>
          <a:p>
            <a:r>
              <a:rPr lang="fr-FR" dirty="0"/>
              <a:t>Paramètres retenus :</a:t>
            </a:r>
          </a:p>
          <a:p>
            <a:pPr marL="0" indent="0">
              <a:buNone/>
            </a:pPr>
            <a:r>
              <a:rPr lang="fr-FR" sz="1000" dirty="0"/>
              <a:t>objective="</a:t>
            </a:r>
            <a:r>
              <a:rPr lang="fr-FR" sz="1000" dirty="0" err="1"/>
              <a:t>multiclass</a:t>
            </a:r>
            <a:r>
              <a:rPr lang="fr-FR" sz="1000" dirty="0"/>
              <a:t>", </a:t>
            </a:r>
            <a:r>
              <a:rPr lang="fr-FR" sz="1000" dirty="0" err="1"/>
              <a:t>num_class</a:t>
            </a:r>
            <a:r>
              <a:rPr lang="fr-FR" sz="1000" dirty="0"/>
              <a:t>=3,</a:t>
            </a:r>
          </a:p>
          <a:p>
            <a:pPr marL="0" indent="0">
              <a:buNone/>
            </a:pPr>
            <a:r>
              <a:rPr lang="fr-FR" sz="1000" dirty="0" err="1"/>
              <a:t>n_estimators</a:t>
            </a:r>
            <a:r>
              <a:rPr lang="fr-FR" sz="1000" dirty="0"/>
              <a:t>=700,</a:t>
            </a:r>
          </a:p>
          <a:p>
            <a:pPr marL="0" indent="0">
              <a:buNone/>
            </a:pPr>
            <a:r>
              <a:rPr lang="fr-FR" sz="1000" dirty="0" err="1"/>
              <a:t>learning_rate</a:t>
            </a:r>
            <a:r>
              <a:rPr lang="fr-FR" sz="1000" dirty="0"/>
              <a:t>=0.025,</a:t>
            </a:r>
          </a:p>
          <a:p>
            <a:pPr marL="0" indent="0">
              <a:buNone/>
            </a:pPr>
            <a:r>
              <a:rPr lang="fr-FR" sz="1000" dirty="0" err="1"/>
              <a:t>num_leaves</a:t>
            </a:r>
            <a:r>
              <a:rPr lang="fr-FR" sz="1000" dirty="0"/>
              <a:t>=24, </a:t>
            </a:r>
            <a:r>
              <a:rPr lang="fr-FR" sz="1000" dirty="0" err="1"/>
              <a:t>max_depth</a:t>
            </a:r>
            <a:r>
              <a:rPr lang="fr-FR" sz="1000" dirty="0"/>
              <a:t>=8,</a:t>
            </a:r>
          </a:p>
          <a:p>
            <a:pPr marL="0" indent="0">
              <a:buNone/>
            </a:pPr>
            <a:r>
              <a:rPr lang="fr-FR" sz="1000" dirty="0" err="1"/>
              <a:t>min_child_samples</a:t>
            </a:r>
            <a:r>
              <a:rPr lang="fr-FR" sz="1000" dirty="0"/>
              <a:t>=35,</a:t>
            </a:r>
          </a:p>
          <a:p>
            <a:pPr marL="0" indent="0">
              <a:buNone/>
            </a:pPr>
            <a:r>
              <a:rPr lang="fr-FR" sz="1000" dirty="0" err="1"/>
              <a:t>subsample</a:t>
            </a:r>
            <a:r>
              <a:rPr lang="fr-FR" sz="1000" dirty="0"/>
              <a:t>=0.8,</a:t>
            </a:r>
          </a:p>
          <a:p>
            <a:pPr marL="0" indent="0">
              <a:buNone/>
            </a:pPr>
            <a:r>
              <a:rPr lang="fr-FR" sz="1000" dirty="0" err="1"/>
              <a:t>colsample_bytree</a:t>
            </a:r>
            <a:r>
              <a:rPr lang="fr-FR" sz="1000" dirty="0"/>
              <a:t>=0.6,</a:t>
            </a:r>
          </a:p>
          <a:p>
            <a:pPr marL="0" indent="0">
              <a:buNone/>
            </a:pPr>
            <a:r>
              <a:rPr lang="fr-FR" sz="1000" dirty="0" err="1"/>
              <a:t>reg_alpha</a:t>
            </a:r>
            <a:r>
              <a:rPr lang="fr-FR" sz="1000" dirty="0"/>
              <a:t>=0.2, </a:t>
            </a:r>
            <a:r>
              <a:rPr lang="fr-FR" sz="1000" dirty="0" err="1"/>
              <a:t>reg_lambda</a:t>
            </a:r>
            <a:r>
              <a:rPr lang="fr-FR" sz="1000" dirty="0"/>
              <a:t>=1.5,</a:t>
            </a:r>
          </a:p>
          <a:p>
            <a:pPr marL="0" indent="0">
              <a:buNone/>
            </a:pPr>
            <a:r>
              <a:rPr lang="fr-FR" sz="1000" dirty="0" err="1"/>
              <a:t>random_state</a:t>
            </a:r>
            <a:r>
              <a:rPr lang="fr-FR" sz="1000" dirty="0"/>
              <a:t>=RANDOM_STATE,</a:t>
            </a:r>
          </a:p>
          <a:p>
            <a:pPr marL="0" indent="0">
              <a:buNone/>
            </a:pPr>
            <a:r>
              <a:rPr lang="fr-FR" sz="1000" dirty="0" err="1"/>
              <a:t>n_jobs</a:t>
            </a:r>
            <a:r>
              <a:rPr lang="fr-FR" sz="1000" dirty="0"/>
              <a:t>=-1, </a:t>
            </a:r>
            <a:r>
              <a:rPr lang="fr-FR" sz="1000" dirty="0" err="1"/>
              <a:t>class_weights_lr</a:t>
            </a:r>
            <a:r>
              <a:rPr lang="fr-FR" sz="1000" dirty="0"/>
              <a:t> = {0: 1.0, 1: 1.0, 2: 3.0}</a:t>
            </a:r>
          </a:p>
          <a:p>
            <a:pPr marL="0" indent="0">
              <a:buNone/>
            </a:pPr>
            <a:endParaRPr lang="fr-FR" sz="1000" dirty="0"/>
          </a:p>
          <a:p>
            <a:r>
              <a:rPr lang="fr-FR" dirty="0"/>
              <a:t>Filet de sécurité et revue humaine :</a:t>
            </a:r>
          </a:p>
        </p:txBody>
      </p:sp>
      <p:sp>
        <p:nvSpPr>
          <p:cNvPr id="6" name="Espace réservé du numéro de diapositive 5">
            <a:extLst>
              <a:ext uri="{FF2B5EF4-FFF2-40B4-BE49-F238E27FC236}">
                <a16:creationId xmlns:a16="http://schemas.microsoft.com/office/drawing/2014/main" id="{1810E7A8-5ED5-31E1-BE8D-D007C82B9DB2}"/>
              </a:ext>
            </a:extLst>
          </p:cNvPr>
          <p:cNvSpPr>
            <a:spLocks noGrp="1"/>
          </p:cNvSpPr>
          <p:nvPr>
            <p:ph type="sldNum" sz="quarter" idx="4"/>
          </p:nvPr>
        </p:nvSpPr>
        <p:spPr/>
        <p:txBody>
          <a:bodyPr/>
          <a:lstStyle/>
          <a:p>
            <a:fld id="{DAF489CC-3B7A-4DA5-A8C0-4984788D0EC5}" type="slidenum">
              <a:rPr lang="nl-NL" smtClean="0"/>
              <a:pPr/>
              <a:t>24</a:t>
            </a:fld>
            <a:endParaRPr lang="nl-NL" dirty="0"/>
          </a:p>
        </p:txBody>
      </p:sp>
      <p:pic>
        <p:nvPicPr>
          <p:cNvPr id="10" name="Image 9">
            <a:extLst>
              <a:ext uri="{FF2B5EF4-FFF2-40B4-BE49-F238E27FC236}">
                <a16:creationId xmlns:a16="http://schemas.microsoft.com/office/drawing/2014/main" id="{9957C690-11AF-149A-6262-EB48860B57B9}"/>
              </a:ext>
            </a:extLst>
          </p:cNvPr>
          <p:cNvPicPr>
            <a:picLocks noChangeAspect="1"/>
          </p:cNvPicPr>
          <p:nvPr/>
        </p:nvPicPr>
        <p:blipFill>
          <a:blip r:embed="rId4"/>
          <a:stretch>
            <a:fillRect/>
          </a:stretch>
        </p:blipFill>
        <p:spPr>
          <a:xfrm>
            <a:off x="3395945" y="4944563"/>
            <a:ext cx="1981200" cy="1475792"/>
          </a:xfrm>
          <a:prstGeom prst="rect">
            <a:avLst/>
          </a:prstGeom>
        </p:spPr>
      </p:pic>
      <p:graphicFrame>
        <p:nvGraphicFramePr>
          <p:cNvPr id="14" name="Tableau 13">
            <a:extLst>
              <a:ext uri="{FF2B5EF4-FFF2-40B4-BE49-F238E27FC236}">
                <a16:creationId xmlns:a16="http://schemas.microsoft.com/office/drawing/2014/main" id="{E52C23E9-3666-E164-FAA1-43E223429C44}"/>
              </a:ext>
            </a:extLst>
          </p:cNvPr>
          <p:cNvGraphicFramePr>
            <a:graphicFrameLocks noGrp="1"/>
          </p:cNvGraphicFramePr>
          <p:nvPr>
            <p:extLst>
              <p:ext uri="{D42A27DB-BD31-4B8C-83A1-F6EECF244321}">
                <p14:modId xmlns:p14="http://schemas.microsoft.com/office/powerpoint/2010/main" val="577333465"/>
              </p:ext>
            </p:extLst>
          </p:nvPr>
        </p:nvGraphicFramePr>
        <p:xfrm>
          <a:off x="6210581" y="4638643"/>
          <a:ext cx="5879691" cy="1645920"/>
        </p:xfrm>
        <a:graphic>
          <a:graphicData uri="http://schemas.openxmlformats.org/drawingml/2006/table">
            <a:tbl>
              <a:tblPr firstRow="1" bandRow="1">
                <a:tableStyleId>{5C22544A-7EE6-4342-B048-85BDC9FD1C3A}</a:tableStyleId>
              </a:tblPr>
              <a:tblGrid>
                <a:gridCol w="560440">
                  <a:extLst>
                    <a:ext uri="{9D8B030D-6E8A-4147-A177-3AD203B41FA5}">
                      <a16:colId xmlns:a16="http://schemas.microsoft.com/office/drawing/2014/main" val="3550099235"/>
                    </a:ext>
                  </a:extLst>
                </a:gridCol>
                <a:gridCol w="1533832">
                  <a:extLst>
                    <a:ext uri="{9D8B030D-6E8A-4147-A177-3AD203B41FA5}">
                      <a16:colId xmlns:a16="http://schemas.microsoft.com/office/drawing/2014/main" val="3219727024"/>
                    </a:ext>
                  </a:extLst>
                </a:gridCol>
                <a:gridCol w="1297858">
                  <a:extLst>
                    <a:ext uri="{9D8B030D-6E8A-4147-A177-3AD203B41FA5}">
                      <a16:colId xmlns:a16="http://schemas.microsoft.com/office/drawing/2014/main" val="974564142"/>
                    </a:ext>
                  </a:extLst>
                </a:gridCol>
                <a:gridCol w="2487561">
                  <a:extLst>
                    <a:ext uri="{9D8B030D-6E8A-4147-A177-3AD203B41FA5}">
                      <a16:colId xmlns:a16="http://schemas.microsoft.com/office/drawing/2014/main" val="2934046684"/>
                    </a:ext>
                  </a:extLst>
                </a:gridCol>
              </a:tblGrid>
              <a:tr h="241173">
                <a:tc>
                  <a:txBody>
                    <a:bodyPr/>
                    <a:lstStyle/>
                    <a:p>
                      <a:r>
                        <a:rPr lang="fr-FR" sz="1200" dirty="0"/>
                        <a:t>Seuil</a:t>
                      </a:r>
                    </a:p>
                  </a:txBody>
                  <a:tcPr/>
                </a:tc>
                <a:tc>
                  <a:txBody>
                    <a:bodyPr/>
                    <a:lstStyle/>
                    <a:p>
                      <a:r>
                        <a:rPr lang="fr-FR" sz="1200" dirty="0"/>
                        <a:t>Dossiers en revue</a:t>
                      </a:r>
                    </a:p>
                  </a:txBody>
                  <a:tcPr/>
                </a:tc>
                <a:tc>
                  <a:txBody>
                    <a:bodyPr/>
                    <a:lstStyle/>
                    <a:p>
                      <a:r>
                        <a:rPr lang="fr-FR" sz="1200" dirty="0"/>
                        <a:t>Erreur critique</a:t>
                      </a:r>
                    </a:p>
                  </a:txBody>
                  <a:tcPr/>
                </a:tc>
                <a:tc>
                  <a:txBody>
                    <a:bodyPr/>
                    <a:lstStyle/>
                    <a:p>
                      <a:r>
                        <a:rPr lang="fr-FR" sz="1200" dirty="0"/>
                        <a:t>Erreur critique en revue</a:t>
                      </a:r>
                    </a:p>
                  </a:txBody>
                  <a:tcPr/>
                </a:tc>
                <a:extLst>
                  <a:ext uri="{0D108BD9-81ED-4DB2-BD59-A6C34878D82A}">
                    <a16:rowId xmlns:a16="http://schemas.microsoft.com/office/drawing/2014/main" val="3606683890"/>
                  </a:ext>
                </a:extLst>
              </a:tr>
              <a:tr h="241173">
                <a:tc>
                  <a:txBody>
                    <a:bodyPr/>
                    <a:lstStyle/>
                    <a:p>
                      <a:r>
                        <a:rPr lang="fr-FR" sz="1200" dirty="0"/>
                        <a:t>0,2</a:t>
                      </a:r>
                    </a:p>
                  </a:txBody>
                  <a:tcPr/>
                </a:tc>
                <a:tc>
                  <a:txBody>
                    <a:bodyPr/>
                    <a:lstStyle/>
                    <a:p>
                      <a:r>
                        <a:rPr lang="fr-FR" sz="1200" dirty="0"/>
                        <a:t>110</a:t>
                      </a:r>
                    </a:p>
                  </a:txBody>
                  <a:tcPr/>
                </a:tc>
                <a:tc>
                  <a:txBody>
                    <a:bodyPr/>
                    <a:lstStyle/>
                    <a:p>
                      <a:r>
                        <a:rPr lang="fr-FR" sz="1200" dirty="0"/>
                        <a:t>9</a:t>
                      </a:r>
                    </a:p>
                  </a:txBody>
                  <a:tcPr/>
                </a:tc>
                <a:tc>
                  <a:txBody>
                    <a:bodyPr/>
                    <a:lstStyle/>
                    <a:p>
                      <a:r>
                        <a:rPr lang="fr-FR" sz="1200" dirty="0"/>
                        <a:t>4</a:t>
                      </a:r>
                    </a:p>
                  </a:txBody>
                  <a:tcPr/>
                </a:tc>
                <a:extLst>
                  <a:ext uri="{0D108BD9-81ED-4DB2-BD59-A6C34878D82A}">
                    <a16:rowId xmlns:a16="http://schemas.microsoft.com/office/drawing/2014/main" val="3111589112"/>
                  </a:ext>
                </a:extLst>
              </a:tr>
              <a:tr h="241173">
                <a:tc>
                  <a:txBody>
                    <a:bodyPr/>
                    <a:lstStyle/>
                    <a:p>
                      <a:r>
                        <a:rPr lang="fr-FR" sz="1200" dirty="0"/>
                        <a:t>0,25</a:t>
                      </a:r>
                    </a:p>
                  </a:txBody>
                  <a:tcPr/>
                </a:tc>
                <a:tc>
                  <a:txBody>
                    <a:bodyPr/>
                    <a:lstStyle/>
                    <a:p>
                      <a:r>
                        <a:rPr lang="fr-FR" sz="1200" dirty="0"/>
                        <a:t>106</a:t>
                      </a:r>
                    </a:p>
                  </a:txBody>
                  <a:tcPr/>
                </a:tc>
                <a:tc>
                  <a:txBody>
                    <a:bodyPr/>
                    <a:lstStyle/>
                    <a:p>
                      <a:r>
                        <a:rPr lang="fr-FR" sz="1200" dirty="0"/>
                        <a:t>9</a:t>
                      </a:r>
                    </a:p>
                  </a:txBody>
                  <a:tcPr/>
                </a:tc>
                <a:tc>
                  <a:txBody>
                    <a:bodyPr/>
                    <a:lstStyle/>
                    <a:p>
                      <a:r>
                        <a:rPr lang="fr-FR" sz="1200" dirty="0"/>
                        <a:t>3</a:t>
                      </a:r>
                    </a:p>
                  </a:txBody>
                  <a:tcPr/>
                </a:tc>
                <a:extLst>
                  <a:ext uri="{0D108BD9-81ED-4DB2-BD59-A6C34878D82A}">
                    <a16:rowId xmlns:a16="http://schemas.microsoft.com/office/drawing/2014/main" val="3844195452"/>
                  </a:ext>
                </a:extLst>
              </a:tr>
              <a:tr h="241173">
                <a:tc>
                  <a:txBody>
                    <a:bodyPr/>
                    <a:lstStyle/>
                    <a:p>
                      <a:r>
                        <a:rPr lang="fr-FR" sz="1200" dirty="0"/>
                        <a:t>0,30</a:t>
                      </a:r>
                    </a:p>
                  </a:txBody>
                  <a:tcPr/>
                </a:tc>
                <a:tc>
                  <a:txBody>
                    <a:bodyPr/>
                    <a:lstStyle/>
                    <a:p>
                      <a:r>
                        <a:rPr lang="fr-FR" sz="1200" dirty="0"/>
                        <a:t>105</a:t>
                      </a:r>
                    </a:p>
                  </a:txBody>
                  <a:tcPr/>
                </a:tc>
                <a:tc>
                  <a:txBody>
                    <a:bodyPr/>
                    <a:lstStyle/>
                    <a:p>
                      <a:r>
                        <a:rPr lang="fr-FR" sz="1200" dirty="0"/>
                        <a:t>9</a:t>
                      </a:r>
                    </a:p>
                  </a:txBody>
                  <a:tcPr/>
                </a:tc>
                <a:tc>
                  <a:txBody>
                    <a:bodyPr/>
                    <a:lstStyle/>
                    <a:p>
                      <a:r>
                        <a:rPr lang="fr-FR" sz="1200" dirty="0"/>
                        <a:t>3</a:t>
                      </a:r>
                    </a:p>
                  </a:txBody>
                  <a:tcPr/>
                </a:tc>
                <a:extLst>
                  <a:ext uri="{0D108BD9-81ED-4DB2-BD59-A6C34878D82A}">
                    <a16:rowId xmlns:a16="http://schemas.microsoft.com/office/drawing/2014/main" val="123128528"/>
                  </a:ext>
                </a:extLst>
              </a:tr>
              <a:tr h="241173">
                <a:tc>
                  <a:txBody>
                    <a:bodyPr/>
                    <a:lstStyle/>
                    <a:p>
                      <a:r>
                        <a:rPr lang="fr-FR" sz="1200" dirty="0"/>
                        <a:t>0,35</a:t>
                      </a:r>
                    </a:p>
                  </a:txBody>
                  <a:tcPr/>
                </a:tc>
                <a:tc>
                  <a:txBody>
                    <a:bodyPr/>
                    <a:lstStyle/>
                    <a:p>
                      <a:r>
                        <a:rPr lang="fr-FR" sz="1200" dirty="0"/>
                        <a:t>105</a:t>
                      </a:r>
                    </a:p>
                  </a:txBody>
                  <a:tcPr/>
                </a:tc>
                <a:tc>
                  <a:txBody>
                    <a:bodyPr/>
                    <a:lstStyle/>
                    <a:p>
                      <a:r>
                        <a:rPr lang="fr-FR" sz="1200" dirty="0"/>
                        <a:t>9</a:t>
                      </a:r>
                    </a:p>
                  </a:txBody>
                  <a:tcPr/>
                </a:tc>
                <a:tc>
                  <a:txBody>
                    <a:bodyPr/>
                    <a:lstStyle/>
                    <a:p>
                      <a:r>
                        <a:rPr lang="fr-FR" sz="1200" dirty="0"/>
                        <a:t>3</a:t>
                      </a:r>
                    </a:p>
                  </a:txBody>
                  <a:tcPr/>
                </a:tc>
                <a:extLst>
                  <a:ext uri="{0D108BD9-81ED-4DB2-BD59-A6C34878D82A}">
                    <a16:rowId xmlns:a16="http://schemas.microsoft.com/office/drawing/2014/main" val="3282710958"/>
                  </a:ext>
                </a:extLst>
              </a:tr>
              <a:tr h="269929">
                <a:tc>
                  <a:txBody>
                    <a:bodyPr/>
                    <a:lstStyle/>
                    <a:p>
                      <a:r>
                        <a:rPr lang="fr-FR" sz="1200" dirty="0"/>
                        <a:t>0,4</a:t>
                      </a:r>
                    </a:p>
                  </a:txBody>
                  <a:tcPr/>
                </a:tc>
                <a:tc>
                  <a:txBody>
                    <a:bodyPr/>
                    <a:lstStyle/>
                    <a:p>
                      <a:r>
                        <a:rPr lang="fr-FR" sz="1200" dirty="0"/>
                        <a:t>105</a:t>
                      </a:r>
                    </a:p>
                  </a:txBody>
                  <a:tcPr/>
                </a:tc>
                <a:tc>
                  <a:txBody>
                    <a:bodyPr/>
                    <a:lstStyle/>
                    <a:p>
                      <a:r>
                        <a:rPr lang="fr-FR" sz="1200" dirty="0"/>
                        <a:t>9</a:t>
                      </a:r>
                    </a:p>
                  </a:txBody>
                  <a:tcPr/>
                </a:tc>
                <a:tc>
                  <a:txBody>
                    <a:bodyPr/>
                    <a:lstStyle/>
                    <a:p>
                      <a:r>
                        <a:rPr lang="fr-FR" sz="1200" dirty="0"/>
                        <a:t>3</a:t>
                      </a:r>
                    </a:p>
                  </a:txBody>
                  <a:tcPr/>
                </a:tc>
                <a:extLst>
                  <a:ext uri="{0D108BD9-81ED-4DB2-BD59-A6C34878D82A}">
                    <a16:rowId xmlns:a16="http://schemas.microsoft.com/office/drawing/2014/main" val="1744838804"/>
                  </a:ext>
                </a:extLst>
              </a:tr>
            </a:tbl>
          </a:graphicData>
        </a:graphic>
      </p:graphicFrame>
      <p:pic>
        <p:nvPicPr>
          <p:cNvPr id="16" name="Image 15">
            <a:extLst>
              <a:ext uri="{FF2B5EF4-FFF2-40B4-BE49-F238E27FC236}">
                <a16:creationId xmlns:a16="http://schemas.microsoft.com/office/drawing/2014/main" id="{02462513-0D3E-5661-BDAD-574A72DAC519}"/>
              </a:ext>
            </a:extLst>
          </p:cNvPr>
          <p:cNvPicPr>
            <a:picLocks noChangeAspect="1"/>
          </p:cNvPicPr>
          <p:nvPr/>
        </p:nvPicPr>
        <p:blipFill>
          <a:blip r:embed="rId5"/>
          <a:stretch>
            <a:fillRect/>
          </a:stretch>
        </p:blipFill>
        <p:spPr>
          <a:xfrm>
            <a:off x="758471" y="2238520"/>
            <a:ext cx="5035840" cy="2726534"/>
          </a:xfrm>
          <a:prstGeom prst="rect">
            <a:avLst/>
          </a:prstGeom>
        </p:spPr>
      </p:pic>
    </p:spTree>
    <p:extLst>
      <p:ext uri="{BB962C8B-B14F-4D97-AF65-F5344CB8AC3E}">
        <p14:creationId xmlns:p14="http://schemas.microsoft.com/office/powerpoint/2010/main" val="1587588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BD8E8665-F5C0-393E-2603-183273205AFC}"/>
              </a:ext>
            </a:extLst>
          </p:cNvPr>
          <p:cNvPicPr>
            <a:picLocks noChangeAspect="1"/>
          </p:cNvPicPr>
          <p:nvPr/>
        </p:nvPicPr>
        <p:blipFill>
          <a:blip r:embed="rId3"/>
          <a:stretch>
            <a:fillRect/>
          </a:stretch>
        </p:blipFill>
        <p:spPr>
          <a:xfrm>
            <a:off x="8481527" y="1334243"/>
            <a:ext cx="3650149" cy="2668689"/>
          </a:xfrm>
          <a:prstGeom prst="rect">
            <a:avLst/>
          </a:prstGeom>
        </p:spPr>
      </p:pic>
      <p:sp>
        <p:nvSpPr>
          <p:cNvPr id="2" name="Titre 1">
            <a:extLst>
              <a:ext uri="{FF2B5EF4-FFF2-40B4-BE49-F238E27FC236}">
                <a16:creationId xmlns:a16="http://schemas.microsoft.com/office/drawing/2014/main" id="{BC30F3B6-D16A-00AD-7FD6-B5DED3E33199}"/>
              </a:ext>
            </a:extLst>
          </p:cNvPr>
          <p:cNvSpPr>
            <a:spLocks noGrp="1"/>
          </p:cNvSpPr>
          <p:nvPr>
            <p:ph type="title"/>
          </p:nvPr>
        </p:nvSpPr>
        <p:spPr/>
        <p:txBody>
          <a:bodyPr/>
          <a:lstStyle/>
          <a:p>
            <a:r>
              <a:rPr lang="fr-FR" b="1" dirty="0"/>
              <a:t>Optimisation des hyperparamètres - </a:t>
            </a:r>
            <a:r>
              <a:rPr lang="fr-FR" b="1" dirty="0" err="1"/>
              <a:t>RandomForestClassifier</a:t>
            </a:r>
            <a:br>
              <a:rPr lang="fr-FR" dirty="0"/>
            </a:br>
            <a:endParaRPr lang="fr-FR" dirty="0"/>
          </a:p>
        </p:txBody>
      </p:sp>
      <p:sp>
        <p:nvSpPr>
          <p:cNvPr id="3" name="Espace réservé du texte 2">
            <a:extLst>
              <a:ext uri="{FF2B5EF4-FFF2-40B4-BE49-F238E27FC236}">
                <a16:creationId xmlns:a16="http://schemas.microsoft.com/office/drawing/2014/main" id="{84D50E30-4227-F14B-117F-0F9F9971928C}"/>
              </a:ext>
            </a:extLst>
          </p:cNvPr>
          <p:cNvSpPr>
            <a:spLocks noGrp="1"/>
          </p:cNvSpPr>
          <p:nvPr>
            <p:ph type="body" sz="quarter" idx="10"/>
          </p:nvPr>
        </p:nvSpPr>
        <p:spPr/>
        <p:txBody>
          <a:bodyPr/>
          <a:lstStyle/>
          <a:p>
            <a:r>
              <a:rPr lang="fr-FR" b="1" dirty="0"/>
              <a:t>Comment optimiser les hyperparamètres pour améliorer les performances des modèles ?</a:t>
            </a:r>
            <a:endParaRPr lang="fr-FR" dirty="0"/>
          </a:p>
          <a:p>
            <a:endParaRPr lang="fr-FR" dirty="0"/>
          </a:p>
        </p:txBody>
      </p:sp>
      <p:sp>
        <p:nvSpPr>
          <p:cNvPr id="4" name="Espace réservé du contenu 3">
            <a:extLst>
              <a:ext uri="{FF2B5EF4-FFF2-40B4-BE49-F238E27FC236}">
                <a16:creationId xmlns:a16="http://schemas.microsoft.com/office/drawing/2014/main" id="{42B75115-40C6-744E-046C-9A77813F5AF1}"/>
              </a:ext>
            </a:extLst>
          </p:cNvPr>
          <p:cNvSpPr>
            <a:spLocks noGrp="1"/>
          </p:cNvSpPr>
          <p:nvPr>
            <p:ph idx="12"/>
          </p:nvPr>
        </p:nvSpPr>
        <p:spPr/>
        <p:txBody>
          <a:bodyPr/>
          <a:lstStyle/>
          <a:p>
            <a:r>
              <a:rPr lang="fr-FR" dirty="0"/>
              <a:t>Hyperparamètres explorés : </a:t>
            </a:r>
            <a:r>
              <a:rPr lang="fr-FR" dirty="0" err="1"/>
              <a:t>n_estimators</a:t>
            </a:r>
            <a:r>
              <a:rPr lang="fr-FR" dirty="0"/>
              <a:t>, </a:t>
            </a:r>
            <a:r>
              <a:rPr lang="fr-FR" dirty="0" err="1"/>
              <a:t>max_depth</a:t>
            </a:r>
            <a:r>
              <a:rPr lang="fr-FR" dirty="0"/>
              <a:t>, </a:t>
            </a:r>
            <a:r>
              <a:rPr lang="fr-FR" dirty="0" err="1"/>
              <a:t>min_samples_leaf</a:t>
            </a:r>
            <a:r>
              <a:rPr lang="fr-FR" dirty="0"/>
              <a:t>, </a:t>
            </a:r>
            <a:r>
              <a:rPr lang="fr-FR" dirty="0" err="1"/>
              <a:t>max_features</a:t>
            </a:r>
            <a:r>
              <a:rPr lang="fr-FR" dirty="0"/>
              <a:t>, </a:t>
            </a:r>
            <a:r>
              <a:rPr lang="fr-FR" dirty="0" err="1"/>
              <a:t>class_weight</a:t>
            </a:r>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dirty="0"/>
              <a:t>Courbe d’apprentissage :</a:t>
            </a:r>
          </a:p>
          <a:p>
            <a:endParaRPr lang="fr-FR" dirty="0"/>
          </a:p>
        </p:txBody>
      </p:sp>
      <p:sp>
        <p:nvSpPr>
          <p:cNvPr id="5" name="Espace réservé du contenu 4">
            <a:extLst>
              <a:ext uri="{FF2B5EF4-FFF2-40B4-BE49-F238E27FC236}">
                <a16:creationId xmlns:a16="http://schemas.microsoft.com/office/drawing/2014/main" id="{7FD801F6-26EB-29B8-5A31-143D5D01D343}"/>
              </a:ext>
            </a:extLst>
          </p:cNvPr>
          <p:cNvSpPr>
            <a:spLocks noGrp="1"/>
          </p:cNvSpPr>
          <p:nvPr>
            <p:ph idx="13"/>
          </p:nvPr>
        </p:nvSpPr>
        <p:spPr/>
        <p:txBody>
          <a:bodyPr/>
          <a:lstStyle/>
          <a:p>
            <a:r>
              <a:rPr lang="fr-FR" dirty="0"/>
              <a:t>Paramètres retenus :</a:t>
            </a:r>
          </a:p>
          <a:p>
            <a:pPr marL="0" indent="0">
              <a:buNone/>
            </a:pPr>
            <a:r>
              <a:rPr lang="fr-FR" sz="1100" dirty="0" err="1"/>
              <a:t>n_estimators</a:t>
            </a:r>
            <a:r>
              <a:rPr lang="fr-FR" sz="1100" dirty="0"/>
              <a:t>=500,</a:t>
            </a:r>
          </a:p>
          <a:p>
            <a:pPr marL="0" indent="0">
              <a:buNone/>
            </a:pPr>
            <a:r>
              <a:rPr lang="fr-FR" sz="1100" dirty="0" err="1"/>
              <a:t>max_depth</a:t>
            </a:r>
            <a:r>
              <a:rPr lang="fr-FR" sz="1100" dirty="0"/>
              <a:t>=12,</a:t>
            </a:r>
          </a:p>
          <a:p>
            <a:pPr marL="0" indent="0">
              <a:buNone/>
            </a:pPr>
            <a:r>
              <a:rPr lang="fr-FR" sz="1100" dirty="0" err="1"/>
              <a:t>min_samples_split</a:t>
            </a:r>
            <a:r>
              <a:rPr lang="fr-FR" sz="1100" dirty="0"/>
              <a:t>=5,</a:t>
            </a:r>
          </a:p>
          <a:p>
            <a:pPr marL="0" indent="0">
              <a:buNone/>
            </a:pPr>
            <a:r>
              <a:rPr lang="fr-FR" sz="1100" dirty="0" err="1"/>
              <a:t>min_samples_leaf</a:t>
            </a:r>
            <a:r>
              <a:rPr lang="fr-FR" sz="1100" dirty="0"/>
              <a:t>=4,</a:t>
            </a:r>
          </a:p>
          <a:p>
            <a:pPr marL="0" indent="0">
              <a:buNone/>
            </a:pPr>
            <a:r>
              <a:rPr lang="fr-FR" sz="1100" dirty="0" err="1"/>
              <a:t>max_features</a:t>
            </a:r>
            <a:r>
              <a:rPr lang="fr-FR" sz="1100" dirty="0"/>
              <a:t>="</a:t>
            </a:r>
            <a:r>
              <a:rPr lang="fr-FR" sz="1100" dirty="0" err="1"/>
              <a:t>sqrt</a:t>
            </a:r>
            <a:r>
              <a:rPr lang="fr-FR" sz="1100" dirty="0"/>
              <a:t>",</a:t>
            </a:r>
          </a:p>
          <a:p>
            <a:pPr marL="0" indent="0">
              <a:buNone/>
            </a:pPr>
            <a:r>
              <a:rPr lang="fr-FR" sz="1100" dirty="0" err="1"/>
              <a:t>max_samples</a:t>
            </a:r>
            <a:r>
              <a:rPr lang="fr-FR" sz="1100" dirty="0"/>
              <a:t>=0.8,</a:t>
            </a:r>
          </a:p>
          <a:p>
            <a:pPr marL="0" indent="0">
              <a:buNone/>
            </a:pPr>
            <a:r>
              <a:rPr lang="fr-FR" sz="1100" dirty="0" err="1"/>
              <a:t>bootstrap</a:t>
            </a:r>
            <a:r>
              <a:rPr lang="fr-FR" sz="1100" dirty="0"/>
              <a:t>=True,</a:t>
            </a:r>
            <a:endParaRPr lang="fr-FR" dirty="0"/>
          </a:p>
          <a:p>
            <a:pPr marL="0" indent="0">
              <a:buNone/>
            </a:pPr>
            <a:r>
              <a:rPr lang="fr-FR" sz="1100" dirty="0" err="1"/>
              <a:t>random_state</a:t>
            </a:r>
            <a:r>
              <a:rPr lang="fr-FR" sz="1100" dirty="0"/>
              <a:t>=RANDOM_STATE,</a:t>
            </a:r>
          </a:p>
          <a:p>
            <a:pPr marL="0" indent="0">
              <a:buNone/>
            </a:pPr>
            <a:r>
              <a:rPr lang="fr-FR" sz="1100" dirty="0" err="1"/>
              <a:t>n_jobs</a:t>
            </a:r>
            <a:r>
              <a:rPr lang="fr-FR" sz="1100" dirty="0"/>
              <a:t>=-1,</a:t>
            </a:r>
            <a:br>
              <a:rPr lang="fr-FR" sz="1100" dirty="0"/>
            </a:br>
            <a:r>
              <a:rPr lang="fr-FR" sz="1100" dirty="0" err="1"/>
              <a:t>class_weights_lr</a:t>
            </a:r>
            <a:r>
              <a:rPr lang="fr-FR" sz="1100" dirty="0"/>
              <a:t> = {0: 1.0, 1: 1.0, 2: 3.0}</a:t>
            </a:r>
          </a:p>
          <a:p>
            <a:pPr marL="0" indent="0">
              <a:buNone/>
            </a:pPr>
            <a:endParaRPr lang="fr-FR" sz="800" dirty="0"/>
          </a:p>
          <a:p>
            <a:r>
              <a:rPr lang="fr-FR" dirty="0"/>
              <a:t>Filet de sécurité et revue humaine :</a:t>
            </a:r>
          </a:p>
        </p:txBody>
      </p:sp>
      <p:sp>
        <p:nvSpPr>
          <p:cNvPr id="6" name="Espace réservé du numéro de diapositive 5">
            <a:extLst>
              <a:ext uri="{FF2B5EF4-FFF2-40B4-BE49-F238E27FC236}">
                <a16:creationId xmlns:a16="http://schemas.microsoft.com/office/drawing/2014/main" id="{EB287EA1-0B6B-7BF5-DB65-6B2A28CFA58D}"/>
              </a:ext>
            </a:extLst>
          </p:cNvPr>
          <p:cNvSpPr>
            <a:spLocks noGrp="1"/>
          </p:cNvSpPr>
          <p:nvPr>
            <p:ph type="sldNum" sz="quarter" idx="4"/>
          </p:nvPr>
        </p:nvSpPr>
        <p:spPr/>
        <p:txBody>
          <a:bodyPr/>
          <a:lstStyle/>
          <a:p>
            <a:fld id="{DAF489CC-3B7A-4DA5-A8C0-4984788D0EC5}" type="slidenum">
              <a:rPr lang="nl-NL" smtClean="0"/>
              <a:pPr/>
              <a:t>25</a:t>
            </a:fld>
            <a:endParaRPr lang="nl-NL" dirty="0"/>
          </a:p>
        </p:txBody>
      </p:sp>
      <p:pic>
        <p:nvPicPr>
          <p:cNvPr id="8" name="Image 7">
            <a:extLst>
              <a:ext uri="{FF2B5EF4-FFF2-40B4-BE49-F238E27FC236}">
                <a16:creationId xmlns:a16="http://schemas.microsoft.com/office/drawing/2014/main" id="{2B3459DB-F097-EC5D-734A-276BDFB4DCDA}"/>
              </a:ext>
            </a:extLst>
          </p:cNvPr>
          <p:cNvPicPr>
            <a:picLocks noChangeAspect="1"/>
          </p:cNvPicPr>
          <p:nvPr/>
        </p:nvPicPr>
        <p:blipFill>
          <a:blip r:embed="rId4"/>
          <a:stretch>
            <a:fillRect/>
          </a:stretch>
        </p:blipFill>
        <p:spPr>
          <a:xfrm>
            <a:off x="823542" y="1984621"/>
            <a:ext cx="4838609" cy="2585266"/>
          </a:xfrm>
          <a:prstGeom prst="rect">
            <a:avLst/>
          </a:prstGeom>
        </p:spPr>
      </p:pic>
      <p:pic>
        <p:nvPicPr>
          <p:cNvPr id="10" name="Image 9">
            <a:extLst>
              <a:ext uri="{FF2B5EF4-FFF2-40B4-BE49-F238E27FC236}">
                <a16:creationId xmlns:a16="http://schemas.microsoft.com/office/drawing/2014/main" id="{33801B05-1B95-1160-1D12-6B9C3B95296C}"/>
              </a:ext>
            </a:extLst>
          </p:cNvPr>
          <p:cNvPicPr>
            <a:picLocks noChangeAspect="1"/>
          </p:cNvPicPr>
          <p:nvPr/>
        </p:nvPicPr>
        <p:blipFill>
          <a:blip r:embed="rId5"/>
          <a:stretch>
            <a:fillRect/>
          </a:stretch>
        </p:blipFill>
        <p:spPr>
          <a:xfrm>
            <a:off x="3153747" y="4574552"/>
            <a:ext cx="2434532" cy="1813478"/>
          </a:xfrm>
          <a:prstGeom prst="rect">
            <a:avLst/>
          </a:prstGeom>
        </p:spPr>
      </p:pic>
      <p:graphicFrame>
        <p:nvGraphicFramePr>
          <p:cNvPr id="14" name="Tableau 13">
            <a:extLst>
              <a:ext uri="{FF2B5EF4-FFF2-40B4-BE49-F238E27FC236}">
                <a16:creationId xmlns:a16="http://schemas.microsoft.com/office/drawing/2014/main" id="{8F1E78CC-297F-E895-A750-71105815963D}"/>
              </a:ext>
            </a:extLst>
          </p:cNvPr>
          <p:cNvGraphicFramePr>
            <a:graphicFrameLocks noGrp="1"/>
          </p:cNvGraphicFramePr>
          <p:nvPr>
            <p:extLst>
              <p:ext uri="{D42A27DB-BD31-4B8C-83A1-F6EECF244321}">
                <p14:modId xmlns:p14="http://schemas.microsoft.com/office/powerpoint/2010/main" val="3977992633"/>
              </p:ext>
            </p:extLst>
          </p:nvPr>
        </p:nvGraphicFramePr>
        <p:xfrm>
          <a:off x="6193318" y="4569887"/>
          <a:ext cx="5879691" cy="1722732"/>
        </p:xfrm>
        <a:graphic>
          <a:graphicData uri="http://schemas.openxmlformats.org/drawingml/2006/table">
            <a:tbl>
              <a:tblPr firstRow="1" bandRow="1">
                <a:tableStyleId>{5C22544A-7EE6-4342-B048-85BDC9FD1C3A}</a:tableStyleId>
              </a:tblPr>
              <a:tblGrid>
                <a:gridCol w="560440">
                  <a:extLst>
                    <a:ext uri="{9D8B030D-6E8A-4147-A177-3AD203B41FA5}">
                      <a16:colId xmlns:a16="http://schemas.microsoft.com/office/drawing/2014/main" val="3550099235"/>
                    </a:ext>
                  </a:extLst>
                </a:gridCol>
                <a:gridCol w="1533832">
                  <a:extLst>
                    <a:ext uri="{9D8B030D-6E8A-4147-A177-3AD203B41FA5}">
                      <a16:colId xmlns:a16="http://schemas.microsoft.com/office/drawing/2014/main" val="3219727024"/>
                    </a:ext>
                  </a:extLst>
                </a:gridCol>
                <a:gridCol w="1297858">
                  <a:extLst>
                    <a:ext uri="{9D8B030D-6E8A-4147-A177-3AD203B41FA5}">
                      <a16:colId xmlns:a16="http://schemas.microsoft.com/office/drawing/2014/main" val="974564142"/>
                    </a:ext>
                  </a:extLst>
                </a:gridCol>
                <a:gridCol w="2487561">
                  <a:extLst>
                    <a:ext uri="{9D8B030D-6E8A-4147-A177-3AD203B41FA5}">
                      <a16:colId xmlns:a16="http://schemas.microsoft.com/office/drawing/2014/main" val="2934046684"/>
                    </a:ext>
                  </a:extLst>
                </a:gridCol>
              </a:tblGrid>
              <a:tr h="257693">
                <a:tc>
                  <a:txBody>
                    <a:bodyPr/>
                    <a:lstStyle/>
                    <a:p>
                      <a:r>
                        <a:rPr lang="fr-FR" sz="1200" dirty="0"/>
                        <a:t>Seuil</a:t>
                      </a:r>
                    </a:p>
                  </a:txBody>
                  <a:tcPr/>
                </a:tc>
                <a:tc>
                  <a:txBody>
                    <a:bodyPr/>
                    <a:lstStyle/>
                    <a:p>
                      <a:r>
                        <a:rPr lang="fr-FR" sz="1200" dirty="0"/>
                        <a:t>Dossiers en revue</a:t>
                      </a:r>
                    </a:p>
                  </a:txBody>
                  <a:tcPr/>
                </a:tc>
                <a:tc>
                  <a:txBody>
                    <a:bodyPr/>
                    <a:lstStyle/>
                    <a:p>
                      <a:r>
                        <a:rPr lang="fr-FR" sz="1200" dirty="0"/>
                        <a:t>Erreur critique</a:t>
                      </a:r>
                    </a:p>
                  </a:txBody>
                  <a:tcPr/>
                </a:tc>
                <a:tc>
                  <a:txBody>
                    <a:bodyPr/>
                    <a:lstStyle/>
                    <a:p>
                      <a:r>
                        <a:rPr lang="fr-FR" sz="1200" dirty="0"/>
                        <a:t>Erreur critique en revue</a:t>
                      </a:r>
                    </a:p>
                  </a:txBody>
                  <a:tcPr/>
                </a:tc>
                <a:extLst>
                  <a:ext uri="{0D108BD9-81ED-4DB2-BD59-A6C34878D82A}">
                    <a16:rowId xmlns:a16="http://schemas.microsoft.com/office/drawing/2014/main" val="3606683890"/>
                  </a:ext>
                </a:extLst>
              </a:tr>
              <a:tr h="265779">
                <a:tc>
                  <a:txBody>
                    <a:bodyPr/>
                    <a:lstStyle/>
                    <a:p>
                      <a:r>
                        <a:rPr lang="fr-FR" sz="1200" dirty="0"/>
                        <a:t>0,2</a:t>
                      </a:r>
                    </a:p>
                  </a:txBody>
                  <a:tcPr/>
                </a:tc>
                <a:tc>
                  <a:txBody>
                    <a:bodyPr/>
                    <a:lstStyle/>
                    <a:p>
                      <a:r>
                        <a:rPr lang="fr-FR" sz="1200" dirty="0"/>
                        <a:t>297</a:t>
                      </a:r>
                    </a:p>
                  </a:txBody>
                  <a:tcPr/>
                </a:tc>
                <a:tc>
                  <a:txBody>
                    <a:bodyPr/>
                    <a:lstStyle/>
                    <a:p>
                      <a:r>
                        <a:rPr lang="fr-FR" sz="1200" dirty="0"/>
                        <a:t>4</a:t>
                      </a:r>
                    </a:p>
                  </a:txBody>
                  <a:tcPr/>
                </a:tc>
                <a:tc>
                  <a:txBody>
                    <a:bodyPr/>
                    <a:lstStyle/>
                    <a:p>
                      <a:r>
                        <a:rPr lang="fr-FR" sz="1200" dirty="0"/>
                        <a:t>4</a:t>
                      </a:r>
                    </a:p>
                  </a:txBody>
                  <a:tcPr/>
                </a:tc>
                <a:extLst>
                  <a:ext uri="{0D108BD9-81ED-4DB2-BD59-A6C34878D82A}">
                    <a16:rowId xmlns:a16="http://schemas.microsoft.com/office/drawing/2014/main" val="3111589112"/>
                  </a:ext>
                </a:extLst>
              </a:tr>
              <a:tr h="277089">
                <a:tc>
                  <a:txBody>
                    <a:bodyPr/>
                    <a:lstStyle/>
                    <a:p>
                      <a:r>
                        <a:rPr lang="fr-FR" sz="1200" dirty="0"/>
                        <a:t>0,25</a:t>
                      </a:r>
                    </a:p>
                  </a:txBody>
                  <a:tcPr/>
                </a:tc>
                <a:tc>
                  <a:txBody>
                    <a:bodyPr/>
                    <a:lstStyle/>
                    <a:p>
                      <a:r>
                        <a:rPr lang="fr-FR" sz="1200" dirty="0"/>
                        <a:t>297</a:t>
                      </a:r>
                    </a:p>
                  </a:txBody>
                  <a:tcPr/>
                </a:tc>
                <a:tc>
                  <a:txBody>
                    <a:bodyPr/>
                    <a:lstStyle/>
                    <a:p>
                      <a:r>
                        <a:rPr lang="fr-FR" sz="1200" dirty="0"/>
                        <a:t>4</a:t>
                      </a:r>
                    </a:p>
                  </a:txBody>
                  <a:tcPr/>
                </a:tc>
                <a:tc>
                  <a:txBody>
                    <a:bodyPr/>
                    <a:lstStyle/>
                    <a:p>
                      <a:r>
                        <a:rPr lang="fr-FR" sz="1200" dirty="0"/>
                        <a:t>4</a:t>
                      </a:r>
                    </a:p>
                  </a:txBody>
                  <a:tcPr/>
                </a:tc>
                <a:extLst>
                  <a:ext uri="{0D108BD9-81ED-4DB2-BD59-A6C34878D82A}">
                    <a16:rowId xmlns:a16="http://schemas.microsoft.com/office/drawing/2014/main" val="3844195452"/>
                  </a:ext>
                </a:extLst>
              </a:tr>
              <a:tr h="267854">
                <a:tc>
                  <a:txBody>
                    <a:bodyPr/>
                    <a:lstStyle/>
                    <a:p>
                      <a:r>
                        <a:rPr lang="fr-FR" sz="1200" dirty="0"/>
                        <a:t>0,30</a:t>
                      </a:r>
                    </a:p>
                  </a:txBody>
                  <a:tcPr/>
                </a:tc>
                <a:tc>
                  <a:txBody>
                    <a:bodyPr/>
                    <a:lstStyle/>
                    <a:p>
                      <a:r>
                        <a:rPr lang="fr-FR" sz="1200" dirty="0"/>
                        <a:t>297</a:t>
                      </a:r>
                    </a:p>
                  </a:txBody>
                  <a:tcPr/>
                </a:tc>
                <a:tc>
                  <a:txBody>
                    <a:bodyPr/>
                    <a:lstStyle/>
                    <a:p>
                      <a:r>
                        <a:rPr lang="fr-FR" sz="1200" dirty="0"/>
                        <a:t>4</a:t>
                      </a:r>
                    </a:p>
                  </a:txBody>
                  <a:tcPr/>
                </a:tc>
                <a:tc>
                  <a:txBody>
                    <a:bodyPr/>
                    <a:lstStyle/>
                    <a:p>
                      <a:r>
                        <a:rPr lang="fr-FR" sz="1200" dirty="0"/>
                        <a:t>4</a:t>
                      </a:r>
                    </a:p>
                  </a:txBody>
                  <a:tcPr/>
                </a:tc>
                <a:extLst>
                  <a:ext uri="{0D108BD9-81ED-4DB2-BD59-A6C34878D82A}">
                    <a16:rowId xmlns:a16="http://schemas.microsoft.com/office/drawing/2014/main" val="123128528"/>
                  </a:ext>
                </a:extLst>
              </a:tr>
              <a:tr h="257693">
                <a:tc>
                  <a:txBody>
                    <a:bodyPr/>
                    <a:lstStyle/>
                    <a:p>
                      <a:r>
                        <a:rPr lang="fr-FR" sz="1200" dirty="0"/>
                        <a:t>0,35</a:t>
                      </a:r>
                    </a:p>
                  </a:txBody>
                  <a:tcPr/>
                </a:tc>
                <a:tc>
                  <a:txBody>
                    <a:bodyPr/>
                    <a:lstStyle/>
                    <a:p>
                      <a:r>
                        <a:rPr lang="fr-FR" sz="1200" dirty="0"/>
                        <a:t>297</a:t>
                      </a:r>
                    </a:p>
                  </a:txBody>
                  <a:tcPr/>
                </a:tc>
                <a:tc>
                  <a:txBody>
                    <a:bodyPr/>
                    <a:lstStyle/>
                    <a:p>
                      <a:r>
                        <a:rPr lang="fr-FR" sz="1200" dirty="0"/>
                        <a:t>4</a:t>
                      </a:r>
                    </a:p>
                  </a:txBody>
                  <a:tcPr/>
                </a:tc>
                <a:tc>
                  <a:txBody>
                    <a:bodyPr/>
                    <a:lstStyle/>
                    <a:p>
                      <a:r>
                        <a:rPr lang="fr-FR" sz="1200" dirty="0"/>
                        <a:t>4</a:t>
                      </a:r>
                    </a:p>
                  </a:txBody>
                  <a:tcPr/>
                </a:tc>
                <a:extLst>
                  <a:ext uri="{0D108BD9-81ED-4DB2-BD59-A6C34878D82A}">
                    <a16:rowId xmlns:a16="http://schemas.microsoft.com/office/drawing/2014/main" val="3282710958"/>
                  </a:ext>
                </a:extLst>
              </a:tr>
              <a:tr h="348363">
                <a:tc>
                  <a:txBody>
                    <a:bodyPr/>
                    <a:lstStyle/>
                    <a:p>
                      <a:r>
                        <a:rPr lang="fr-FR" sz="1200" dirty="0"/>
                        <a:t>0,4</a:t>
                      </a:r>
                    </a:p>
                  </a:txBody>
                  <a:tcPr/>
                </a:tc>
                <a:tc>
                  <a:txBody>
                    <a:bodyPr/>
                    <a:lstStyle/>
                    <a:p>
                      <a:r>
                        <a:rPr lang="fr-FR" sz="1200" dirty="0"/>
                        <a:t>297</a:t>
                      </a:r>
                    </a:p>
                  </a:txBody>
                  <a:tcPr/>
                </a:tc>
                <a:tc>
                  <a:txBody>
                    <a:bodyPr/>
                    <a:lstStyle/>
                    <a:p>
                      <a:r>
                        <a:rPr lang="fr-FR" sz="1200" dirty="0"/>
                        <a:t>4</a:t>
                      </a:r>
                    </a:p>
                  </a:txBody>
                  <a:tcPr/>
                </a:tc>
                <a:tc>
                  <a:txBody>
                    <a:bodyPr/>
                    <a:lstStyle/>
                    <a:p>
                      <a:r>
                        <a:rPr lang="fr-FR" sz="1200" dirty="0"/>
                        <a:t>4</a:t>
                      </a:r>
                    </a:p>
                  </a:txBody>
                  <a:tcPr/>
                </a:tc>
                <a:extLst>
                  <a:ext uri="{0D108BD9-81ED-4DB2-BD59-A6C34878D82A}">
                    <a16:rowId xmlns:a16="http://schemas.microsoft.com/office/drawing/2014/main" val="1744838804"/>
                  </a:ext>
                </a:extLst>
              </a:tr>
            </a:tbl>
          </a:graphicData>
        </a:graphic>
      </p:graphicFrame>
    </p:spTree>
    <p:extLst>
      <p:ext uri="{BB962C8B-B14F-4D97-AF65-F5344CB8AC3E}">
        <p14:creationId xmlns:p14="http://schemas.microsoft.com/office/powerpoint/2010/main" val="1032667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AE0B83-FDDC-48FA-9CA1-04202A8095CD}"/>
              </a:ext>
            </a:extLst>
          </p:cNvPr>
          <p:cNvSpPr>
            <a:spLocks noGrp="1"/>
          </p:cNvSpPr>
          <p:nvPr>
            <p:ph type="title"/>
          </p:nvPr>
        </p:nvSpPr>
        <p:spPr/>
        <p:txBody>
          <a:bodyPr/>
          <a:lstStyle/>
          <a:p>
            <a:r>
              <a:rPr lang="fr-FR" b="1" dirty="0"/>
              <a:t>Optimisation des hyperparamètres – Comparaison des finalistes</a:t>
            </a:r>
            <a:endParaRPr lang="fr-FR" dirty="0"/>
          </a:p>
        </p:txBody>
      </p:sp>
      <p:sp>
        <p:nvSpPr>
          <p:cNvPr id="3" name="Espace réservé du texte 2">
            <a:extLst>
              <a:ext uri="{FF2B5EF4-FFF2-40B4-BE49-F238E27FC236}">
                <a16:creationId xmlns:a16="http://schemas.microsoft.com/office/drawing/2014/main" id="{A704EC7D-BA32-7E61-5DC3-661014C46195}"/>
              </a:ext>
            </a:extLst>
          </p:cNvPr>
          <p:cNvSpPr>
            <a:spLocks noGrp="1"/>
          </p:cNvSpPr>
          <p:nvPr>
            <p:ph type="body" sz="quarter" idx="10"/>
          </p:nvPr>
        </p:nvSpPr>
        <p:spPr/>
        <p:txBody>
          <a:bodyPr/>
          <a:lstStyle/>
          <a:p>
            <a:r>
              <a:rPr lang="fr-FR" b="1" dirty="0"/>
              <a:t>Comment optimiser les hyperparamètres pour améliorer les performances des modèles ?</a:t>
            </a:r>
            <a:endParaRPr lang="fr-FR" dirty="0"/>
          </a:p>
          <a:p>
            <a:endParaRPr lang="fr-FR" dirty="0"/>
          </a:p>
        </p:txBody>
      </p:sp>
      <p:sp>
        <p:nvSpPr>
          <p:cNvPr id="4" name="Espace réservé du numéro de diapositive 3">
            <a:extLst>
              <a:ext uri="{FF2B5EF4-FFF2-40B4-BE49-F238E27FC236}">
                <a16:creationId xmlns:a16="http://schemas.microsoft.com/office/drawing/2014/main" id="{4CAD40AE-ECE3-2559-52E3-4791CB11EAF1}"/>
              </a:ext>
            </a:extLst>
          </p:cNvPr>
          <p:cNvSpPr>
            <a:spLocks noGrp="1"/>
          </p:cNvSpPr>
          <p:nvPr>
            <p:ph type="sldNum" sz="quarter" idx="4"/>
          </p:nvPr>
        </p:nvSpPr>
        <p:spPr/>
        <p:txBody>
          <a:bodyPr/>
          <a:lstStyle/>
          <a:p>
            <a:fld id="{DAF489CC-3B7A-4DA5-A8C0-4984788D0EC5}" type="slidenum">
              <a:rPr lang="nl-NL" smtClean="0"/>
              <a:pPr/>
              <a:t>26</a:t>
            </a:fld>
            <a:endParaRPr lang="nl-NL" dirty="0"/>
          </a:p>
        </p:txBody>
      </p:sp>
      <p:sp>
        <p:nvSpPr>
          <p:cNvPr id="6" name="Espace réservé du contenu 3">
            <a:extLst>
              <a:ext uri="{FF2B5EF4-FFF2-40B4-BE49-F238E27FC236}">
                <a16:creationId xmlns:a16="http://schemas.microsoft.com/office/drawing/2014/main" id="{AABFD4CD-3DDC-5498-4057-4080019A3A3C}"/>
              </a:ext>
            </a:extLst>
          </p:cNvPr>
          <p:cNvSpPr txBox="1">
            <a:spLocks/>
          </p:cNvSpPr>
          <p:nvPr/>
        </p:nvSpPr>
        <p:spPr>
          <a:xfrm>
            <a:off x="509577" y="1070616"/>
            <a:ext cx="9121673"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dirty="0"/>
              <a:t>Hypothèse de coûts :</a:t>
            </a:r>
          </a:p>
          <a:p>
            <a:endParaRPr lang="fr-FR" b="1" dirty="0"/>
          </a:p>
          <a:p>
            <a:endParaRPr lang="fr-FR" b="1" dirty="0"/>
          </a:p>
          <a:p>
            <a:endParaRPr lang="fr-FR" b="1" dirty="0"/>
          </a:p>
          <a:p>
            <a:endParaRPr lang="fr-FR" b="1" dirty="0"/>
          </a:p>
          <a:p>
            <a:endParaRPr lang="fr-FR" b="1" dirty="0"/>
          </a:p>
          <a:p>
            <a:endParaRPr lang="fr-FR" b="1" dirty="0"/>
          </a:p>
          <a:p>
            <a:endParaRPr lang="fr-FR" b="1" dirty="0"/>
          </a:p>
          <a:p>
            <a:r>
              <a:rPr lang="fr-FR" b="1" dirty="0"/>
              <a:t>Résultats :</a:t>
            </a:r>
          </a:p>
        </p:txBody>
      </p:sp>
      <p:graphicFrame>
        <p:nvGraphicFramePr>
          <p:cNvPr id="7" name="Tableau 6">
            <a:extLst>
              <a:ext uri="{FF2B5EF4-FFF2-40B4-BE49-F238E27FC236}">
                <a16:creationId xmlns:a16="http://schemas.microsoft.com/office/drawing/2014/main" id="{B31566C5-90AB-D5BD-2C91-14080B97C701}"/>
              </a:ext>
            </a:extLst>
          </p:cNvPr>
          <p:cNvGraphicFramePr>
            <a:graphicFrameLocks noGrp="1"/>
          </p:cNvGraphicFramePr>
          <p:nvPr>
            <p:extLst>
              <p:ext uri="{D42A27DB-BD31-4B8C-83A1-F6EECF244321}">
                <p14:modId xmlns:p14="http://schemas.microsoft.com/office/powerpoint/2010/main" val="909125321"/>
              </p:ext>
            </p:extLst>
          </p:nvPr>
        </p:nvGraphicFramePr>
        <p:xfrm>
          <a:off x="1572311" y="1398092"/>
          <a:ext cx="9047378" cy="2225040"/>
        </p:xfrm>
        <a:graphic>
          <a:graphicData uri="http://schemas.openxmlformats.org/drawingml/2006/table">
            <a:tbl>
              <a:tblPr firstRow="1" bandRow="1">
                <a:tableStyleId>{5C22544A-7EE6-4342-B048-85BDC9FD1C3A}</a:tableStyleId>
              </a:tblPr>
              <a:tblGrid>
                <a:gridCol w="6992436">
                  <a:extLst>
                    <a:ext uri="{9D8B030D-6E8A-4147-A177-3AD203B41FA5}">
                      <a16:colId xmlns:a16="http://schemas.microsoft.com/office/drawing/2014/main" val="3714823566"/>
                    </a:ext>
                  </a:extLst>
                </a:gridCol>
                <a:gridCol w="2054942">
                  <a:extLst>
                    <a:ext uri="{9D8B030D-6E8A-4147-A177-3AD203B41FA5}">
                      <a16:colId xmlns:a16="http://schemas.microsoft.com/office/drawing/2014/main" val="2391358932"/>
                    </a:ext>
                  </a:extLst>
                </a:gridCol>
              </a:tblGrid>
              <a:tr h="370840">
                <a:tc>
                  <a:txBody>
                    <a:bodyPr/>
                    <a:lstStyle/>
                    <a:p>
                      <a:r>
                        <a:rPr lang="fr-FR" dirty="0"/>
                        <a:t>Type d’hypothèse</a:t>
                      </a:r>
                    </a:p>
                  </a:txBody>
                  <a:tcPr/>
                </a:tc>
                <a:tc>
                  <a:txBody>
                    <a:bodyPr/>
                    <a:lstStyle/>
                    <a:p>
                      <a:r>
                        <a:rPr lang="fr-FR" dirty="0"/>
                        <a:t>Coût proposé</a:t>
                      </a:r>
                    </a:p>
                  </a:txBody>
                  <a:tcPr/>
                </a:tc>
                <a:extLst>
                  <a:ext uri="{0D108BD9-81ED-4DB2-BD59-A6C34878D82A}">
                    <a16:rowId xmlns:a16="http://schemas.microsoft.com/office/drawing/2014/main" val="2521955011"/>
                  </a:ext>
                </a:extLst>
              </a:tr>
              <a:tr h="370840">
                <a:tc>
                  <a:txBody>
                    <a:bodyPr/>
                    <a:lstStyle/>
                    <a:p>
                      <a:r>
                        <a:rPr lang="fr-FR" dirty="0"/>
                        <a:t>Erreur d'orientation modérée « 0 → 1 » ou « 1 → 0 »</a:t>
                      </a:r>
                    </a:p>
                  </a:txBody>
                  <a:tcPr/>
                </a:tc>
                <a:tc>
                  <a:txBody>
                    <a:bodyPr/>
                    <a:lstStyle/>
                    <a:p>
                      <a:r>
                        <a:rPr lang="fr-FR" dirty="0"/>
                        <a:t>1 000 €</a:t>
                      </a:r>
                    </a:p>
                  </a:txBody>
                  <a:tcPr/>
                </a:tc>
                <a:extLst>
                  <a:ext uri="{0D108BD9-81ED-4DB2-BD59-A6C34878D82A}">
                    <a16:rowId xmlns:a16="http://schemas.microsoft.com/office/drawing/2014/main" val="30752572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Intensité d'accompagnement mal évaluée « 1 → 2 » ou « 2 → 1 »</a:t>
                      </a:r>
                    </a:p>
                  </a:txBody>
                  <a:tcPr/>
                </a:tc>
                <a:tc>
                  <a:txBody>
                    <a:bodyPr/>
                    <a:lstStyle/>
                    <a:p>
                      <a:r>
                        <a:rPr lang="fr-FR" dirty="0"/>
                        <a:t>5 000 €</a:t>
                      </a:r>
                    </a:p>
                  </a:txBody>
                  <a:tcPr/>
                </a:tc>
                <a:extLst>
                  <a:ext uri="{0D108BD9-81ED-4DB2-BD59-A6C34878D82A}">
                    <a16:rowId xmlns:a16="http://schemas.microsoft.com/office/drawing/2014/main" val="30729018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Mobilisation excessive de ressources « 0 → 1 »</a:t>
                      </a:r>
                    </a:p>
                  </a:txBody>
                  <a:tcPr/>
                </a:tc>
                <a:tc>
                  <a:txBody>
                    <a:bodyPr/>
                    <a:lstStyle/>
                    <a:p>
                      <a:r>
                        <a:rPr lang="fr-FR" dirty="0"/>
                        <a:t>8 000 €</a:t>
                      </a:r>
                    </a:p>
                  </a:txBody>
                  <a:tcPr/>
                </a:tc>
                <a:extLst>
                  <a:ext uri="{0D108BD9-81ED-4DB2-BD59-A6C34878D82A}">
                    <a16:rowId xmlns:a16="http://schemas.microsoft.com/office/drawing/2014/main" val="30856880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Erreur critique « 0 → 1 »</a:t>
                      </a:r>
                    </a:p>
                  </a:txBody>
                  <a:tcPr/>
                </a:tc>
                <a:tc>
                  <a:txBody>
                    <a:bodyPr/>
                    <a:lstStyle/>
                    <a:p>
                      <a:r>
                        <a:rPr lang="fr-FR" dirty="0"/>
                        <a:t>15 000 €</a:t>
                      </a:r>
                    </a:p>
                  </a:txBody>
                  <a:tcPr/>
                </a:tc>
                <a:extLst>
                  <a:ext uri="{0D108BD9-81ED-4DB2-BD59-A6C34878D82A}">
                    <a16:rowId xmlns:a16="http://schemas.microsoft.com/office/drawing/2014/main" val="3411124189"/>
                  </a:ext>
                </a:extLst>
              </a:tr>
              <a:tr h="370840">
                <a:tc>
                  <a:txBody>
                    <a:bodyPr/>
                    <a:lstStyle/>
                    <a:p>
                      <a:r>
                        <a:rPr lang="fr-FR" dirty="0"/>
                        <a:t>Revue manuelle d’un dossier</a:t>
                      </a:r>
                    </a:p>
                  </a:txBody>
                  <a:tcPr/>
                </a:tc>
                <a:tc>
                  <a:txBody>
                    <a:bodyPr/>
                    <a:lstStyle/>
                    <a:p>
                      <a:r>
                        <a:rPr lang="fr-FR" dirty="0"/>
                        <a:t>20 €</a:t>
                      </a:r>
                    </a:p>
                  </a:txBody>
                  <a:tcPr/>
                </a:tc>
                <a:extLst>
                  <a:ext uri="{0D108BD9-81ED-4DB2-BD59-A6C34878D82A}">
                    <a16:rowId xmlns:a16="http://schemas.microsoft.com/office/drawing/2014/main" val="3021039810"/>
                  </a:ext>
                </a:extLst>
              </a:tr>
            </a:tbl>
          </a:graphicData>
        </a:graphic>
      </p:graphicFrame>
      <p:graphicFrame>
        <p:nvGraphicFramePr>
          <p:cNvPr id="8" name="Tableau 7">
            <a:extLst>
              <a:ext uri="{FF2B5EF4-FFF2-40B4-BE49-F238E27FC236}">
                <a16:creationId xmlns:a16="http://schemas.microsoft.com/office/drawing/2014/main" id="{004B1E3C-4B1B-12A2-DCA7-74991EBFB452}"/>
              </a:ext>
            </a:extLst>
          </p:cNvPr>
          <p:cNvGraphicFramePr>
            <a:graphicFrameLocks noGrp="1"/>
          </p:cNvGraphicFramePr>
          <p:nvPr>
            <p:extLst>
              <p:ext uri="{D42A27DB-BD31-4B8C-83A1-F6EECF244321}">
                <p14:modId xmlns:p14="http://schemas.microsoft.com/office/powerpoint/2010/main" val="1077880362"/>
              </p:ext>
            </p:extLst>
          </p:nvPr>
        </p:nvGraphicFramePr>
        <p:xfrm>
          <a:off x="2031999" y="3698840"/>
          <a:ext cx="9973188" cy="2595880"/>
        </p:xfrm>
        <a:graphic>
          <a:graphicData uri="http://schemas.openxmlformats.org/drawingml/2006/table">
            <a:tbl>
              <a:tblPr firstRow="1" bandRow="1">
                <a:tableStyleId>{5C22544A-7EE6-4342-B048-85BDC9FD1C3A}</a:tableStyleId>
              </a:tblPr>
              <a:tblGrid>
                <a:gridCol w="1379795">
                  <a:extLst>
                    <a:ext uri="{9D8B030D-6E8A-4147-A177-3AD203B41FA5}">
                      <a16:colId xmlns:a16="http://schemas.microsoft.com/office/drawing/2014/main" val="4001621542"/>
                    </a:ext>
                  </a:extLst>
                </a:gridCol>
                <a:gridCol w="1337187">
                  <a:extLst>
                    <a:ext uri="{9D8B030D-6E8A-4147-A177-3AD203B41FA5}">
                      <a16:colId xmlns:a16="http://schemas.microsoft.com/office/drawing/2014/main" val="2656784464"/>
                    </a:ext>
                  </a:extLst>
                </a:gridCol>
                <a:gridCol w="1907458">
                  <a:extLst>
                    <a:ext uri="{9D8B030D-6E8A-4147-A177-3AD203B41FA5}">
                      <a16:colId xmlns:a16="http://schemas.microsoft.com/office/drawing/2014/main" val="3274162103"/>
                    </a:ext>
                  </a:extLst>
                </a:gridCol>
                <a:gridCol w="1484671">
                  <a:extLst>
                    <a:ext uri="{9D8B030D-6E8A-4147-A177-3AD203B41FA5}">
                      <a16:colId xmlns:a16="http://schemas.microsoft.com/office/drawing/2014/main" val="2457879017"/>
                    </a:ext>
                  </a:extLst>
                </a:gridCol>
                <a:gridCol w="1789471">
                  <a:extLst>
                    <a:ext uri="{9D8B030D-6E8A-4147-A177-3AD203B41FA5}">
                      <a16:colId xmlns:a16="http://schemas.microsoft.com/office/drawing/2014/main" val="694209448"/>
                    </a:ext>
                  </a:extLst>
                </a:gridCol>
                <a:gridCol w="2074606">
                  <a:extLst>
                    <a:ext uri="{9D8B030D-6E8A-4147-A177-3AD203B41FA5}">
                      <a16:colId xmlns:a16="http://schemas.microsoft.com/office/drawing/2014/main" val="2327931320"/>
                    </a:ext>
                  </a:extLst>
                </a:gridCol>
              </a:tblGrid>
              <a:tr h="370840">
                <a:tc>
                  <a:txBody>
                    <a:bodyPr/>
                    <a:lstStyle/>
                    <a:p>
                      <a:r>
                        <a:rPr lang="fr-FR" dirty="0"/>
                        <a:t>Scénario</a:t>
                      </a:r>
                    </a:p>
                  </a:txBody>
                  <a:tcPr/>
                </a:tc>
                <a:tc>
                  <a:txBody>
                    <a:bodyPr/>
                    <a:lstStyle/>
                    <a:p>
                      <a:r>
                        <a:rPr lang="fr-FR" dirty="0"/>
                        <a:t>Modèle</a:t>
                      </a:r>
                    </a:p>
                  </a:txBody>
                  <a:tcPr/>
                </a:tc>
                <a:tc>
                  <a:txBody>
                    <a:bodyPr/>
                    <a:lstStyle/>
                    <a:p>
                      <a:r>
                        <a:rPr lang="fr-FR" dirty="0"/>
                        <a:t>F1 macro</a:t>
                      </a:r>
                    </a:p>
                  </a:txBody>
                  <a:tcPr/>
                </a:tc>
                <a:tc>
                  <a:txBody>
                    <a:bodyPr/>
                    <a:lstStyle/>
                    <a:p>
                      <a:r>
                        <a:rPr lang="fr-FR" dirty="0"/>
                        <a:t>Rappel C2</a:t>
                      </a:r>
                    </a:p>
                  </a:txBody>
                  <a:tcPr/>
                </a:tc>
                <a:tc>
                  <a:txBody>
                    <a:bodyPr/>
                    <a:lstStyle/>
                    <a:p>
                      <a:r>
                        <a:rPr lang="fr-FR" dirty="0"/>
                        <a:t>Erreur critique</a:t>
                      </a:r>
                    </a:p>
                  </a:txBody>
                  <a:tcPr/>
                </a:tc>
                <a:tc>
                  <a:txBody>
                    <a:bodyPr/>
                    <a:lstStyle/>
                    <a:p>
                      <a:r>
                        <a:rPr lang="fr-FR" dirty="0"/>
                        <a:t>Coût après filet</a:t>
                      </a:r>
                    </a:p>
                  </a:txBody>
                  <a:tcPr/>
                </a:tc>
                <a:extLst>
                  <a:ext uri="{0D108BD9-81ED-4DB2-BD59-A6C34878D82A}">
                    <a16:rowId xmlns:a16="http://schemas.microsoft.com/office/drawing/2014/main" val="1674068842"/>
                  </a:ext>
                </a:extLst>
              </a:tr>
              <a:tr h="370840">
                <a:tc>
                  <a:txBody>
                    <a:bodyPr/>
                    <a:lstStyle/>
                    <a:p>
                      <a:r>
                        <a:rPr lang="fr-FR" dirty="0"/>
                        <a:t>S1 hybride</a:t>
                      </a:r>
                    </a:p>
                  </a:txBody>
                  <a:tcPr/>
                </a:tc>
                <a:tc>
                  <a:txBody>
                    <a:bodyPr/>
                    <a:lstStyle/>
                    <a:p>
                      <a:r>
                        <a:rPr lang="fr-FR" dirty="0" err="1">
                          <a:solidFill>
                            <a:srgbClr val="4AA82D"/>
                          </a:solidFill>
                        </a:rPr>
                        <a:t>XGBoost</a:t>
                      </a:r>
                      <a:endParaRPr lang="fr-FR" dirty="0">
                        <a:solidFill>
                          <a:srgbClr val="4AA82D"/>
                        </a:solidFill>
                      </a:endParaRPr>
                    </a:p>
                  </a:txBody>
                  <a:tcPr/>
                </a:tc>
                <a:tc>
                  <a:txBody>
                    <a:bodyPr/>
                    <a:lstStyle/>
                    <a:p>
                      <a:r>
                        <a:rPr lang="fr-FR" sz="1800" b="1" kern="1200" dirty="0">
                          <a:solidFill>
                            <a:schemeClr val="dk1"/>
                          </a:solidFill>
                          <a:effectLst/>
                          <a:latin typeface="+mn-lt"/>
                          <a:ea typeface="+mn-ea"/>
                          <a:cs typeface="+mn-cs"/>
                        </a:rPr>
                        <a:t>0,692 (± 0,033)</a:t>
                      </a:r>
                      <a:endParaRPr lang="fr-FR" sz="1800" b="0" kern="1200" dirty="0">
                        <a:solidFill>
                          <a:schemeClr val="dk1"/>
                        </a:solidFill>
                        <a:effectLst/>
                        <a:latin typeface="+mn-lt"/>
                        <a:ea typeface="+mn-ea"/>
                        <a:cs typeface="+mn-cs"/>
                      </a:endParaRPr>
                    </a:p>
                  </a:txBody>
                  <a:tcPr/>
                </a:tc>
                <a:tc>
                  <a:txBody>
                    <a:bodyPr/>
                    <a:lstStyle/>
                    <a:p>
                      <a:r>
                        <a:rPr lang="fr-FR" dirty="0"/>
                        <a:t>0,703</a:t>
                      </a:r>
                    </a:p>
                  </a:txBody>
                  <a:tcPr/>
                </a:tc>
                <a:tc>
                  <a:txBody>
                    <a:bodyPr/>
                    <a:lstStyle/>
                    <a:p>
                      <a:r>
                        <a:rPr lang="fr-FR" dirty="0"/>
                        <a:t>0,110</a:t>
                      </a:r>
                    </a:p>
                  </a:txBody>
                  <a:tcPr/>
                </a:tc>
                <a:tc>
                  <a:txBody>
                    <a:bodyPr/>
                    <a:lstStyle/>
                    <a:p>
                      <a:r>
                        <a:rPr lang="fr-FR" b="1" dirty="0"/>
                        <a:t>234 270 €</a:t>
                      </a:r>
                    </a:p>
                  </a:txBody>
                  <a:tcPr/>
                </a:tc>
                <a:extLst>
                  <a:ext uri="{0D108BD9-81ED-4DB2-BD59-A6C34878D82A}">
                    <a16:rowId xmlns:a16="http://schemas.microsoft.com/office/drawing/2014/main" val="39627038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S1 hybride</a:t>
                      </a:r>
                    </a:p>
                  </a:txBody>
                  <a:tcPr/>
                </a:tc>
                <a:tc>
                  <a:txBody>
                    <a:bodyPr/>
                    <a:lstStyle/>
                    <a:p>
                      <a:r>
                        <a:rPr lang="fr-FR" dirty="0" err="1"/>
                        <a:t>LightGBM</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kern="1200" dirty="0">
                          <a:solidFill>
                            <a:schemeClr val="dk1"/>
                          </a:solidFill>
                          <a:effectLst/>
                          <a:latin typeface="+mn-lt"/>
                          <a:ea typeface="+mn-ea"/>
                          <a:cs typeface="+mn-cs"/>
                        </a:rPr>
                        <a:t>0,627 (± 0,019)</a:t>
                      </a:r>
                    </a:p>
                  </a:txBody>
                  <a:tcPr/>
                </a:tc>
                <a:tc>
                  <a:txBody>
                    <a:bodyPr/>
                    <a:lstStyle/>
                    <a:p>
                      <a:r>
                        <a:rPr lang="fr-FR" dirty="0"/>
                        <a:t>0,703</a:t>
                      </a:r>
                    </a:p>
                  </a:txBody>
                  <a:tcPr/>
                </a:tc>
                <a:tc>
                  <a:txBody>
                    <a:bodyPr/>
                    <a:lstStyle/>
                    <a:p>
                      <a:r>
                        <a:rPr lang="fr-FR" dirty="0"/>
                        <a:t>0,124</a:t>
                      </a:r>
                    </a:p>
                  </a:txBody>
                  <a:tcPr/>
                </a:tc>
                <a:tc>
                  <a:txBody>
                    <a:bodyPr/>
                    <a:lstStyle/>
                    <a:p>
                      <a:r>
                        <a:rPr lang="fr-FR" dirty="0"/>
                        <a:t>391 100 €</a:t>
                      </a:r>
                    </a:p>
                  </a:txBody>
                  <a:tcPr/>
                </a:tc>
                <a:extLst>
                  <a:ext uri="{0D108BD9-81ED-4DB2-BD59-A6C34878D82A}">
                    <a16:rowId xmlns:a16="http://schemas.microsoft.com/office/drawing/2014/main" val="340290357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S1 hybride</a:t>
                      </a:r>
                    </a:p>
                  </a:txBody>
                  <a:tcPr/>
                </a:tc>
                <a:tc>
                  <a:txBody>
                    <a:bodyPr/>
                    <a:lstStyle/>
                    <a:p>
                      <a:r>
                        <a:rPr lang="fr-FR" dirty="0"/>
                        <a:t>RF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kern="1200" dirty="0">
                          <a:solidFill>
                            <a:schemeClr val="dk1"/>
                          </a:solidFill>
                          <a:effectLst/>
                          <a:latin typeface="+mn-lt"/>
                          <a:ea typeface="+mn-ea"/>
                          <a:cs typeface="+mn-cs"/>
                        </a:rPr>
                        <a:t>0,597 (± 0,025)</a:t>
                      </a:r>
                    </a:p>
                  </a:txBody>
                  <a:tcPr/>
                </a:tc>
                <a:tc>
                  <a:txBody>
                    <a:bodyPr/>
                    <a:lstStyle/>
                    <a:p>
                      <a:r>
                        <a:rPr lang="fr-FR" dirty="0"/>
                        <a:t>0,807</a:t>
                      </a:r>
                    </a:p>
                  </a:txBody>
                  <a:tcPr/>
                </a:tc>
                <a:tc>
                  <a:txBody>
                    <a:bodyPr/>
                    <a:lstStyle/>
                    <a:p>
                      <a:r>
                        <a:rPr lang="fr-FR" b="1" dirty="0"/>
                        <a:t>0,059</a:t>
                      </a:r>
                    </a:p>
                  </a:txBody>
                  <a:tcPr/>
                </a:tc>
                <a:tc>
                  <a:txBody>
                    <a:bodyPr/>
                    <a:lstStyle/>
                    <a:p>
                      <a:r>
                        <a:rPr lang="fr-FR" dirty="0"/>
                        <a:t>371 970 €</a:t>
                      </a:r>
                    </a:p>
                  </a:txBody>
                  <a:tcPr/>
                </a:tc>
                <a:extLst>
                  <a:ext uri="{0D108BD9-81ED-4DB2-BD59-A6C34878D82A}">
                    <a16:rowId xmlns:a16="http://schemas.microsoft.com/office/drawing/2014/main" val="42113617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S1 hybride</a:t>
                      </a:r>
                    </a:p>
                  </a:txBody>
                  <a:tcPr/>
                </a:tc>
                <a:tc>
                  <a:txBody>
                    <a:bodyPr/>
                    <a:lstStyle/>
                    <a:p>
                      <a:r>
                        <a:rPr lang="fr-FR" dirty="0"/>
                        <a:t>Reg Log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kern="1200" dirty="0">
                          <a:solidFill>
                            <a:schemeClr val="dk1"/>
                          </a:solidFill>
                          <a:effectLst/>
                          <a:latin typeface="+mn-lt"/>
                          <a:ea typeface="+mn-ea"/>
                          <a:cs typeface="+mn-cs"/>
                        </a:rPr>
                        <a:t>0,561 (± 0,017)</a:t>
                      </a:r>
                    </a:p>
                  </a:txBody>
                  <a:tcPr/>
                </a:tc>
                <a:tc>
                  <a:txBody>
                    <a:bodyPr/>
                    <a:lstStyle/>
                    <a:p>
                      <a:r>
                        <a:rPr lang="fr-FR" b="1" dirty="0"/>
                        <a:t>0,841</a:t>
                      </a:r>
                    </a:p>
                  </a:txBody>
                  <a:tcPr/>
                </a:tc>
                <a:tc>
                  <a:txBody>
                    <a:bodyPr/>
                    <a:lstStyle/>
                    <a:p>
                      <a:r>
                        <a:rPr lang="fr-FR" dirty="0"/>
                        <a:t>0,062</a:t>
                      </a:r>
                    </a:p>
                  </a:txBody>
                  <a:tcPr/>
                </a:tc>
                <a:tc>
                  <a:txBody>
                    <a:bodyPr/>
                    <a:lstStyle/>
                    <a:p>
                      <a:r>
                        <a:rPr lang="fr-FR" dirty="0"/>
                        <a:t>448 020 €</a:t>
                      </a:r>
                    </a:p>
                  </a:txBody>
                  <a:tcPr/>
                </a:tc>
                <a:extLst>
                  <a:ext uri="{0D108BD9-81ED-4DB2-BD59-A6C34878D82A}">
                    <a16:rowId xmlns:a16="http://schemas.microsoft.com/office/drawing/2014/main" val="2258241254"/>
                  </a:ext>
                </a:extLst>
              </a:tr>
              <a:tr h="370840">
                <a:tc>
                  <a:txBody>
                    <a:bodyPr/>
                    <a:lstStyle/>
                    <a:p>
                      <a:r>
                        <a:rPr lang="fr-FR" dirty="0"/>
                        <a:t>S2</a:t>
                      </a:r>
                    </a:p>
                  </a:txBody>
                  <a:tcPr/>
                </a:tc>
                <a:tc>
                  <a:txBody>
                    <a:bodyPr/>
                    <a:lstStyle/>
                    <a:p>
                      <a:r>
                        <a:rPr lang="fr-FR" dirty="0"/>
                        <a:t>Reg Log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kern="1200" dirty="0">
                          <a:solidFill>
                            <a:schemeClr val="dk1"/>
                          </a:solidFill>
                          <a:effectLst/>
                          <a:latin typeface="+mn-lt"/>
                          <a:ea typeface="+mn-ea"/>
                          <a:cs typeface="+mn-cs"/>
                        </a:rPr>
                        <a:t>0,634 (± 0,029)</a:t>
                      </a:r>
                    </a:p>
                  </a:txBody>
                  <a:tcPr/>
                </a:tc>
                <a:tc>
                  <a:txBody>
                    <a:bodyPr/>
                    <a:lstStyle/>
                    <a:p>
                      <a:r>
                        <a:rPr lang="fr-FR" dirty="0"/>
                        <a:t>0,483</a:t>
                      </a:r>
                    </a:p>
                  </a:txBody>
                  <a:tcPr/>
                </a:tc>
                <a:tc>
                  <a:txBody>
                    <a:bodyPr/>
                    <a:lstStyle/>
                    <a:p>
                      <a:r>
                        <a:rPr lang="fr-FR" dirty="0"/>
                        <a:t>0,224</a:t>
                      </a:r>
                    </a:p>
                  </a:txBody>
                  <a:tcPr/>
                </a:tc>
                <a:tc>
                  <a:txBody>
                    <a:bodyPr/>
                    <a:lstStyle/>
                    <a:p>
                      <a:r>
                        <a:rPr lang="fr-FR" dirty="0"/>
                        <a:t>265 370 €</a:t>
                      </a:r>
                    </a:p>
                  </a:txBody>
                  <a:tcPr/>
                </a:tc>
                <a:extLst>
                  <a:ext uri="{0D108BD9-81ED-4DB2-BD59-A6C34878D82A}">
                    <a16:rowId xmlns:a16="http://schemas.microsoft.com/office/drawing/2014/main" val="1466670373"/>
                  </a:ext>
                </a:extLst>
              </a:tr>
              <a:tr h="370840">
                <a:tc>
                  <a:txBody>
                    <a:bodyPr/>
                    <a:lstStyle/>
                    <a:p>
                      <a:r>
                        <a:rPr lang="fr-FR" dirty="0"/>
                        <a:t>S3</a:t>
                      </a:r>
                    </a:p>
                  </a:txBody>
                  <a:tcPr/>
                </a:tc>
                <a:tc>
                  <a:txBody>
                    <a:bodyPr/>
                    <a:lstStyle/>
                    <a:p>
                      <a:r>
                        <a:rPr lang="fr-FR" dirty="0"/>
                        <a:t>RF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kern="1200" dirty="0">
                          <a:solidFill>
                            <a:schemeClr val="dk1"/>
                          </a:solidFill>
                          <a:effectLst/>
                          <a:latin typeface="+mn-lt"/>
                          <a:ea typeface="+mn-ea"/>
                          <a:cs typeface="+mn-cs"/>
                        </a:rPr>
                        <a:t>0,637 (± 0,028)</a:t>
                      </a:r>
                    </a:p>
                  </a:txBody>
                  <a:tcPr/>
                </a:tc>
                <a:tc>
                  <a:txBody>
                    <a:bodyPr/>
                    <a:lstStyle/>
                    <a:p>
                      <a:r>
                        <a:rPr lang="fr-FR" dirty="0"/>
                        <a:t>0,666</a:t>
                      </a:r>
                    </a:p>
                  </a:txBody>
                  <a:tcPr/>
                </a:tc>
                <a:tc>
                  <a:txBody>
                    <a:bodyPr/>
                    <a:lstStyle/>
                    <a:p>
                      <a:r>
                        <a:rPr lang="fr-FR" dirty="0"/>
                        <a:t>0,176</a:t>
                      </a:r>
                    </a:p>
                  </a:txBody>
                  <a:tcPr/>
                </a:tc>
                <a:tc>
                  <a:txBody>
                    <a:bodyPr/>
                    <a:lstStyle/>
                    <a:p>
                      <a:r>
                        <a:rPr lang="fr-FR" dirty="0"/>
                        <a:t>300 190 €</a:t>
                      </a:r>
                    </a:p>
                  </a:txBody>
                  <a:tcPr/>
                </a:tc>
                <a:extLst>
                  <a:ext uri="{0D108BD9-81ED-4DB2-BD59-A6C34878D82A}">
                    <a16:rowId xmlns:a16="http://schemas.microsoft.com/office/drawing/2014/main" val="1445219523"/>
                  </a:ext>
                </a:extLst>
              </a:tr>
            </a:tbl>
          </a:graphicData>
        </a:graphic>
      </p:graphicFrame>
    </p:spTree>
    <p:extLst>
      <p:ext uri="{BB962C8B-B14F-4D97-AF65-F5344CB8AC3E}">
        <p14:creationId xmlns:p14="http://schemas.microsoft.com/office/powerpoint/2010/main" val="231648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92FDD1-6167-95CB-BA54-E2EF2C24323B}"/>
              </a:ext>
            </a:extLst>
          </p:cNvPr>
          <p:cNvSpPr>
            <a:spLocks noGrp="1"/>
          </p:cNvSpPr>
          <p:nvPr>
            <p:ph type="title"/>
          </p:nvPr>
        </p:nvSpPr>
        <p:spPr/>
        <p:txBody>
          <a:bodyPr/>
          <a:lstStyle/>
          <a:p>
            <a:r>
              <a:rPr lang="fr-FR" dirty="0"/>
              <a:t>Modélisation &amp; entrainement – Evaluation sur le test</a:t>
            </a:r>
          </a:p>
        </p:txBody>
      </p:sp>
      <p:sp>
        <p:nvSpPr>
          <p:cNvPr id="3" name="Espace réservé du texte 2">
            <a:extLst>
              <a:ext uri="{FF2B5EF4-FFF2-40B4-BE49-F238E27FC236}">
                <a16:creationId xmlns:a16="http://schemas.microsoft.com/office/drawing/2014/main" id="{B78B7034-C603-D84F-E5D6-59D338201DE9}"/>
              </a:ext>
            </a:extLst>
          </p:cNvPr>
          <p:cNvSpPr>
            <a:spLocks noGrp="1"/>
          </p:cNvSpPr>
          <p:nvPr>
            <p:ph type="body" sz="quarter" idx="10"/>
          </p:nvPr>
        </p:nvSpPr>
        <p:spPr/>
        <p:txBody>
          <a:bodyPr/>
          <a:lstStyle/>
          <a:p>
            <a:r>
              <a:rPr lang="fr-FR" b="1" dirty="0"/>
              <a:t>Le couple </a:t>
            </a:r>
            <a:r>
              <a:rPr lang="fr-FR" b="1" dirty="0" err="1"/>
              <a:t>XGBoost</a:t>
            </a:r>
            <a:r>
              <a:rPr lang="fr-FR" b="1" dirty="0"/>
              <a:t> &amp; S1 hybride conserve-t-il de bonnes performances sur des données jamais vues ?</a:t>
            </a:r>
            <a:endParaRPr lang="fr-FR" dirty="0"/>
          </a:p>
        </p:txBody>
      </p:sp>
      <p:sp>
        <p:nvSpPr>
          <p:cNvPr id="4" name="Espace réservé du numéro de diapositive 3">
            <a:extLst>
              <a:ext uri="{FF2B5EF4-FFF2-40B4-BE49-F238E27FC236}">
                <a16:creationId xmlns:a16="http://schemas.microsoft.com/office/drawing/2014/main" id="{063AB198-E3C4-BE79-B01D-2897E538D161}"/>
              </a:ext>
            </a:extLst>
          </p:cNvPr>
          <p:cNvSpPr>
            <a:spLocks noGrp="1"/>
          </p:cNvSpPr>
          <p:nvPr>
            <p:ph type="sldNum" sz="quarter" idx="4"/>
          </p:nvPr>
        </p:nvSpPr>
        <p:spPr/>
        <p:txBody>
          <a:bodyPr/>
          <a:lstStyle/>
          <a:p>
            <a:fld id="{DAF489CC-3B7A-4DA5-A8C0-4984788D0EC5}" type="slidenum">
              <a:rPr lang="nl-NL" smtClean="0"/>
              <a:pPr/>
              <a:t>27</a:t>
            </a:fld>
            <a:endParaRPr lang="nl-NL" dirty="0"/>
          </a:p>
        </p:txBody>
      </p:sp>
      <p:graphicFrame>
        <p:nvGraphicFramePr>
          <p:cNvPr id="5" name="Tableau 4">
            <a:extLst>
              <a:ext uri="{FF2B5EF4-FFF2-40B4-BE49-F238E27FC236}">
                <a16:creationId xmlns:a16="http://schemas.microsoft.com/office/drawing/2014/main" id="{5B30DD1E-C31D-DED1-2744-0BFDD1029AB9}"/>
              </a:ext>
            </a:extLst>
          </p:cNvPr>
          <p:cNvGraphicFramePr>
            <a:graphicFrameLocks noGrp="1"/>
          </p:cNvGraphicFramePr>
          <p:nvPr>
            <p:extLst>
              <p:ext uri="{D42A27DB-BD31-4B8C-83A1-F6EECF244321}">
                <p14:modId xmlns:p14="http://schemas.microsoft.com/office/powerpoint/2010/main" val="2677127576"/>
              </p:ext>
            </p:extLst>
          </p:nvPr>
        </p:nvGraphicFramePr>
        <p:xfrm>
          <a:off x="196645" y="1063795"/>
          <a:ext cx="11566728" cy="1219200"/>
        </p:xfrm>
        <a:graphic>
          <a:graphicData uri="http://schemas.openxmlformats.org/drawingml/2006/table">
            <a:tbl>
              <a:tblPr firstRow="1" bandRow="1">
                <a:tableStyleId>{5C22544A-7EE6-4342-B048-85BDC9FD1C3A}</a:tableStyleId>
              </a:tblPr>
              <a:tblGrid>
                <a:gridCol w="1661652">
                  <a:extLst>
                    <a:ext uri="{9D8B030D-6E8A-4147-A177-3AD203B41FA5}">
                      <a16:colId xmlns:a16="http://schemas.microsoft.com/office/drawing/2014/main" val="893415593"/>
                    </a:ext>
                  </a:extLst>
                </a:gridCol>
                <a:gridCol w="1897626">
                  <a:extLst>
                    <a:ext uri="{9D8B030D-6E8A-4147-A177-3AD203B41FA5}">
                      <a16:colId xmlns:a16="http://schemas.microsoft.com/office/drawing/2014/main" val="3785303934"/>
                    </a:ext>
                  </a:extLst>
                </a:gridCol>
                <a:gridCol w="1101212">
                  <a:extLst>
                    <a:ext uri="{9D8B030D-6E8A-4147-A177-3AD203B41FA5}">
                      <a16:colId xmlns:a16="http://schemas.microsoft.com/office/drawing/2014/main" val="2206003688"/>
                    </a:ext>
                  </a:extLst>
                </a:gridCol>
                <a:gridCol w="1258530">
                  <a:extLst>
                    <a:ext uri="{9D8B030D-6E8A-4147-A177-3AD203B41FA5}">
                      <a16:colId xmlns:a16="http://schemas.microsoft.com/office/drawing/2014/main" val="1919024168"/>
                    </a:ext>
                  </a:extLst>
                </a:gridCol>
                <a:gridCol w="983225">
                  <a:extLst>
                    <a:ext uri="{9D8B030D-6E8A-4147-A177-3AD203B41FA5}">
                      <a16:colId xmlns:a16="http://schemas.microsoft.com/office/drawing/2014/main" val="136540701"/>
                    </a:ext>
                  </a:extLst>
                </a:gridCol>
                <a:gridCol w="4664483">
                  <a:extLst>
                    <a:ext uri="{9D8B030D-6E8A-4147-A177-3AD203B41FA5}">
                      <a16:colId xmlns:a16="http://schemas.microsoft.com/office/drawing/2014/main" val="2331408347"/>
                    </a:ext>
                  </a:extLst>
                </a:gridCol>
              </a:tblGrid>
              <a:tr h="628753">
                <a:tc>
                  <a:txBody>
                    <a:bodyPr/>
                    <a:lstStyle/>
                    <a:p>
                      <a:r>
                        <a:rPr lang="fr-FR" dirty="0"/>
                        <a:t>Modèle retenu </a:t>
                      </a:r>
                    </a:p>
                  </a:txBody>
                  <a:tcPr/>
                </a:tc>
                <a:tc>
                  <a:txBody>
                    <a:bodyPr/>
                    <a:lstStyle/>
                    <a:p>
                      <a:r>
                        <a:rPr lang="fr-FR" dirty="0"/>
                        <a:t>Scénario</a:t>
                      </a:r>
                    </a:p>
                  </a:txBody>
                  <a:tcPr/>
                </a:tc>
                <a:tc>
                  <a:txBody>
                    <a:bodyPr/>
                    <a:lstStyle/>
                    <a:p>
                      <a:r>
                        <a:rPr lang="fr-FR" dirty="0"/>
                        <a:t>Erreur critique </a:t>
                      </a:r>
                    </a:p>
                  </a:txBody>
                  <a:tcPr/>
                </a:tc>
                <a:tc>
                  <a:txBody>
                    <a:bodyPr/>
                    <a:lstStyle/>
                    <a:p>
                      <a:r>
                        <a:rPr lang="fr-FR" dirty="0"/>
                        <a:t>F1-macro</a:t>
                      </a:r>
                    </a:p>
                  </a:txBody>
                  <a:tcPr/>
                </a:tc>
                <a:tc>
                  <a:txBody>
                    <a:bodyPr/>
                    <a:lstStyle/>
                    <a:p>
                      <a:r>
                        <a:rPr lang="fr-FR" dirty="0" err="1"/>
                        <a:t>Recall</a:t>
                      </a:r>
                      <a:r>
                        <a:rPr lang="fr-FR" dirty="0"/>
                        <a:t> C2</a:t>
                      </a:r>
                    </a:p>
                  </a:txBody>
                  <a:tcPr/>
                </a:tc>
                <a:tc>
                  <a:txBody>
                    <a:bodyPr/>
                    <a:lstStyle/>
                    <a:p>
                      <a:r>
                        <a:rPr lang="fr-FR" dirty="0"/>
                        <a:t>Hyperparamètres principaux </a:t>
                      </a:r>
                    </a:p>
                  </a:txBody>
                  <a:tcPr/>
                </a:tc>
                <a:extLst>
                  <a:ext uri="{0D108BD9-81ED-4DB2-BD59-A6C34878D82A}">
                    <a16:rowId xmlns:a16="http://schemas.microsoft.com/office/drawing/2014/main" val="2449987204"/>
                  </a:ext>
                </a:extLst>
              </a:tr>
              <a:tr h="568871">
                <a:tc>
                  <a:txBody>
                    <a:bodyPr/>
                    <a:lstStyle/>
                    <a:p>
                      <a:r>
                        <a:rPr lang="fr-FR" sz="1600" dirty="0" err="1"/>
                        <a:t>XGBClassifier</a:t>
                      </a:r>
                      <a:r>
                        <a:rPr lang="fr-FR" sz="1600" dirty="0"/>
                        <a:t> pondéré</a:t>
                      </a:r>
                    </a:p>
                  </a:txBody>
                  <a:tcPr/>
                </a:tc>
                <a:tc>
                  <a:txBody>
                    <a:bodyPr/>
                    <a:lstStyle/>
                    <a:p>
                      <a:r>
                        <a:rPr lang="fr-FR" sz="1600" dirty="0"/>
                        <a:t>S1 multimodale hybride</a:t>
                      </a:r>
                    </a:p>
                  </a:txBody>
                  <a:tcPr/>
                </a:tc>
                <a:tc>
                  <a:txBody>
                    <a:bodyPr/>
                    <a:lstStyle/>
                    <a:p>
                      <a:r>
                        <a:rPr lang="fr-FR" sz="1600" dirty="0"/>
                        <a:t>0,110</a:t>
                      </a:r>
                    </a:p>
                  </a:txBody>
                  <a:tcPr/>
                </a:tc>
                <a:tc>
                  <a:txBody>
                    <a:bodyPr/>
                    <a:lstStyle/>
                    <a:p>
                      <a:r>
                        <a:rPr lang="fr-FR" sz="1600" dirty="0"/>
                        <a:t>0,692</a:t>
                      </a:r>
                      <a:br>
                        <a:rPr lang="fr-FR" sz="1600" dirty="0"/>
                      </a:br>
                      <a:r>
                        <a:rPr lang="fr-FR" sz="1600" dirty="0"/>
                        <a:t>± 0,033</a:t>
                      </a:r>
                    </a:p>
                  </a:txBody>
                  <a:tcPr/>
                </a:tc>
                <a:tc>
                  <a:txBody>
                    <a:bodyPr/>
                    <a:lstStyle/>
                    <a:p>
                      <a:r>
                        <a:rPr lang="fr-FR" sz="1600" dirty="0"/>
                        <a:t>0,703</a:t>
                      </a:r>
                    </a:p>
                  </a:txBody>
                  <a:tcPr/>
                </a:tc>
                <a:tc>
                  <a:txBody>
                    <a:bodyPr/>
                    <a:lstStyle/>
                    <a:p>
                      <a:r>
                        <a:rPr lang="en-US" sz="1400" dirty="0" err="1"/>
                        <a:t>n_estimators</a:t>
                      </a:r>
                      <a:r>
                        <a:rPr lang="en-US" sz="1400" dirty="0"/>
                        <a:t>=500, </a:t>
                      </a:r>
                      <a:r>
                        <a:rPr lang="en-US" sz="1400" dirty="0" err="1"/>
                        <a:t>learning_rate</a:t>
                      </a:r>
                      <a:r>
                        <a:rPr lang="en-US" sz="1400" dirty="0"/>
                        <a:t>=0.03, </a:t>
                      </a:r>
                      <a:r>
                        <a:rPr lang="en-US" sz="1400" dirty="0" err="1"/>
                        <a:t>max_depth</a:t>
                      </a:r>
                      <a:r>
                        <a:rPr lang="en-US" sz="1400" dirty="0"/>
                        <a:t>=5, </a:t>
                      </a:r>
                      <a:r>
                        <a:rPr lang="en-US" sz="1400" dirty="0" err="1"/>
                        <a:t>colsample_bytree</a:t>
                      </a:r>
                      <a:r>
                        <a:rPr lang="en-US" sz="1400" dirty="0"/>
                        <a:t>=0.7, </a:t>
                      </a:r>
                      <a:r>
                        <a:rPr lang="en-US" sz="1400" dirty="0" err="1"/>
                        <a:t>poids</a:t>
                      </a:r>
                      <a:r>
                        <a:rPr lang="en-US" sz="1400" dirty="0"/>
                        <a:t> `{0:1, 1:1, 2:3}` </a:t>
                      </a:r>
                      <a:endParaRPr lang="fr-FR" sz="1400" dirty="0"/>
                    </a:p>
                  </a:txBody>
                  <a:tcPr/>
                </a:tc>
                <a:extLst>
                  <a:ext uri="{0D108BD9-81ED-4DB2-BD59-A6C34878D82A}">
                    <a16:rowId xmlns:a16="http://schemas.microsoft.com/office/drawing/2014/main" val="825821149"/>
                  </a:ext>
                </a:extLst>
              </a:tr>
            </a:tbl>
          </a:graphicData>
        </a:graphic>
      </p:graphicFrame>
      <p:sp>
        <p:nvSpPr>
          <p:cNvPr id="7" name="Espace réservé du contenu 3">
            <a:extLst>
              <a:ext uri="{FF2B5EF4-FFF2-40B4-BE49-F238E27FC236}">
                <a16:creationId xmlns:a16="http://schemas.microsoft.com/office/drawing/2014/main" id="{D2DF03AC-184B-9C78-8F56-8F40A20394B3}"/>
              </a:ext>
            </a:extLst>
          </p:cNvPr>
          <p:cNvSpPr txBox="1">
            <a:spLocks/>
          </p:cNvSpPr>
          <p:nvPr/>
        </p:nvSpPr>
        <p:spPr>
          <a:xfrm>
            <a:off x="509577" y="1070616"/>
            <a:ext cx="11485778"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dirty="0"/>
          </a:p>
          <a:p>
            <a:endParaRPr lang="fr-FR" dirty="0"/>
          </a:p>
          <a:p>
            <a:endParaRPr lang="fr-FR" dirty="0"/>
          </a:p>
          <a:p>
            <a:endParaRPr lang="fr-FR" dirty="0"/>
          </a:p>
          <a:p>
            <a:r>
              <a:rPr lang="fr-FR" dirty="0"/>
              <a:t>Coût d’inférence : 0,50 € par heure de CPU</a:t>
            </a:r>
          </a:p>
          <a:p>
            <a:endParaRPr lang="fr-FR" dirty="0"/>
          </a:p>
          <a:p>
            <a:r>
              <a:rPr lang="fr-FR" dirty="0"/>
              <a:t>Résultat sur le test final :</a:t>
            </a:r>
          </a:p>
          <a:p>
            <a:endParaRPr lang="fr-FR" dirty="0"/>
          </a:p>
          <a:p>
            <a:pPr marL="1200150" lvl="4" indent="-285750">
              <a:buFont typeface="Arial" panose="020B0604020202020204" pitchFamily="34" charset="0"/>
              <a:buChar char="•"/>
            </a:pPr>
            <a:r>
              <a:rPr lang="fr-FR" dirty="0"/>
              <a:t>			Comparaison avec la </a:t>
            </a:r>
            <a:r>
              <a:rPr lang="fr-FR" dirty="0" err="1"/>
              <a:t>baseline</a:t>
            </a:r>
            <a:r>
              <a:rPr lang="fr-FR" dirty="0"/>
              <a:t> </a:t>
            </a:r>
            <a:r>
              <a:rPr lang="fr-FR" dirty="0" err="1"/>
              <a:t>DummyClassifier</a:t>
            </a:r>
            <a:endParaRPr lang="fr-FR" dirty="0"/>
          </a:p>
          <a:p>
            <a:pPr marL="1200150" lvl="4" indent="-285750">
              <a:buFont typeface="Arial" panose="020B0604020202020204" pitchFamily="34" charset="0"/>
              <a:buChar char="•"/>
            </a:pPr>
            <a:endParaRPr lang="fr-FR" dirty="0"/>
          </a:p>
          <a:p>
            <a:pPr marL="1200150" lvl="4" indent="-285750">
              <a:buFont typeface="Arial" panose="020B0604020202020204" pitchFamily="34" charset="0"/>
              <a:buChar char="•"/>
            </a:pPr>
            <a:endParaRPr lang="fr-FR" dirty="0"/>
          </a:p>
          <a:p>
            <a:pPr marL="1200150" lvl="4" indent="-285750">
              <a:buFont typeface="Arial" panose="020B0604020202020204" pitchFamily="34" charset="0"/>
              <a:buChar char="•"/>
            </a:pPr>
            <a:endParaRPr lang="fr-FR" dirty="0"/>
          </a:p>
          <a:p>
            <a:pPr marL="1200150" lvl="4" indent="-285750">
              <a:buFont typeface="Arial" panose="020B0604020202020204" pitchFamily="34" charset="0"/>
              <a:buChar char="•"/>
            </a:pPr>
            <a:endParaRPr lang="fr-FR" dirty="0"/>
          </a:p>
          <a:p>
            <a:pPr marL="3714750" lvl="7" indent="-285750"/>
            <a:r>
              <a:rPr lang="fr-FR" dirty="0"/>
              <a:t>Limites :</a:t>
            </a:r>
          </a:p>
          <a:p>
            <a:pPr marL="4171950" lvl="8" indent="-285750"/>
            <a:r>
              <a:rPr lang="fr-FR" dirty="0"/>
              <a:t>Données limitées</a:t>
            </a:r>
          </a:p>
          <a:p>
            <a:pPr marL="4171950" lvl="8" indent="-285750"/>
            <a:r>
              <a:rPr lang="fr-FR" dirty="0"/>
              <a:t>textes entretien très redondants</a:t>
            </a:r>
          </a:p>
        </p:txBody>
      </p:sp>
      <p:graphicFrame>
        <p:nvGraphicFramePr>
          <p:cNvPr id="8" name="Tableau 7">
            <a:extLst>
              <a:ext uri="{FF2B5EF4-FFF2-40B4-BE49-F238E27FC236}">
                <a16:creationId xmlns:a16="http://schemas.microsoft.com/office/drawing/2014/main" id="{04D98BC6-3B9D-7BFE-DB41-169050FA3A09}"/>
              </a:ext>
            </a:extLst>
          </p:cNvPr>
          <p:cNvGraphicFramePr>
            <a:graphicFrameLocks noGrp="1"/>
          </p:cNvGraphicFramePr>
          <p:nvPr>
            <p:extLst>
              <p:ext uri="{D42A27DB-BD31-4B8C-83A1-F6EECF244321}">
                <p14:modId xmlns:p14="http://schemas.microsoft.com/office/powerpoint/2010/main" val="3722968522"/>
              </p:ext>
            </p:extLst>
          </p:nvPr>
        </p:nvGraphicFramePr>
        <p:xfrm>
          <a:off x="4018118" y="2760183"/>
          <a:ext cx="8128001" cy="82296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739296706"/>
                    </a:ext>
                  </a:extLst>
                </a:gridCol>
                <a:gridCol w="1161143">
                  <a:extLst>
                    <a:ext uri="{9D8B030D-6E8A-4147-A177-3AD203B41FA5}">
                      <a16:colId xmlns:a16="http://schemas.microsoft.com/office/drawing/2014/main" val="791531768"/>
                    </a:ext>
                  </a:extLst>
                </a:gridCol>
                <a:gridCol w="1161143">
                  <a:extLst>
                    <a:ext uri="{9D8B030D-6E8A-4147-A177-3AD203B41FA5}">
                      <a16:colId xmlns:a16="http://schemas.microsoft.com/office/drawing/2014/main" val="1389311274"/>
                    </a:ext>
                  </a:extLst>
                </a:gridCol>
                <a:gridCol w="1161143">
                  <a:extLst>
                    <a:ext uri="{9D8B030D-6E8A-4147-A177-3AD203B41FA5}">
                      <a16:colId xmlns:a16="http://schemas.microsoft.com/office/drawing/2014/main" val="3737158608"/>
                    </a:ext>
                  </a:extLst>
                </a:gridCol>
                <a:gridCol w="1161143">
                  <a:extLst>
                    <a:ext uri="{9D8B030D-6E8A-4147-A177-3AD203B41FA5}">
                      <a16:colId xmlns:a16="http://schemas.microsoft.com/office/drawing/2014/main" val="3665977539"/>
                    </a:ext>
                  </a:extLst>
                </a:gridCol>
                <a:gridCol w="1161143">
                  <a:extLst>
                    <a:ext uri="{9D8B030D-6E8A-4147-A177-3AD203B41FA5}">
                      <a16:colId xmlns:a16="http://schemas.microsoft.com/office/drawing/2014/main" val="658208000"/>
                    </a:ext>
                  </a:extLst>
                </a:gridCol>
                <a:gridCol w="1161143">
                  <a:extLst>
                    <a:ext uri="{9D8B030D-6E8A-4147-A177-3AD203B41FA5}">
                      <a16:colId xmlns:a16="http://schemas.microsoft.com/office/drawing/2014/main" val="3996887739"/>
                    </a:ext>
                  </a:extLst>
                </a:gridCol>
              </a:tblGrid>
              <a:tr h="370840">
                <a:tc>
                  <a:txBody>
                    <a:bodyPr/>
                    <a:lstStyle/>
                    <a:p>
                      <a:r>
                        <a:rPr lang="fr-FR" sz="1400" dirty="0"/>
                        <a:t>F1 macro </a:t>
                      </a:r>
                    </a:p>
                  </a:txBody>
                  <a:tcPr/>
                </a:tc>
                <a:tc>
                  <a:txBody>
                    <a:bodyPr/>
                    <a:lstStyle/>
                    <a:p>
                      <a:r>
                        <a:rPr lang="fr-FR" sz="1400" dirty="0" err="1"/>
                        <a:t>Recall</a:t>
                      </a:r>
                      <a:r>
                        <a:rPr lang="fr-FR" sz="1400" dirty="0"/>
                        <a:t> C2</a:t>
                      </a:r>
                    </a:p>
                  </a:txBody>
                  <a:tcPr/>
                </a:tc>
                <a:tc>
                  <a:txBody>
                    <a:bodyPr/>
                    <a:lstStyle/>
                    <a:p>
                      <a:r>
                        <a:rPr lang="fr-FR" sz="1400" dirty="0"/>
                        <a:t>Précision C2</a:t>
                      </a:r>
                    </a:p>
                  </a:txBody>
                  <a:tcPr/>
                </a:tc>
                <a:tc>
                  <a:txBody>
                    <a:bodyPr/>
                    <a:lstStyle/>
                    <a:p>
                      <a:r>
                        <a:rPr lang="fr-FR" sz="1400" dirty="0"/>
                        <a:t>F1 C2</a:t>
                      </a:r>
                    </a:p>
                  </a:txBody>
                  <a:tcPr/>
                </a:tc>
                <a:tc>
                  <a:txBody>
                    <a:bodyPr/>
                    <a:lstStyle/>
                    <a:p>
                      <a:r>
                        <a:rPr lang="fr-FR" sz="1400" dirty="0"/>
                        <a:t>Erreur critique</a:t>
                      </a:r>
                    </a:p>
                  </a:txBody>
                  <a:tcPr/>
                </a:tc>
                <a:tc>
                  <a:txBody>
                    <a:bodyPr/>
                    <a:lstStyle/>
                    <a:p>
                      <a:r>
                        <a:rPr lang="fr-FR" sz="1400" dirty="0"/>
                        <a:t>Latence p95</a:t>
                      </a:r>
                    </a:p>
                  </a:txBody>
                  <a:tcPr/>
                </a:tc>
                <a:tc>
                  <a:txBody>
                    <a:bodyPr/>
                    <a:lstStyle/>
                    <a:p>
                      <a:r>
                        <a:rPr lang="fr-FR" sz="1400" dirty="0"/>
                        <a:t>Coût estimé</a:t>
                      </a:r>
                    </a:p>
                  </a:txBody>
                  <a:tcPr/>
                </a:tc>
                <a:extLst>
                  <a:ext uri="{0D108BD9-81ED-4DB2-BD59-A6C34878D82A}">
                    <a16:rowId xmlns:a16="http://schemas.microsoft.com/office/drawing/2014/main" val="1889336490"/>
                  </a:ext>
                </a:extLst>
              </a:tr>
              <a:tr h="300599">
                <a:tc>
                  <a:txBody>
                    <a:bodyPr/>
                    <a:lstStyle/>
                    <a:p>
                      <a:r>
                        <a:rPr lang="fr-FR" sz="1400" dirty="0"/>
                        <a:t>0,693</a:t>
                      </a:r>
                    </a:p>
                  </a:txBody>
                  <a:tcPr/>
                </a:tc>
                <a:tc>
                  <a:txBody>
                    <a:bodyPr/>
                    <a:lstStyle/>
                    <a:p>
                      <a:r>
                        <a:rPr lang="fr-FR" sz="1400" dirty="0"/>
                        <a:t>0,711</a:t>
                      </a:r>
                    </a:p>
                  </a:txBody>
                  <a:tcPr/>
                </a:tc>
                <a:tc>
                  <a:txBody>
                    <a:bodyPr/>
                    <a:lstStyle/>
                    <a:p>
                      <a:r>
                        <a:rPr lang="fr-FR" sz="1400" dirty="0"/>
                        <a:t>0,520</a:t>
                      </a:r>
                    </a:p>
                  </a:txBody>
                  <a:tcPr/>
                </a:tc>
                <a:tc>
                  <a:txBody>
                    <a:bodyPr/>
                    <a:lstStyle/>
                    <a:p>
                      <a:r>
                        <a:rPr lang="fr-FR" sz="1400" dirty="0"/>
                        <a:t>0,601</a:t>
                      </a:r>
                    </a:p>
                  </a:txBody>
                  <a:tcPr/>
                </a:tc>
                <a:tc>
                  <a:txBody>
                    <a:bodyPr/>
                    <a:lstStyle/>
                    <a:p>
                      <a:r>
                        <a:rPr lang="fr-FR" sz="1400" dirty="0"/>
                        <a:t>0,078</a:t>
                      </a:r>
                    </a:p>
                  </a:txBody>
                  <a:tcPr/>
                </a:tc>
                <a:tc>
                  <a:txBody>
                    <a:bodyPr/>
                    <a:lstStyle/>
                    <a:p>
                      <a:r>
                        <a:rPr lang="fr-FR" sz="1400" dirty="0"/>
                        <a:t>10,167 ms</a:t>
                      </a:r>
                    </a:p>
                  </a:txBody>
                  <a:tcPr/>
                </a:tc>
                <a:tc>
                  <a:txBody>
                    <a:bodyPr/>
                    <a:lstStyle/>
                    <a:p>
                      <a:r>
                        <a:rPr lang="fr-FR" sz="1400" dirty="0"/>
                        <a:t>0,007852 €</a:t>
                      </a:r>
                    </a:p>
                  </a:txBody>
                  <a:tcPr/>
                </a:tc>
                <a:extLst>
                  <a:ext uri="{0D108BD9-81ED-4DB2-BD59-A6C34878D82A}">
                    <a16:rowId xmlns:a16="http://schemas.microsoft.com/office/drawing/2014/main" val="3487095827"/>
                  </a:ext>
                </a:extLst>
              </a:tr>
            </a:tbl>
          </a:graphicData>
        </a:graphic>
      </p:graphicFrame>
      <p:pic>
        <p:nvPicPr>
          <p:cNvPr id="10" name="Image 9">
            <a:extLst>
              <a:ext uri="{FF2B5EF4-FFF2-40B4-BE49-F238E27FC236}">
                <a16:creationId xmlns:a16="http://schemas.microsoft.com/office/drawing/2014/main" id="{D4709228-4E48-79AB-A5BA-66C9D361E5A3}"/>
              </a:ext>
            </a:extLst>
          </p:cNvPr>
          <p:cNvPicPr>
            <a:picLocks noChangeAspect="1"/>
          </p:cNvPicPr>
          <p:nvPr/>
        </p:nvPicPr>
        <p:blipFill>
          <a:blip r:embed="rId3"/>
          <a:stretch>
            <a:fillRect/>
          </a:stretch>
        </p:blipFill>
        <p:spPr>
          <a:xfrm>
            <a:off x="-2989" y="3356582"/>
            <a:ext cx="3985057" cy="2967335"/>
          </a:xfrm>
          <a:prstGeom prst="rect">
            <a:avLst/>
          </a:prstGeom>
        </p:spPr>
      </p:pic>
      <p:graphicFrame>
        <p:nvGraphicFramePr>
          <p:cNvPr id="11" name="Tableau 10">
            <a:extLst>
              <a:ext uri="{FF2B5EF4-FFF2-40B4-BE49-F238E27FC236}">
                <a16:creationId xmlns:a16="http://schemas.microsoft.com/office/drawing/2014/main" id="{21022FA1-7796-866A-925C-26F031F92220}"/>
              </a:ext>
            </a:extLst>
          </p:cNvPr>
          <p:cNvGraphicFramePr>
            <a:graphicFrameLocks noGrp="1"/>
          </p:cNvGraphicFramePr>
          <p:nvPr>
            <p:extLst>
              <p:ext uri="{D42A27DB-BD31-4B8C-83A1-F6EECF244321}">
                <p14:modId xmlns:p14="http://schemas.microsoft.com/office/powerpoint/2010/main" val="1691578710"/>
              </p:ext>
            </p:extLst>
          </p:nvPr>
        </p:nvGraphicFramePr>
        <p:xfrm>
          <a:off x="4109887" y="4020033"/>
          <a:ext cx="8036232" cy="1119527"/>
        </p:xfrm>
        <a:graphic>
          <a:graphicData uri="http://schemas.openxmlformats.org/drawingml/2006/table">
            <a:tbl>
              <a:tblPr firstRow="1" bandRow="1">
                <a:tableStyleId>{5C22544A-7EE6-4342-B048-85BDC9FD1C3A}</a:tableStyleId>
              </a:tblPr>
              <a:tblGrid>
                <a:gridCol w="2678744">
                  <a:extLst>
                    <a:ext uri="{9D8B030D-6E8A-4147-A177-3AD203B41FA5}">
                      <a16:colId xmlns:a16="http://schemas.microsoft.com/office/drawing/2014/main" val="1330270738"/>
                    </a:ext>
                  </a:extLst>
                </a:gridCol>
                <a:gridCol w="2678744">
                  <a:extLst>
                    <a:ext uri="{9D8B030D-6E8A-4147-A177-3AD203B41FA5}">
                      <a16:colId xmlns:a16="http://schemas.microsoft.com/office/drawing/2014/main" val="3292296743"/>
                    </a:ext>
                  </a:extLst>
                </a:gridCol>
                <a:gridCol w="2678744">
                  <a:extLst>
                    <a:ext uri="{9D8B030D-6E8A-4147-A177-3AD203B41FA5}">
                      <a16:colId xmlns:a16="http://schemas.microsoft.com/office/drawing/2014/main" val="2789058676"/>
                    </a:ext>
                  </a:extLst>
                </a:gridCol>
              </a:tblGrid>
              <a:tr h="265104">
                <a:tc>
                  <a:txBody>
                    <a:bodyPr/>
                    <a:lstStyle/>
                    <a:p>
                      <a:r>
                        <a:rPr lang="fr-FR" sz="1200" dirty="0"/>
                        <a:t>Critère</a:t>
                      </a:r>
                    </a:p>
                  </a:txBody>
                  <a:tcPr/>
                </a:tc>
                <a:tc>
                  <a:txBody>
                    <a:bodyPr/>
                    <a:lstStyle/>
                    <a:p>
                      <a:r>
                        <a:rPr lang="fr-FR" sz="1200" dirty="0" err="1"/>
                        <a:t>DummyClassifier</a:t>
                      </a:r>
                      <a:endParaRPr lang="fr-FR" sz="1200" dirty="0"/>
                    </a:p>
                  </a:txBody>
                  <a:tcPr/>
                </a:tc>
                <a:tc>
                  <a:txBody>
                    <a:bodyPr/>
                    <a:lstStyle/>
                    <a:p>
                      <a:r>
                        <a:rPr lang="fr-FR" sz="1200" dirty="0"/>
                        <a:t>Modèle retenu</a:t>
                      </a:r>
                    </a:p>
                  </a:txBody>
                  <a:tcPr/>
                </a:tc>
                <a:extLst>
                  <a:ext uri="{0D108BD9-81ED-4DB2-BD59-A6C34878D82A}">
                    <a16:rowId xmlns:a16="http://schemas.microsoft.com/office/drawing/2014/main" val="1779289883"/>
                  </a:ext>
                </a:extLst>
              </a:tr>
              <a:tr h="267889">
                <a:tc>
                  <a:txBody>
                    <a:bodyPr/>
                    <a:lstStyle/>
                    <a:p>
                      <a:r>
                        <a:rPr lang="fr-FR" sz="1200" dirty="0"/>
                        <a:t>F1 macro</a:t>
                      </a:r>
                    </a:p>
                  </a:txBody>
                  <a:tcPr/>
                </a:tc>
                <a:tc>
                  <a:txBody>
                    <a:bodyPr/>
                    <a:lstStyle/>
                    <a:p>
                      <a:r>
                        <a:rPr lang="fr-FR" sz="1200" dirty="0"/>
                        <a:t>0,206</a:t>
                      </a:r>
                    </a:p>
                  </a:txBody>
                  <a:tcPr/>
                </a:tc>
                <a:tc>
                  <a:txBody>
                    <a:bodyPr/>
                    <a:lstStyle/>
                    <a:p>
                      <a:r>
                        <a:rPr lang="fr-FR" sz="1200" dirty="0"/>
                        <a:t>0,693</a:t>
                      </a:r>
                    </a:p>
                  </a:txBody>
                  <a:tcPr/>
                </a:tc>
                <a:extLst>
                  <a:ext uri="{0D108BD9-81ED-4DB2-BD59-A6C34878D82A}">
                    <a16:rowId xmlns:a16="http://schemas.microsoft.com/office/drawing/2014/main" val="2141796792"/>
                  </a:ext>
                </a:extLst>
              </a:tr>
              <a:tr h="296567">
                <a:tc>
                  <a:txBody>
                    <a:bodyPr/>
                    <a:lstStyle/>
                    <a:p>
                      <a:r>
                        <a:rPr lang="fr-FR" sz="1200" dirty="0" err="1"/>
                        <a:t>Recall</a:t>
                      </a:r>
                      <a:r>
                        <a:rPr lang="fr-FR" sz="1200" dirty="0"/>
                        <a:t> classe 2</a:t>
                      </a:r>
                    </a:p>
                  </a:txBody>
                  <a:tcPr/>
                </a:tc>
                <a:tc>
                  <a:txBody>
                    <a:bodyPr/>
                    <a:lstStyle/>
                    <a:p>
                      <a:r>
                        <a:rPr lang="fr-FR" sz="1200" dirty="0"/>
                        <a:t>0,000</a:t>
                      </a:r>
                    </a:p>
                  </a:txBody>
                  <a:tcPr/>
                </a:tc>
                <a:tc>
                  <a:txBody>
                    <a:bodyPr/>
                    <a:lstStyle/>
                    <a:p>
                      <a:r>
                        <a:rPr lang="fr-FR" sz="1200" dirty="0"/>
                        <a:t>0,711</a:t>
                      </a:r>
                    </a:p>
                  </a:txBody>
                  <a:tcPr/>
                </a:tc>
                <a:extLst>
                  <a:ext uri="{0D108BD9-81ED-4DB2-BD59-A6C34878D82A}">
                    <a16:rowId xmlns:a16="http://schemas.microsoft.com/office/drawing/2014/main" val="189909642"/>
                  </a:ext>
                </a:extLst>
              </a:tr>
              <a:tr h="265471">
                <a:tc>
                  <a:txBody>
                    <a:bodyPr/>
                    <a:lstStyle/>
                    <a:p>
                      <a:r>
                        <a:rPr lang="fr-FR" sz="1200" dirty="0"/>
                        <a:t>Erreur critique</a:t>
                      </a:r>
                    </a:p>
                  </a:txBody>
                  <a:tcPr/>
                </a:tc>
                <a:tc>
                  <a:txBody>
                    <a:bodyPr/>
                    <a:lstStyle/>
                    <a:p>
                      <a:r>
                        <a:rPr lang="fr-FR" sz="1200" dirty="0"/>
                        <a:t>0,000</a:t>
                      </a:r>
                    </a:p>
                  </a:txBody>
                  <a:tcPr/>
                </a:tc>
                <a:tc>
                  <a:txBody>
                    <a:bodyPr/>
                    <a:lstStyle/>
                    <a:p>
                      <a:r>
                        <a:rPr lang="fr-FR" sz="1200" dirty="0"/>
                        <a:t>0,078</a:t>
                      </a:r>
                    </a:p>
                  </a:txBody>
                  <a:tcPr/>
                </a:tc>
                <a:extLst>
                  <a:ext uri="{0D108BD9-81ED-4DB2-BD59-A6C34878D82A}">
                    <a16:rowId xmlns:a16="http://schemas.microsoft.com/office/drawing/2014/main" val="629029091"/>
                  </a:ext>
                </a:extLst>
              </a:tr>
            </a:tbl>
          </a:graphicData>
        </a:graphic>
      </p:graphicFrame>
    </p:spTree>
    <p:extLst>
      <p:ext uri="{BB962C8B-B14F-4D97-AF65-F5344CB8AC3E}">
        <p14:creationId xmlns:p14="http://schemas.microsoft.com/office/powerpoint/2010/main" val="21915444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F8A753-747B-8BF2-B815-9CD7E842424C}"/>
              </a:ext>
            </a:extLst>
          </p:cNvPr>
          <p:cNvSpPr>
            <a:spLocks noGrp="1"/>
          </p:cNvSpPr>
          <p:nvPr>
            <p:ph type="title"/>
          </p:nvPr>
        </p:nvSpPr>
        <p:spPr/>
        <p:txBody>
          <a:bodyPr/>
          <a:lstStyle/>
          <a:p>
            <a:r>
              <a:rPr lang="fr-FR" dirty="0"/>
              <a:t>Analyse des scénarios &amp; arbitrage</a:t>
            </a:r>
          </a:p>
        </p:txBody>
      </p:sp>
      <p:sp>
        <p:nvSpPr>
          <p:cNvPr id="3" name="Espace réservé du texte 2">
            <a:extLst>
              <a:ext uri="{FF2B5EF4-FFF2-40B4-BE49-F238E27FC236}">
                <a16:creationId xmlns:a16="http://schemas.microsoft.com/office/drawing/2014/main" id="{2DAFB6CC-8033-44A9-5A72-B43690243EAB}"/>
              </a:ext>
            </a:extLst>
          </p:cNvPr>
          <p:cNvSpPr>
            <a:spLocks noGrp="1"/>
          </p:cNvSpPr>
          <p:nvPr>
            <p:ph type="body" sz="quarter" idx="13"/>
          </p:nvPr>
        </p:nvSpPr>
        <p:spPr>
          <a:xfrm>
            <a:off x="390098" y="389618"/>
            <a:ext cx="1596591" cy="1477328"/>
          </a:xfrm>
        </p:spPr>
        <p:txBody>
          <a:bodyPr/>
          <a:lstStyle/>
          <a:p>
            <a:r>
              <a:rPr lang="fr-FR" dirty="0"/>
              <a:t>06</a:t>
            </a:r>
          </a:p>
        </p:txBody>
      </p:sp>
    </p:spTree>
    <p:extLst>
      <p:ext uri="{BB962C8B-B14F-4D97-AF65-F5344CB8AC3E}">
        <p14:creationId xmlns:p14="http://schemas.microsoft.com/office/powerpoint/2010/main" val="1576215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1435B4-382A-C323-EB7F-C1E4289BD5CF}"/>
              </a:ext>
            </a:extLst>
          </p:cNvPr>
          <p:cNvSpPr>
            <a:spLocks noGrp="1"/>
          </p:cNvSpPr>
          <p:nvPr>
            <p:ph type="title"/>
          </p:nvPr>
        </p:nvSpPr>
        <p:spPr>
          <a:xfrm>
            <a:off x="428624" y="291451"/>
            <a:ext cx="11337925" cy="912315"/>
          </a:xfrm>
        </p:spPr>
        <p:txBody>
          <a:bodyPr anchor="t">
            <a:normAutofit/>
          </a:bodyPr>
          <a:lstStyle/>
          <a:p>
            <a:r>
              <a:rPr lang="fr-FR" dirty="0"/>
              <a:t>Analyse des scénarios &amp; arbitrage</a:t>
            </a:r>
          </a:p>
        </p:txBody>
      </p:sp>
      <p:sp>
        <p:nvSpPr>
          <p:cNvPr id="3" name="Espace réservé du texte 2">
            <a:extLst>
              <a:ext uri="{FF2B5EF4-FFF2-40B4-BE49-F238E27FC236}">
                <a16:creationId xmlns:a16="http://schemas.microsoft.com/office/drawing/2014/main" id="{79121C11-03FE-1AB4-C2DB-DF552AA01EAE}"/>
              </a:ext>
            </a:extLst>
          </p:cNvPr>
          <p:cNvSpPr>
            <a:spLocks noGrp="1"/>
          </p:cNvSpPr>
          <p:nvPr>
            <p:ph type="body" sz="quarter" idx="10"/>
          </p:nvPr>
        </p:nvSpPr>
        <p:spPr>
          <a:xfrm>
            <a:off x="428625" y="709990"/>
            <a:ext cx="11337925" cy="493776"/>
          </a:xfrm>
        </p:spPr>
        <p:txBody>
          <a:bodyPr>
            <a:normAutofit/>
          </a:bodyPr>
          <a:lstStyle/>
          <a:p>
            <a:pPr>
              <a:spcAft>
                <a:spcPts val="600"/>
              </a:spcAft>
            </a:pPr>
            <a:r>
              <a:rPr lang="fr-FR" b="1"/>
              <a:t>Quel scénario de modélisation recommander au client ?</a:t>
            </a:r>
            <a:endParaRPr lang="fr-FR"/>
          </a:p>
        </p:txBody>
      </p:sp>
      <p:pic>
        <p:nvPicPr>
          <p:cNvPr id="6" name="Image 5">
            <a:extLst>
              <a:ext uri="{FF2B5EF4-FFF2-40B4-BE49-F238E27FC236}">
                <a16:creationId xmlns:a16="http://schemas.microsoft.com/office/drawing/2014/main" id="{B4FD158B-CB67-1076-EE02-F2ABBC71F618}"/>
              </a:ext>
            </a:extLst>
          </p:cNvPr>
          <p:cNvPicPr>
            <a:picLocks noChangeAspect="1"/>
          </p:cNvPicPr>
          <p:nvPr/>
        </p:nvPicPr>
        <p:blipFill>
          <a:blip r:embed="rId3"/>
          <a:stretch>
            <a:fillRect/>
          </a:stretch>
        </p:blipFill>
        <p:spPr>
          <a:xfrm>
            <a:off x="698681" y="994283"/>
            <a:ext cx="10549419" cy="5301085"/>
          </a:xfrm>
          <a:prstGeom prst="rect">
            <a:avLst/>
          </a:prstGeom>
          <a:noFill/>
        </p:spPr>
      </p:pic>
      <p:sp>
        <p:nvSpPr>
          <p:cNvPr id="4" name="Espace réservé du numéro de diapositive 3">
            <a:extLst>
              <a:ext uri="{FF2B5EF4-FFF2-40B4-BE49-F238E27FC236}">
                <a16:creationId xmlns:a16="http://schemas.microsoft.com/office/drawing/2014/main" id="{89C321B8-5905-FB12-7233-15BE4AAF124D}"/>
              </a:ext>
            </a:extLst>
          </p:cNvPr>
          <p:cNvSpPr>
            <a:spLocks noGrp="1"/>
          </p:cNvSpPr>
          <p:nvPr>
            <p:ph type="sldNum" sz="quarter" idx="4"/>
          </p:nvPr>
        </p:nvSpPr>
        <p:spPr>
          <a:xfrm>
            <a:off x="428625" y="6420355"/>
            <a:ext cx="161904" cy="153888"/>
          </a:xfrm>
        </p:spPr>
        <p:txBody>
          <a:bodyPr wrap="none" anchor="ctr">
            <a:normAutofit/>
          </a:bodyPr>
          <a:lstStyle/>
          <a:p>
            <a:pPr>
              <a:spcAft>
                <a:spcPts val="600"/>
              </a:spcAft>
            </a:pPr>
            <a:fld id="{DAF489CC-3B7A-4DA5-A8C0-4984788D0EC5}" type="slidenum">
              <a:rPr lang="nl-NL" smtClean="0"/>
              <a:pPr>
                <a:spcAft>
                  <a:spcPts val="600"/>
                </a:spcAft>
              </a:pPr>
              <a:t>29</a:t>
            </a:fld>
            <a:endParaRPr lang="nl-NL"/>
          </a:p>
        </p:txBody>
      </p:sp>
    </p:spTree>
    <p:extLst>
      <p:ext uri="{BB962C8B-B14F-4D97-AF65-F5344CB8AC3E}">
        <p14:creationId xmlns:p14="http://schemas.microsoft.com/office/powerpoint/2010/main" val="1953020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613F8C-F390-3FCA-E6C0-2A2CB6F99072}"/>
              </a:ext>
            </a:extLst>
          </p:cNvPr>
          <p:cNvSpPr>
            <a:spLocks noGrp="1"/>
          </p:cNvSpPr>
          <p:nvPr>
            <p:ph type="title"/>
          </p:nvPr>
        </p:nvSpPr>
        <p:spPr/>
        <p:txBody>
          <a:bodyPr/>
          <a:lstStyle/>
          <a:p>
            <a:r>
              <a:rPr lang="fr-FR" dirty="0"/>
              <a:t>Interprétation client</a:t>
            </a:r>
          </a:p>
        </p:txBody>
      </p:sp>
      <p:sp>
        <p:nvSpPr>
          <p:cNvPr id="3" name="Espace réservé du texte 2">
            <a:extLst>
              <a:ext uri="{FF2B5EF4-FFF2-40B4-BE49-F238E27FC236}">
                <a16:creationId xmlns:a16="http://schemas.microsoft.com/office/drawing/2014/main" id="{94F2A482-1362-A1F7-970A-B636F20C0958}"/>
              </a:ext>
            </a:extLst>
          </p:cNvPr>
          <p:cNvSpPr>
            <a:spLocks noGrp="1"/>
          </p:cNvSpPr>
          <p:nvPr>
            <p:ph type="body" sz="quarter" idx="13"/>
          </p:nvPr>
        </p:nvSpPr>
        <p:spPr>
          <a:xfrm>
            <a:off x="390098" y="389618"/>
            <a:ext cx="1497205" cy="1477328"/>
          </a:xfrm>
        </p:spPr>
        <p:txBody>
          <a:bodyPr/>
          <a:lstStyle/>
          <a:p>
            <a:r>
              <a:rPr lang="fr-FR" dirty="0"/>
              <a:t>07</a:t>
            </a:r>
          </a:p>
        </p:txBody>
      </p:sp>
    </p:spTree>
    <p:extLst>
      <p:ext uri="{BB962C8B-B14F-4D97-AF65-F5344CB8AC3E}">
        <p14:creationId xmlns:p14="http://schemas.microsoft.com/office/powerpoint/2010/main" val="7831102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09D77A-DAD4-0633-D44B-02E812E9A5EA}"/>
              </a:ext>
            </a:extLst>
          </p:cNvPr>
          <p:cNvSpPr>
            <a:spLocks noGrp="1"/>
          </p:cNvSpPr>
          <p:nvPr>
            <p:ph type="title"/>
          </p:nvPr>
        </p:nvSpPr>
        <p:spPr/>
        <p:txBody>
          <a:bodyPr/>
          <a:lstStyle/>
          <a:p>
            <a:r>
              <a:rPr lang="fr-FR" dirty="0"/>
              <a:t>Interprétation client – Poids des variables &amp; filet de sécurité</a:t>
            </a:r>
          </a:p>
        </p:txBody>
      </p:sp>
      <p:sp>
        <p:nvSpPr>
          <p:cNvPr id="3" name="Espace réservé du texte 2">
            <a:extLst>
              <a:ext uri="{FF2B5EF4-FFF2-40B4-BE49-F238E27FC236}">
                <a16:creationId xmlns:a16="http://schemas.microsoft.com/office/drawing/2014/main" id="{8DC4459B-FB97-703A-51FE-6DB1AA9BD9CE}"/>
              </a:ext>
            </a:extLst>
          </p:cNvPr>
          <p:cNvSpPr>
            <a:spLocks noGrp="1"/>
          </p:cNvSpPr>
          <p:nvPr>
            <p:ph type="body" sz="quarter" idx="10"/>
          </p:nvPr>
        </p:nvSpPr>
        <p:spPr/>
        <p:txBody>
          <a:bodyPr/>
          <a:lstStyle/>
          <a:p>
            <a:r>
              <a:rPr lang="fr-FR" dirty="0"/>
              <a:t>Comment interpréter le fonctionnement du modèle et ses limites pour la communication au client ?</a:t>
            </a:r>
          </a:p>
        </p:txBody>
      </p:sp>
      <p:sp>
        <p:nvSpPr>
          <p:cNvPr id="4" name="Espace réservé du numéro de diapositive 3">
            <a:extLst>
              <a:ext uri="{FF2B5EF4-FFF2-40B4-BE49-F238E27FC236}">
                <a16:creationId xmlns:a16="http://schemas.microsoft.com/office/drawing/2014/main" id="{BBD43E57-64A9-E866-3027-2F622392120C}"/>
              </a:ext>
            </a:extLst>
          </p:cNvPr>
          <p:cNvSpPr>
            <a:spLocks noGrp="1"/>
          </p:cNvSpPr>
          <p:nvPr>
            <p:ph type="sldNum" sz="quarter" idx="4"/>
          </p:nvPr>
        </p:nvSpPr>
        <p:spPr/>
        <p:txBody>
          <a:bodyPr/>
          <a:lstStyle/>
          <a:p>
            <a:fld id="{DAF489CC-3B7A-4DA5-A8C0-4984788D0EC5}" type="slidenum">
              <a:rPr lang="nl-NL" smtClean="0"/>
              <a:pPr/>
              <a:t>31</a:t>
            </a:fld>
            <a:endParaRPr lang="nl-NL" dirty="0"/>
          </a:p>
        </p:txBody>
      </p:sp>
      <p:pic>
        <p:nvPicPr>
          <p:cNvPr id="6" name="Image 5">
            <a:extLst>
              <a:ext uri="{FF2B5EF4-FFF2-40B4-BE49-F238E27FC236}">
                <a16:creationId xmlns:a16="http://schemas.microsoft.com/office/drawing/2014/main" id="{FBD4356B-DC43-9641-CC26-829BF85C8F72}"/>
              </a:ext>
            </a:extLst>
          </p:cNvPr>
          <p:cNvPicPr>
            <a:picLocks noChangeAspect="1"/>
          </p:cNvPicPr>
          <p:nvPr/>
        </p:nvPicPr>
        <p:blipFill>
          <a:blip r:embed="rId3"/>
          <a:stretch>
            <a:fillRect/>
          </a:stretch>
        </p:blipFill>
        <p:spPr>
          <a:xfrm>
            <a:off x="243962" y="1065032"/>
            <a:ext cx="4797370" cy="3169303"/>
          </a:xfrm>
          <a:prstGeom prst="rect">
            <a:avLst/>
          </a:prstGeom>
        </p:spPr>
      </p:pic>
      <p:pic>
        <p:nvPicPr>
          <p:cNvPr id="8" name="Image 7">
            <a:extLst>
              <a:ext uri="{FF2B5EF4-FFF2-40B4-BE49-F238E27FC236}">
                <a16:creationId xmlns:a16="http://schemas.microsoft.com/office/drawing/2014/main" id="{A3909337-5357-5190-C8A3-0C0DE634D586}"/>
              </a:ext>
            </a:extLst>
          </p:cNvPr>
          <p:cNvPicPr>
            <a:picLocks noChangeAspect="1"/>
          </p:cNvPicPr>
          <p:nvPr/>
        </p:nvPicPr>
        <p:blipFill>
          <a:blip r:embed="rId4"/>
          <a:stretch>
            <a:fillRect/>
          </a:stretch>
        </p:blipFill>
        <p:spPr>
          <a:xfrm>
            <a:off x="5041332" y="2647040"/>
            <a:ext cx="7059856" cy="3401899"/>
          </a:xfrm>
          <a:prstGeom prst="rect">
            <a:avLst/>
          </a:prstGeom>
        </p:spPr>
      </p:pic>
    </p:spTree>
    <p:extLst>
      <p:ext uri="{BB962C8B-B14F-4D97-AF65-F5344CB8AC3E}">
        <p14:creationId xmlns:p14="http://schemas.microsoft.com/office/powerpoint/2010/main" val="13267751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A9D21-3D6C-F8CD-2734-0D74B7611B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47C832-2334-CCAA-34C3-A4001B73B976}"/>
              </a:ext>
            </a:extLst>
          </p:cNvPr>
          <p:cNvSpPr>
            <a:spLocks noGrp="1"/>
          </p:cNvSpPr>
          <p:nvPr>
            <p:ph type="title"/>
          </p:nvPr>
        </p:nvSpPr>
        <p:spPr/>
        <p:txBody>
          <a:bodyPr/>
          <a:lstStyle/>
          <a:p>
            <a:r>
              <a:rPr lang="fr-FR" dirty="0"/>
              <a:t>Interprétation client – impacte du filet de sécurité</a:t>
            </a:r>
          </a:p>
        </p:txBody>
      </p:sp>
      <p:sp>
        <p:nvSpPr>
          <p:cNvPr id="3" name="Espace réservé du texte 2">
            <a:extLst>
              <a:ext uri="{FF2B5EF4-FFF2-40B4-BE49-F238E27FC236}">
                <a16:creationId xmlns:a16="http://schemas.microsoft.com/office/drawing/2014/main" id="{51D8DC9C-DCFE-E51A-6EF0-8BB04170340B}"/>
              </a:ext>
            </a:extLst>
          </p:cNvPr>
          <p:cNvSpPr>
            <a:spLocks noGrp="1"/>
          </p:cNvSpPr>
          <p:nvPr>
            <p:ph type="body" sz="quarter" idx="10"/>
          </p:nvPr>
        </p:nvSpPr>
        <p:spPr/>
        <p:txBody>
          <a:bodyPr/>
          <a:lstStyle/>
          <a:p>
            <a:r>
              <a:rPr lang="fr-FR" dirty="0"/>
              <a:t>Comment interpréter le fonctionnement du modèle et ses limites pour la communication au client ?</a:t>
            </a:r>
          </a:p>
        </p:txBody>
      </p:sp>
      <p:sp>
        <p:nvSpPr>
          <p:cNvPr id="4" name="Espace réservé du numéro de diapositive 3">
            <a:extLst>
              <a:ext uri="{FF2B5EF4-FFF2-40B4-BE49-F238E27FC236}">
                <a16:creationId xmlns:a16="http://schemas.microsoft.com/office/drawing/2014/main" id="{8F4420C1-9137-75E7-BF10-1136655CAF96}"/>
              </a:ext>
            </a:extLst>
          </p:cNvPr>
          <p:cNvSpPr>
            <a:spLocks noGrp="1"/>
          </p:cNvSpPr>
          <p:nvPr>
            <p:ph type="sldNum" sz="quarter" idx="4"/>
          </p:nvPr>
        </p:nvSpPr>
        <p:spPr/>
        <p:txBody>
          <a:bodyPr/>
          <a:lstStyle/>
          <a:p>
            <a:fld id="{DAF489CC-3B7A-4DA5-A8C0-4984788D0EC5}" type="slidenum">
              <a:rPr lang="nl-NL" smtClean="0"/>
              <a:pPr/>
              <a:t>32</a:t>
            </a:fld>
            <a:endParaRPr lang="nl-NL" dirty="0"/>
          </a:p>
        </p:txBody>
      </p:sp>
      <p:pic>
        <p:nvPicPr>
          <p:cNvPr id="6" name="Image 5">
            <a:extLst>
              <a:ext uri="{FF2B5EF4-FFF2-40B4-BE49-F238E27FC236}">
                <a16:creationId xmlns:a16="http://schemas.microsoft.com/office/drawing/2014/main" id="{B487591D-0C6F-1803-88E5-AF30D3FED29E}"/>
              </a:ext>
            </a:extLst>
          </p:cNvPr>
          <p:cNvPicPr>
            <a:picLocks noChangeAspect="1"/>
          </p:cNvPicPr>
          <p:nvPr/>
        </p:nvPicPr>
        <p:blipFill>
          <a:blip r:embed="rId3"/>
          <a:stretch>
            <a:fillRect/>
          </a:stretch>
        </p:blipFill>
        <p:spPr>
          <a:xfrm>
            <a:off x="206719" y="1203766"/>
            <a:ext cx="5761219" cy="2110923"/>
          </a:xfrm>
          <a:prstGeom prst="rect">
            <a:avLst/>
          </a:prstGeom>
        </p:spPr>
      </p:pic>
      <p:pic>
        <p:nvPicPr>
          <p:cNvPr id="8" name="Image 7">
            <a:extLst>
              <a:ext uri="{FF2B5EF4-FFF2-40B4-BE49-F238E27FC236}">
                <a16:creationId xmlns:a16="http://schemas.microsoft.com/office/drawing/2014/main" id="{180AA230-40B3-D72C-125C-3605B0755F92}"/>
              </a:ext>
            </a:extLst>
          </p:cNvPr>
          <p:cNvPicPr>
            <a:picLocks noChangeAspect="1"/>
          </p:cNvPicPr>
          <p:nvPr/>
        </p:nvPicPr>
        <p:blipFill>
          <a:blip r:embed="rId4"/>
          <a:stretch>
            <a:fillRect/>
          </a:stretch>
        </p:blipFill>
        <p:spPr>
          <a:xfrm>
            <a:off x="206719" y="3463538"/>
            <a:ext cx="2080440" cy="1691787"/>
          </a:xfrm>
          <a:prstGeom prst="rect">
            <a:avLst/>
          </a:prstGeom>
        </p:spPr>
      </p:pic>
      <p:pic>
        <p:nvPicPr>
          <p:cNvPr id="10" name="Image 9">
            <a:extLst>
              <a:ext uri="{FF2B5EF4-FFF2-40B4-BE49-F238E27FC236}">
                <a16:creationId xmlns:a16="http://schemas.microsoft.com/office/drawing/2014/main" id="{7A104446-CEB2-2B05-5F67-F08E2B1C6E1C}"/>
              </a:ext>
            </a:extLst>
          </p:cNvPr>
          <p:cNvPicPr>
            <a:picLocks noChangeAspect="1"/>
          </p:cNvPicPr>
          <p:nvPr/>
        </p:nvPicPr>
        <p:blipFill>
          <a:blip r:embed="rId5"/>
          <a:stretch>
            <a:fillRect/>
          </a:stretch>
        </p:blipFill>
        <p:spPr>
          <a:xfrm>
            <a:off x="2454814" y="3463538"/>
            <a:ext cx="3513124" cy="1676545"/>
          </a:xfrm>
          <a:prstGeom prst="rect">
            <a:avLst/>
          </a:prstGeom>
        </p:spPr>
      </p:pic>
      <p:pic>
        <p:nvPicPr>
          <p:cNvPr id="12" name="Image 11">
            <a:extLst>
              <a:ext uri="{FF2B5EF4-FFF2-40B4-BE49-F238E27FC236}">
                <a16:creationId xmlns:a16="http://schemas.microsoft.com/office/drawing/2014/main" id="{EC5A7883-0796-604A-EBF3-782B17991F3D}"/>
              </a:ext>
            </a:extLst>
          </p:cNvPr>
          <p:cNvPicPr>
            <a:picLocks noChangeAspect="1"/>
          </p:cNvPicPr>
          <p:nvPr/>
        </p:nvPicPr>
        <p:blipFill>
          <a:blip r:embed="rId6"/>
          <a:stretch>
            <a:fillRect/>
          </a:stretch>
        </p:blipFill>
        <p:spPr>
          <a:xfrm>
            <a:off x="6534321" y="921801"/>
            <a:ext cx="4115157" cy="2674852"/>
          </a:xfrm>
          <a:prstGeom prst="rect">
            <a:avLst/>
          </a:prstGeom>
        </p:spPr>
      </p:pic>
      <p:pic>
        <p:nvPicPr>
          <p:cNvPr id="14" name="Image 13">
            <a:extLst>
              <a:ext uri="{FF2B5EF4-FFF2-40B4-BE49-F238E27FC236}">
                <a16:creationId xmlns:a16="http://schemas.microsoft.com/office/drawing/2014/main" id="{DEECE2A7-0DBC-5B09-80EA-6D7DB2F4F7C0}"/>
              </a:ext>
            </a:extLst>
          </p:cNvPr>
          <p:cNvPicPr>
            <a:picLocks noChangeAspect="1"/>
          </p:cNvPicPr>
          <p:nvPr/>
        </p:nvPicPr>
        <p:blipFill>
          <a:blip r:embed="rId7"/>
          <a:stretch>
            <a:fillRect/>
          </a:stretch>
        </p:blipFill>
        <p:spPr>
          <a:xfrm>
            <a:off x="6336185" y="3554987"/>
            <a:ext cx="4511431" cy="2865368"/>
          </a:xfrm>
          <a:prstGeom prst="rect">
            <a:avLst/>
          </a:prstGeom>
        </p:spPr>
      </p:pic>
    </p:spTree>
    <p:extLst>
      <p:ext uri="{BB962C8B-B14F-4D97-AF65-F5344CB8AC3E}">
        <p14:creationId xmlns:p14="http://schemas.microsoft.com/office/powerpoint/2010/main" val="1615336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85A3A-6CBB-626E-403B-70D80FE0010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CC876E4-35E5-3D7D-0592-DF7AAB7F83C9}"/>
              </a:ext>
            </a:extLst>
          </p:cNvPr>
          <p:cNvSpPr>
            <a:spLocks noGrp="1"/>
          </p:cNvSpPr>
          <p:nvPr>
            <p:ph type="title"/>
          </p:nvPr>
        </p:nvSpPr>
        <p:spPr/>
        <p:txBody>
          <a:bodyPr/>
          <a:lstStyle/>
          <a:p>
            <a:r>
              <a:rPr lang="fr-FR" dirty="0"/>
              <a:t>Interprétation client – Message au client</a:t>
            </a:r>
          </a:p>
        </p:txBody>
      </p:sp>
      <p:sp>
        <p:nvSpPr>
          <p:cNvPr id="3" name="Espace réservé du texte 2">
            <a:extLst>
              <a:ext uri="{FF2B5EF4-FFF2-40B4-BE49-F238E27FC236}">
                <a16:creationId xmlns:a16="http://schemas.microsoft.com/office/drawing/2014/main" id="{22C51F64-38A8-4AFC-FA7B-D789C5452BFE}"/>
              </a:ext>
            </a:extLst>
          </p:cNvPr>
          <p:cNvSpPr>
            <a:spLocks noGrp="1"/>
          </p:cNvSpPr>
          <p:nvPr>
            <p:ph type="body" sz="quarter" idx="10"/>
          </p:nvPr>
        </p:nvSpPr>
        <p:spPr/>
        <p:txBody>
          <a:bodyPr/>
          <a:lstStyle/>
          <a:p>
            <a:r>
              <a:rPr lang="fr-FR" dirty="0"/>
              <a:t>Comment interpréter le fonctionnement du modèle et ses limites pour la communication au client ?</a:t>
            </a:r>
          </a:p>
        </p:txBody>
      </p:sp>
      <p:sp>
        <p:nvSpPr>
          <p:cNvPr id="4" name="Espace réservé du texte 3">
            <a:extLst>
              <a:ext uri="{FF2B5EF4-FFF2-40B4-BE49-F238E27FC236}">
                <a16:creationId xmlns:a16="http://schemas.microsoft.com/office/drawing/2014/main" id="{64AEBE30-9282-3A21-F972-67F96994D0D2}"/>
              </a:ext>
            </a:extLst>
          </p:cNvPr>
          <p:cNvSpPr>
            <a:spLocks noGrp="1"/>
          </p:cNvSpPr>
          <p:nvPr>
            <p:ph type="body" sz="quarter" idx="13"/>
          </p:nvPr>
        </p:nvSpPr>
        <p:spPr>
          <a:xfrm>
            <a:off x="1673684" y="1477699"/>
            <a:ext cx="9965046" cy="1417320"/>
          </a:xfrm>
        </p:spPr>
        <p:txBody>
          <a:bodyPr/>
          <a:lstStyle/>
          <a:p>
            <a:r>
              <a:rPr lang="fr-FR" dirty="0"/>
              <a:t>Messages clés</a:t>
            </a:r>
          </a:p>
        </p:txBody>
      </p:sp>
      <p:sp>
        <p:nvSpPr>
          <p:cNvPr id="5" name="Espace réservé du texte 4">
            <a:extLst>
              <a:ext uri="{FF2B5EF4-FFF2-40B4-BE49-F238E27FC236}">
                <a16:creationId xmlns:a16="http://schemas.microsoft.com/office/drawing/2014/main" id="{29790855-F372-ED5E-03C6-512F6084698E}"/>
              </a:ext>
            </a:extLst>
          </p:cNvPr>
          <p:cNvSpPr>
            <a:spLocks noGrp="1"/>
          </p:cNvSpPr>
          <p:nvPr>
            <p:ph type="body" sz="quarter" idx="23"/>
          </p:nvPr>
        </p:nvSpPr>
        <p:spPr>
          <a:xfrm>
            <a:off x="1673685" y="3064352"/>
            <a:ext cx="9965046" cy="1417320"/>
          </a:xfrm>
        </p:spPr>
        <p:txBody>
          <a:bodyPr/>
          <a:lstStyle/>
          <a:p>
            <a:r>
              <a:rPr lang="fr-FR" dirty="0"/>
              <a:t>Synthèse d’interprétation</a:t>
            </a:r>
          </a:p>
        </p:txBody>
      </p:sp>
      <p:sp>
        <p:nvSpPr>
          <p:cNvPr id="6" name="Espace réservé du texte 5">
            <a:extLst>
              <a:ext uri="{FF2B5EF4-FFF2-40B4-BE49-F238E27FC236}">
                <a16:creationId xmlns:a16="http://schemas.microsoft.com/office/drawing/2014/main" id="{DCC022AE-9EF2-6683-1F13-C3CF6A5B99BD}"/>
              </a:ext>
            </a:extLst>
          </p:cNvPr>
          <p:cNvSpPr>
            <a:spLocks noGrp="1"/>
          </p:cNvSpPr>
          <p:nvPr>
            <p:ph type="body" sz="quarter" idx="24"/>
          </p:nvPr>
        </p:nvSpPr>
        <p:spPr>
          <a:xfrm>
            <a:off x="1673685" y="4659630"/>
            <a:ext cx="9965046" cy="1417320"/>
          </a:xfrm>
        </p:spPr>
        <p:txBody>
          <a:bodyPr/>
          <a:lstStyle/>
          <a:p>
            <a:r>
              <a:rPr lang="fr-FR" dirty="0"/>
              <a:t>Conclusion scénarios</a:t>
            </a:r>
          </a:p>
        </p:txBody>
      </p:sp>
      <p:sp>
        <p:nvSpPr>
          <p:cNvPr id="7" name="Espace réservé du numéro de diapositive 6">
            <a:extLst>
              <a:ext uri="{FF2B5EF4-FFF2-40B4-BE49-F238E27FC236}">
                <a16:creationId xmlns:a16="http://schemas.microsoft.com/office/drawing/2014/main" id="{4BAAF9CA-19D7-E8EC-E8EB-7248DAC74288}"/>
              </a:ext>
            </a:extLst>
          </p:cNvPr>
          <p:cNvSpPr>
            <a:spLocks noGrp="1"/>
          </p:cNvSpPr>
          <p:nvPr>
            <p:ph type="sldNum" sz="quarter" idx="4"/>
          </p:nvPr>
        </p:nvSpPr>
        <p:spPr/>
        <p:txBody>
          <a:bodyPr/>
          <a:lstStyle/>
          <a:p>
            <a:fld id="{DAF489CC-3B7A-4DA5-A8C0-4984788D0EC5}" type="slidenum">
              <a:rPr lang="nl-NL" smtClean="0"/>
              <a:pPr/>
              <a:t>33</a:t>
            </a:fld>
            <a:endParaRPr lang="nl-NL" dirty="0"/>
          </a:p>
        </p:txBody>
      </p:sp>
      <p:sp>
        <p:nvSpPr>
          <p:cNvPr id="11" name="ZoneTexte 10">
            <a:extLst>
              <a:ext uri="{FF2B5EF4-FFF2-40B4-BE49-F238E27FC236}">
                <a16:creationId xmlns:a16="http://schemas.microsoft.com/office/drawing/2014/main" id="{9EE66420-232C-5E13-3FDA-24828911A23E}"/>
              </a:ext>
            </a:extLst>
          </p:cNvPr>
          <p:cNvSpPr txBox="1"/>
          <p:nvPr/>
        </p:nvSpPr>
        <p:spPr>
          <a:xfrm>
            <a:off x="4274714" y="1650049"/>
            <a:ext cx="6633713" cy="1072619"/>
          </a:xfrm>
          <a:prstGeom prst="rect">
            <a:avLst/>
          </a:prstGeom>
          <a:noFill/>
        </p:spPr>
        <p:txBody>
          <a:bodyPr wrap="none" rtlCol="0">
            <a:noAutofit/>
          </a:bodyPr>
          <a:lstStyle/>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lang="fr-FR" sz="1600" dirty="0">
                <a:solidFill>
                  <a:schemeClr val="accent1"/>
                </a:solidFill>
                <a:latin typeface="+mj-lt"/>
              </a:rPr>
              <a:t>Le modèle donne un repère, pas un diagnostic</a:t>
            </a: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lang="fr-FR" sz="1600" dirty="0">
                <a:solidFill>
                  <a:schemeClr val="accent1"/>
                </a:solidFill>
                <a:latin typeface="+mj-lt"/>
              </a:rPr>
              <a:t>La vérification humaine est indispensable et ne repère pas tous</a:t>
            </a:r>
            <a:br>
              <a:rPr lang="fr-FR" sz="1600" dirty="0">
                <a:solidFill>
                  <a:schemeClr val="accent1"/>
                </a:solidFill>
                <a:latin typeface="+mj-lt"/>
              </a:rPr>
            </a:br>
            <a:r>
              <a:rPr lang="fr-FR" sz="1600" dirty="0">
                <a:solidFill>
                  <a:schemeClr val="accent1"/>
                </a:solidFill>
                <a:latin typeface="+mj-lt"/>
              </a:rPr>
              <a:t> les cas à risque</a:t>
            </a: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lang="fr-FR" sz="1600" dirty="0">
                <a:solidFill>
                  <a:schemeClr val="accent1"/>
                </a:solidFill>
                <a:latin typeface="+mj-lt"/>
              </a:rPr>
              <a:t>Le conseiller garde la décision finale</a:t>
            </a:r>
          </a:p>
        </p:txBody>
      </p:sp>
      <p:sp>
        <p:nvSpPr>
          <p:cNvPr id="17" name="ZoneTexte 16">
            <a:extLst>
              <a:ext uri="{FF2B5EF4-FFF2-40B4-BE49-F238E27FC236}">
                <a16:creationId xmlns:a16="http://schemas.microsoft.com/office/drawing/2014/main" id="{74A81710-A72C-3359-1CF6-77B64FE2D145}"/>
              </a:ext>
            </a:extLst>
          </p:cNvPr>
          <p:cNvSpPr txBox="1"/>
          <p:nvPr/>
        </p:nvSpPr>
        <p:spPr>
          <a:xfrm>
            <a:off x="4274714" y="3178652"/>
            <a:ext cx="6633713" cy="1127904"/>
          </a:xfrm>
          <a:prstGeom prst="rect">
            <a:avLst/>
          </a:prstGeom>
          <a:noFill/>
        </p:spPr>
        <p:txBody>
          <a:bodyPr wrap="none" rtlCol="0">
            <a:noAutofit/>
          </a:bodyPr>
          <a:lstStyle/>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00005C"/>
                </a:solidFill>
                <a:effectLst/>
                <a:uLnTx/>
                <a:uFillTx/>
                <a:latin typeface="Biennale Bold"/>
                <a:ea typeface="+mn-ea"/>
                <a:cs typeface="+mn-cs"/>
              </a:rPr>
              <a:t>Variables-clés : synthèse d'entretien (57,7%), département (23,7%),</a:t>
            </a:r>
            <a:br>
              <a:rPr kumimoji="0" lang="fr-FR" sz="1600" b="0" i="0" u="none" strike="noStrike" kern="1200" cap="none" spc="0" normalizeH="0" baseline="0" noProof="0" dirty="0">
                <a:ln>
                  <a:noFill/>
                </a:ln>
                <a:solidFill>
                  <a:srgbClr val="00005C"/>
                </a:solidFill>
                <a:effectLst/>
                <a:uLnTx/>
                <a:uFillTx/>
                <a:latin typeface="Biennale Bold"/>
                <a:ea typeface="+mn-ea"/>
                <a:cs typeface="+mn-cs"/>
              </a:rPr>
            </a:br>
            <a:r>
              <a:rPr kumimoji="0" lang="fr-FR" sz="1600" b="0" i="0" u="none" strike="noStrike" kern="1200" cap="none" spc="0" normalizeH="0" baseline="0" noProof="0" dirty="0">
                <a:ln>
                  <a:noFill/>
                </a:ln>
                <a:solidFill>
                  <a:srgbClr val="00005C"/>
                </a:solidFill>
                <a:effectLst/>
                <a:uLnTx/>
                <a:uFillTx/>
                <a:latin typeface="Biennale Bold"/>
                <a:ea typeface="+mn-ea"/>
                <a:cs typeface="+mn-cs"/>
              </a:rPr>
              <a:t>code ROME (16,5%), âge (0,5%), statut allocataire (0,3%)</a:t>
            </a: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00005C"/>
                </a:solidFill>
                <a:effectLst/>
                <a:uLnTx/>
                <a:uFillTx/>
                <a:latin typeface="Biennale Bold"/>
                <a:ea typeface="+mn-ea"/>
                <a:cs typeface="+mn-cs"/>
              </a:rPr>
              <a:t>Profils mal prédits</a:t>
            </a: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00005C"/>
                </a:solidFill>
                <a:effectLst/>
                <a:uLnTx/>
                <a:uFillTx/>
                <a:latin typeface="Biennale Bold"/>
                <a:ea typeface="+mn-ea"/>
                <a:cs typeface="+mn-cs"/>
              </a:rPr>
              <a:t>Vigilance opérationnelle :</a:t>
            </a:r>
          </a:p>
        </p:txBody>
      </p:sp>
      <p:sp>
        <p:nvSpPr>
          <p:cNvPr id="19" name="ZoneTexte 18">
            <a:extLst>
              <a:ext uri="{FF2B5EF4-FFF2-40B4-BE49-F238E27FC236}">
                <a16:creationId xmlns:a16="http://schemas.microsoft.com/office/drawing/2014/main" id="{7BE0DF2C-E499-2BF3-36E1-622D3E5C0E98}"/>
              </a:ext>
            </a:extLst>
          </p:cNvPr>
          <p:cNvSpPr txBox="1"/>
          <p:nvPr/>
        </p:nvSpPr>
        <p:spPr>
          <a:xfrm>
            <a:off x="4274714" y="4687494"/>
            <a:ext cx="6943893" cy="1361592"/>
          </a:xfrm>
          <a:prstGeom prst="rect">
            <a:avLst/>
          </a:prstGeom>
          <a:noFill/>
        </p:spPr>
        <p:txBody>
          <a:bodyPr wrap="none" rtlCol="0">
            <a:noAutofit/>
          </a:bodyPr>
          <a:lstStyle/>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4AA82D"/>
                </a:solidFill>
                <a:effectLst/>
                <a:uLnTx/>
                <a:uFillTx/>
                <a:latin typeface="Biennale Bold"/>
                <a:ea typeface="+mn-ea"/>
                <a:cs typeface="+mn-cs"/>
              </a:rPr>
              <a:t>S1 complet : la meilleur performance (mais variable discriminante)</a:t>
            </a: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lang="fr-FR" sz="1600" dirty="0">
                <a:solidFill>
                  <a:srgbClr val="4AA82D"/>
                </a:solidFill>
                <a:latin typeface="Biennale Bold"/>
              </a:rPr>
              <a:t>S2 : le moins performant</a:t>
            </a: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4AA82D"/>
                </a:solidFill>
                <a:effectLst/>
                <a:uLnTx/>
                <a:uFillTx/>
                <a:latin typeface="Biennale Bold"/>
                <a:ea typeface="+mn-ea"/>
                <a:cs typeface="+mn-cs"/>
              </a:rPr>
              <a:t>S3 : le compromis fragile</a:t>
            </a:r>
          </a:p>
          <a:p>
            <a:pPr marL="285750" lvl="0" indent="-285750">
              <a:spcAft>
                <a:spcPts val="200"/>
              </a:spcAft>
              <a:buClr>
                <a:srgbClr val="00005C"/>
              </a:buClr>
              <a:buFont typeface="Arial" panose="020B0604020202020204" pitchFamily="34" charset="0"/>
              <a:buChar char="•"/>
              <a:defRPr/>
            </a:pPr>
            <a:r>
              <a:rPr lang="fr-FR" sz="1600" dirty="0">
                <a:solidFill>
                  <a:srgbClr val="4AA82D"/>
                </a:solidFill>
                <a:latin typeface="Biennale Bold"/>
              </a:rPr>
              <a:t>S4 : le moins cher (mais variable discriminante)</a:t>
            </a:r>
          </a:p>
          <a:p>
            <a:pPr marL="285750" marR="0" lvl="0" indent="-285750" algn="l" defTabSz="914400" rtl="0" eaLnBrk="1" fontAlgn="auto" latinLnBrk="0" hangingPunct="1">
              <a:lnSpc>
                <a:spcPct val="100000"/>
              </a:lnSpc>
              <a:spcBef>
                <a:spcPts val="0"/>
              </a:spcBef>
              <a:spcAft>
                <a:spcPts val="200"/>
              </a:spcAft>
              <a:buClr>
                <a:srgbClr val="00005C"/>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4AA82D"/>
                </a:solidFill>
                <a:effectLst/>
                <a:uLnTx/>
                <a:uFillTx/>
                <a:latin typeface="Biennale Bold"/>
                <a:ea typeface="+mn-ea"/>
                <a:cs typeface="+mn-cs"/>
              </a:rPr>
              <a:t>S1 hybride : le meilleur compromis</a:t>
            </a:r>
            <a:endParaRPr kumimoji="0" lang="fr-FR" sz="1600" b="0" i="0" u="none" strike="noStrike" kern="1200" cap="none" spc="0" normalizeH="0" baseline="0" noProof="0" dirty="0">
              <a:ln>
                <a:noFill/>
              </a:ln>
              <a:solidFill>
                <a:srgbClr val="00005C"/>
              </a:solidFill>
              <a:effectLst/>
              <a:uLnTx/>
              <a:uFillTx/>
              <a:latin typeface="Biennale Bold"/>
              <a:ea typeface="+mn-ea"/>
              <a:cs typeface="+mn-cs"/>
            </a:endParaRPr>
          </a:p>
        </p:txBody>
      </p:sp>
      <p:pic>
        <p:nvPicPr>
          <p:cNvPr id="18" name="Espace réservé pour une image  17">
            <a:extLst>
              <a:ext uri="{FF2B5EF4-FFF2-40B4-BE49-F238E27FC236}">
                <a16:creationId xmlns:a16="http://schemas.microsoft.com/office/drawing/2014/main" id="{AE76B48A-EF90-D786-3A33-5A73971E4B51}"/>
              </a:ext>
            </a:extLst>
          </p:cNvPr>
          <p:cNvPicPr>
            <a:picLocks noGrp="1" noChangeAspect="1"/>
          </p:cNvPicPr>
          <p:nvPr>
            <p:ph type="pic" sz="quarter" idx="20"/>
          </p:nvPr>
        </p:nvPicPr>
        <p:blipFill>
          <a:blip r:embed="rId3">
            <a:extLst>
              <a:ext uri="{28A0092B-C50C-407E-A947-70E740481C1C}">
                <a14:useLocalDpi xmlns:a14="http://schemas.microsoft.com/office/drawing/2010/main" val="0"/>
              </a:ext>
            </a:extLst>
          </a:blip>
          <a:srcRect l="9060" r="9060"/>
          <a:stretch>
            <a:fillRect/>
          </a:stretch>
        </p:blipFill>
        <p:spPr>
          <a:xfrm>
            <a:off x="297631" y="1583373"/>
            <a:ext cx="1188720" cy="1188720"/>
          </a:xfrm>
          <a:prstGeom prst="rect">
            <a:avLst/>
          </a:prstGeom>
        </p:spPr>
      </p:pic>
      <p:pic>
        <p:nvPicPr>
          <p:cNvPr id="27" name="Espace réservé pour une image  26">
            <a:extLst>
              <a:ext uri="{FF2B5EF4-FFF2-40B4-BE49-F238E27FC236}">
                <a16:creationId xmlns:a16="http://schemas.microsoft.com/office/drawing/2014/main" id="{0E3E6275-23E7-6177-577D-22B7D75627B6}"/>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1586" r="1586"/>
          <a:stretch>
            <a:fillRect/>
          </a:stretch>
        </p:blipFill>
        <p:spPr>
          <a:xfrm>
            <a:off x="297631" y="4773930"/>
            <a:ext cx="1188720" cy="1188720"/>
          </a:xfrm>
          <a:prstGeom prst="rect">
            <a:avLst/>
          </a:prstGeom>
        </p:spPr>
      </p:pic>
      <p:pic>
        <p:nvPicPr>
          <p:cNvPr id="29" name="Espace réservé pour une image  28">
            <a:extLst>
              <a:ext uri="{FF2B5EF4-FFF2-40B4-BE49-F238E27FC236}">
                <a16:creationId xmlns:a16="http://schemas.microsoft.com/office/drawing/2014/main" id="{D34E8366-BD99-8C1B-E405-F41721216758}"/>
              </a:ext>
            </a:extLst>
          </p:cNvPr>
          <p:cNvPicPr>
            <a:picLocks noGrp="1" noChangeAspect="1"/>
          </p:cNvPicPr>
          <p:nvPr>
            <p:ph type="pic" sz="quarter" idx="21"/>
          </p:nvPr>
        </p:nvPicPr>
        <p:blipFill>
          <a:blip r:embed="rId5">
            <a:extLst>
              <a:ext uri="{28A0092B-C50C-407E-A947-70E740481C1C}">
                <a14:useLocalDpi xmlns:a14="http://schemas.microsoft.com/office/drawing/2010/main" val="0"/>
              </a:ext>
            </a:extLst>
          </a:blip>
          <a:srcRect l="938" r="938"/>
          <a:stretch>
            <a:fillRect/>
          </a:stretch>
        </p:blipFill>
        <p:spPr>
          <a:xfrm>
            <a:off x="297631" y="3178652"/>
            <a:ext cx="1188720" cy="1188720"/>
          </a:xfrm>
          <a:prstGeom prst="rect">
            <a:avLst/>
          </a:prstGeom>
        </p:spPr>
      </p:pic>
    </p:spTree>
    <p:extLst>
      <p:ext uri="{BB962C8B-B14F-4D97-AF65-F5344CB8AC3E}">
        <p14:creationId xmlns:p14="http://schemas.microsoft.com/office/powerpoint/2010/main" val="4892294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686036-8E6A-9ED0-06D5-57871F441293}"/>
              </a:ext>
            </a:extLst>
          </p:cNvPr>
          <p:cNvSpPr>
            <a:spLocks noGrp="1"/>
          </p:cNvSpPr>
          <p:nvPr>
            <p:ph type="title"/>
          </p:nvPr>
        </p:nvSpPr>
        <p:spPr/>
        <p:txBody>
          <a:bodyPr/>
          <a:lstStyle/>
          <a:p>
            <a:r>
              <a:rPr lang="fr-FR" dirty="0"/>
              <a:t>Industrialisation</a:t>
            </a:r>
          </a:p>
        </p:txBody>
      </p:sp>
      <p:sp>
        <p:nvSpPr>
          <p:cNvPr id="3" name="Espace réservé du texte 2">
            <a:extLst>
              <a:ext uri="{FF2B5EF4-FFF2-40B4-BE49-F238E27FC236}">
                <a16:creationId xmlns:a16="http://schemas.microsoft.com/office/drawing/2014/main" id="{1BD06CF0-5A7C-E956-6C1E-3B0BC3DB55BE}"/>
              </a:ext>
            </a:extLst>
          </p:cNvPr>
          <p:cNvSpPr>
            <a:spLocks noGrp="1"/>
          </p:cNvSpPr>
          <p:nvPr>
            <p:ph type="body" sz="quarter" idx="13"/>
          </p:nvPr>
        </p:nvSpPr>
        <p:spPr>
          <a:xfrm>
            <a:off x="390098" y="389618"/>
            <a:ext cx="1596591" cy="1477328"/>
          </a:xfrm>
        </p:spPr>
        <p:txBody>
          <a:bodyPr/>
          <a:lstStyle/>
          <a:p>
            <a:r>
              <a:rPr lang="fr-FR" dirty="0"/>
              <a:t>08</a:t>
            </a:r>
          </a:p>
        </p:txBody>
      </p:sp>
    </p:spTree>
    <p:extLst>
      <p:ext uri="{BB962C8B-B14F-4D97-AF65-F5344CB8AC3E}">
        <p14:creationId xmlns:p14="http://schemas.microsoft.com/office/powerpoint/2010/main" val="1734313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CC056F-2776-940C-5802-949B8F66ACA1}"/>
              </a:ext>
            </a:extLst>
          </p:cNvPr>
          <p:cNvSpPr>
            <a:spLocks noGrp="1"/>
          </p:cNvSpPr>
          <p:nvPr>
            <p:ph type="title"/>
          </p:nvPr>
        </p:nvSpPr>
        <p:spPr/>
        <p:txBody>
          <a:bodyPr/>
          <a:lstStyle/>
          <a:p>
            <a:r>
              <a:rPr lang="fr-FR" dirty="0"/>
              <a:t>Industrialisation - Persistance et </a:t>
            </a:r>
            <a:r>
              <a:rPr lang="fr-FR" b="1" dirty="0"/>
              <a:t>suivi des versions</a:t>
            </a:r>
            <a:r>
              <a:rPr lang="fr-FR" dirty="0"/>
              <a:t> du modèle</a:t>
            </a:r>
          </a:p>
        </p:txBody>
      </p:sp>
      <p:sp>
        <p:nvSpPr>
          <p:cNvPr id="3" name="Espace réservé du texte 2">
            <a:extLst>
              <a:ext uri="{FF2B5EF4-FFF2-40B4-BE49-F238E27FC236}">
                <a16:creationId xmlns:a16="http://schemas.microsoft.com/office/drawing/2014/main" id="{72A31F25-C8D4-23B3-120D-EAADFE0F2CCB}"/>
              </a:ext>
            </a:extLst>
          </p:cNvPr>
          <p:cNvSpPr>
            <a:spLocks noGrp="1"/>
          </p:cNvSpPr>
          <p:nvPr>
            <p:ph type="body" sz="quarter" idx="10"/>
          </p:nvPr>
        </p:nvSpPr>
        <p:spPr/>
        <p:txBody>
          <a:bodyPr/>
          <a:lstStyle/>
          <a:p>
            <a:r>
              <a:rPr lang="fr-FR" b="1" dirty="0"/>
              <a:t>Comment sauvegarder, tracer et versionner les modèles ?</a:t>
            </a:r>
            <a:endParaRPr lang="fr-FR" dirty="0"/>
          </a:p>
        </p:txBody>
      </p:sp>
      <p:sp>
        <p:nvSpPr>
          <p:cNvPr id="4" name="Espace réservé du numéro de diapositive 3">
            <a:extLst>
              <a:ext uri="{FF2B5EF4-FFF2-40B4-BE49-F238E27FC236}">
                <a16:creationId xmlns:a16="http://schemas.microsoft.com/office/drawing/2014/main" id="{919A8289-CC82-5D9D-1CE6-54F4C7DF477F}"/>
              </a:ext>
            </a:extLst>
          </p:cNvPr>
          <p:cNvSpPr>
            <a:spLocks noGrp="1"/>
          </p:cNvSpPr>
          <p:nvPr>
            <p:ph type="sldNum" sz="quarter" idx="4"/>
          </p:nvPr>
        </p:nvSpPr>
        <p:spPr/>
        <p:txBody>
          <a:bodyPr/>
          <a:lstStyle/>
          <a:p>
            <a:fld id="{DAF489CC-3B7A-4DA5-A8C0-4984788D0EC5}" type="slidenum">
              <a:rPr lang="nl-NL" smtClean="0"/>
              <a:pPr/>
              <a:t>35</a:t>
            </a:fld>
            <a:endParaRPr lang="nl-NL" dirty="0"/>
          </a:p>
        </p:txBody>
      </p:sp>
      <p:graphicFrame>
        <p:nvGraphicFramePr>
          <p:cNvPr id="5" name="Diagramme 4">
            <a:extLst>
              <a:ext uri="{FF2B5EF4-FFF2-40B4-BE49-F238E27FC236}">
                <a16:creationId xmlns:a16="http://schemas.microsoft.com/office/drawing/2014/main" id="{51B09584-51A4-520C-6090-828013F0B1E0}"/>
              </a:ext>
            </a:extLst>
          </p:cNvPr>
          <p:cNvGraphicFramePr/>
          <p:nvPr>
            <p:extLst>
              <p:ext uri="{D42A27DB-BD31-4B8C-83A1-F6EECF244321}">
                <p14:modId xmlns:p14="http://schemas.microsoft.com/office/powerpoint/2010/main" val="3662951064"/>
              </p:ext>
            </p:extLst>
          </p:nvPr>
        </p:nvGraphicFramePr>
        <p:xfrm>
          <a:off x="340851" y="1176337"/>
          <a:ext cx="4821084" cy="36360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me 5">
            <a:extLst>
              <a:ext uri="{FF2B5EF4-FFF2-40B4-BE49-F238E27FC236}">
                <a16:creationId xmlns:a16="http://schemas.microsoft.com/office/drawing/2014/main" id="{C1055CB2-B07B-8CAC-7639-7E95202F1A38}"/>
              </a:ext>
            </a:extLst>
          </p:cNvPr>
          <p:cNvGraphicFramePr/>
          <p:nvPr>
            <p:extLst>
              <p:ext uri="{D42A27DB-BD31-4B8C-83A1-F6EECF244321}">
                <p14:modId xmlns:p14="http://schemas.microsoft.com/office/powerpoint/2010/main" val="1408324313"/>
              </p:ext>
            </p:extLst>
          </p:nvPr>
        </p:nvGraphicFramePr>
        <p:xfrm>
          <a:off x="5818996" y="2117145"/>
          <a:ext cx="5559245" cy="382645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71334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1C3EA8-5840-CFB9-D02B-16F1D8CB351B}"/>
              </a:ext>
            </a:extLst>
          </p:cNvPr>
          <p:cNvSpPr>
            <a:spLocks noGrp="1"/>
          </p:cNvSpPr>
          <p:nvPr>
            <p:ph type="title"/>
          </p:nvPr>
        </p:nvSpPr>
        <p:spPr/>
        <p:txBody>
          <a:bodyPr/>
          <a:lstStyle/>
          <a:p>
            <a:r>
              <a:rPr lang="fr-FR" dirty="0"/>
              <a:t>Industrialisation - API de service</a:t>
            </a:r>
          </a:p>
        </p:txBody>
      </p:sp>
      <p:sp>
        <p:nvSpPr>
          <p:cNvPr id="3" name="Espace réservé du texte 2">
            <a:extLst>
              <a:ext uri="{FF2B5EF4-FFF2-40B4-BE49-F238E27FC236}">
                <a16:creationId xmlns:a16="http://schemas.microsoft.com/office/drawing/2014/main" id="{46B07924-BBBC-857F-BFAB-B2D2FC2657D5}"/>
              </a:ext>
            </a:extLst>
          </p:cNvPr>
          <p:cNvSpPr>
            <a:spLocks noGrp="1"/>
          </p:cNvSpPr>
          <p:nvPr>
            <p:ph type="body" sz="quarter" idx="10"/>
          </p:nvPr>
        </p:nvSpPr>
        <p:spPr/>
        <p:txBody>
          <a:bodyPr/>
          <a:lstStyle/>
          <a:p>
            <a:r>
              <a:rPr lang="fr-FR" b="1" dirty="0"/>
              <a:t>Comment exposer le modèle via une API ?</a:t>
            </a:r>
            <a:endParaRPr lang="fr-FR" dirty="0"/>
          </a:p>
        </p:txBody>
      </p:sp>
      <p:sp>
        <p:nvSpPr>
          <p:cNvPr id="4" name="Espace réservé du numéro de diapositive 3">
            <a:extLst>
              <a:ext uri="{FF2B5EF4-FFF2-40B4-BE49-F238E27FC236}">
                <a16:creationId xmlns:a16="http://schemas.microsoft.com/office/drawing/2014/main" id="{943B4586-ACF9-6B3E-5279-C0F4E621A46F}"/>
              </a:ext>
            </a:extLst>
          </p:cNvPr>
          <p:cNvSpPr>
            <a:spLocks noGrp="1"/>
          </p:cNvSpPr>
          <p:nvPr>
            <p:ph type="sldNum" sz="quarter" idx="4"/>
          </p:nvPr>
        </p:nvSpPr>
        <p:spPr/>
        <p:txBody>
          <a:bodyPr/>
          <a:lstStyle/>
          <a:p>
            <a:fld id="{DAF489CC-3B7A-4DA5-A8C0-4984788D0EC5}" type="slidenum">
              <a:rPr lang="nl-NL" smtClean="0"/>
              <a:pPr/>
              <a:t>36</a:t>
            </a:fld>
            <a:endParaRPr lang="nl-NL" dirty="0"/>
          </a:p>
        </p:txBody>
      </p:sp>
      <p:pic>
        <p:nvPicPr>
          <p:cNvPr id="8" name="Image 7">
            <a:extLst>
              <a:ext uri="{FF2B5EF4-FFF2-40B4-BE49-F238E27FC236}">
                <a16:creationId xmlns:a16="http://schemas.microsoft.com/office/drawing/2014/main" id="{9A3A5810-50B6-A595-0AE5-9D80B310BD1A}"/>
              </a:ext>
            </a:extLst>
          </p:cNvPr>
          <p:cNvPicPr>
            <a:picLocks noChangeAspect="1"/>
          </p:cNvPicPr>
          <p:nvPr/>
        </p:nvPicPr>
        <p:blipFill>
          <a:blip r:embed="rId3"/>
          <a:stretch>
            <a:fillRect/>
          </a:stretch>
        </p:blipFill>
        <p:spPr>
          <a:xfrm>
            <a:off x="9289967" y="4367676"/>
            <a:ext cx="2597233" cy="1644914"/>
          </a:xfrm>
          <a:prstGeom prst="rect">
            <a:avLst/>
          </a:prstGeom>
        </p:spPr>
      </p:pic>
      <p:pic>
        <p:nvPicPr>
          <p:cNvPr id="6" name="Image 5">
            <a:extLst>
              <a:ext uri="{FF2B5EF4-FFF2-40B4-BE49-F238E27FC236}">
                <a16:creationId xmlns:a16="http://schemas.microsoft.com/office/drawing/2014/main" id="{5C06C0E6-33CE-0EC4-1AF3-035956380A83}"/>
              </a:ext>
            </a:extLst>
          </p:cNvPr>
          <p:cNvPicPr>
            <a:picLocks noChangeAspect="1"/>
          </p:cNvPicPr>
          <p:nvPr/>
        </p:nvPicPr>
        <p:blipFill>
          <a:blip r:embed="rId4"/>
          <a:stretch>
            <a:fillRect/>
          </a:stretch>
        </p:blipFill>
        <p:spPr>
          <a:xfrm>
            <a:off x="280063" y="1042219"/>
            <a:ext cx="9329754" cy="3789960"/>
          </a:xfrm>
          <a:prstGeom prst="rect">
            <a:avLst/>
          </a:prstGeom>
        </p:spPr>
      </p:pic>
    </p:spTree>
    <p:extLst>
      <p:ext uri="{BB962C8B-B14F-4D97-AF65-F5344CB8AC3E}">
        <p14:creationId xmlns:p14="http://schemas.microsoft.com/office/powerpoint/2010/main" val="1325955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35C3D2-1B53-B361-B30B-7D362E83F4CF}"/>
              </a:ext>
            </a:extLst>
          </p:cNvPr>
          <p:cNvSpPr>
            <a:spLocks noGrp="1"/>
          </p:cNvSpPr>
          <p:nvPr>
            <p:ph type="title"/>
          </p:nvPr>
        </p:nvSpPr>
        <p:spPr/>
        <p:txBody>
          <a:bodyPr/>
          <a:lstStyle/>
          <a:p>
            <a:r>
              <a:rPr lang="fr-FR" dirty="0"/>
              <a:t>Industrialisation - Interface utilisateur</a:t>
            </a:r>
          </a:p>
        </p:txBody>
      </p:sp>
      <p:sp>
        <p:nvSpPr>
          <p:cNvPr id="3" name="Espace réservé du texte 2">
            <a:extLst>
              <a:ext uri="{FF2B5EF4-FFF2-40B4-BE49-F238E27FC236}">
                <a16:creationId xmlns:a16="http://schemas.microsoft.com/office/drawing/2014/main" id="{E7781A95-2F4B-5B28-A7FB-E1418668C57C}"/>
              </a:ext>
            </a:extLst>
          </p:cNvPr>
          <p:cNvSpPr>
            <a:spLocks noGrp="1"/>
          </p:cNvSpPr>
          <p:nvPr>
            <p:ph type="body" sz="quarter" idx="10"/>
          </p:nvPr>
        </p:nvSpPr>
        <p:spPr/>
        <p:txBody>
          <a:bodyPr/>
          <a:lstStyle/>
          <a:p>
            <a:r>
              <a:rPr lang="fr-FR" b="1" dirty="0"/>
              <a:t>Comment permettre au conseiller d’utiliser le modèle ?</a:t>
            </a:r>
            <a:endParaRPr lang="fr-FR" dirty="0"/>
          </a:p>
        </p:txBody>
      </p:sp>
      <p:sp>
        <p:nvSpPr>
          <p:cNvPr id="4" name="Espace réservé du numéro de diapositive 3">
            <a:extLst>
              <a:ext uri="{FF2B5EF4-FFF2-40B4-BE49-F238E27FC236}">
                <a16:creationId xmlns:a16="http://schemas.microsoft.com/office/drawing/2014/main" id="{90ECD56E-3106-C579-9F4A-E3D3259894A9}"/>
              </a:ext>
            </a:extLst>
          </p:cNvPr>
          <p:cNvSpPr>
            <a:spLocks noGrp="1"/>
          </p:cNvSpPr>
          <p:nvPr>
            <p:ph type="sldNum" sz="quarter" idx="4"/>
          </p:nvPr>
        </p:nvSpPr>
        <p:spPr/>
        <p:txBody>
          <a:bodyPr/>
          <a:lstStyle/>
          <a:p>
            <a:fld id="{DAF489CC-3B7A-4DA5-A8C0-4984788D0EC5}" type="slidenum">
              <a:rPr lang="nl-NL" smtClean="0"/>
              <a:pPr/>
              <a:t>37</a:t>
            </a:fld>
            <a:endParaRPr lang="nl-NL" dirty="0"/>
          </a:p>
        </p:txBody>
      </p:sp>
      <p:pic>
        <p:nvPicPr>
          <p:cNvPr id="6" name="Image 5">
            <a:extLst>
              <a:ext uri="{FF2B5EF4-FFF2-40B4-BE49-F238E27FC236}">
                <a16:creationId xmlns:a16="http://schemas.microsoft.com/office/drawing/2014/main" id="{24240B6A-A252-0431-1104-88D411419CC1}"/>
              </a:ext>
            </a:extLst>
          </p:cNvPr>
          <p:cNvPicPr>
            <a:picLocks noChangeAspect="1"/>
          </p:cNvPicPr>
          <p:nvPr/>
        </p:nvPicPr>
        <p:blipFill>
          <a:blip r:embed="rId3"/>
          <a:stretch>
            <a:fillRect/>
          </a:stretch>
        </p:blipFill>
        <p:spPr>
          <a:xfrm>
            <a:off x="219884" y="956878"/>
            <a:ext cx="7234775" cy="4608180"/>
          </a:xfrm>
          <a:prstGeom prst="rect">
            <a:avLst/>
          </a:prstGeom>
        </p:spPr>
      </p:pic>
      <p:pic>
        <p:nvPicPr>
          <p:cNvPr id="8" name="Image 7">
            <a:extLst>
              <a:ext uri="{FF2B5EF4-FFF2-40B4-BE49-F238E27FC236}">
                <a16:creationId xmlns:a16="http://schemas.microsoft.com/office/drawing/2014/main" id="{E5AB1FAE-C952-F199-DB79-07E64B9225B1}"/>
              </a:ext>
            </a:extLst>
          </p:cNvPr>
          <p:cNvPicPr>
            <a:picLocks noChangeAspect="1"/>
          </p:cNvPicPr>
          <p:nvPr/>
        </p:nvPicPr>
        <p:blipFill>
          <a:blip r:embed="rId4"/>
          <a:stretch>
            <a:fillRect/>
          </a:stretch>
        </p:blipFill>
        <p:spPr>
          <a:xfrm>
            <a:off x="9281651" y="61061"/>
            <a:ext cx="2841523" cy="1875019"/>
          </a:xfrm>
          <a:prstGeom prst="rect">
            <a:avLst/>
          </a:prstGeom>
        </p:spPr>
      </p:pic>
      <p:pic>
        <p:nvPicPr>
          <p:cNvPr id="10" name="Image 9">
            <a:extLst>
              <a:ext uri="{FF2B5EF4-FFF2-40B4-BE49-F238E27FC236}">
                <a16:creationId xmlns:a16="http://schemas.microsoft.com/office/drawing/2014/main" id="{443BF997-915F-9DCA-8B95-E8B733070B94}"/>
              </a:ext>
            </a:extLst>
          </p:cNvPr>
          <p:cNvPicPr>
            <a:picLocks noChangeAspect="1"/>
          </p:cNvPicPr>
          <p:nvPr/>
        </p:nvPicPr>
        <p:blipFill>
          <a:blip r:embed="rId5"/>
          <a:stretch>
            <a:fillRect/>
          </a:stretch>
        </p:blipFill>
        <p:spPr>
          <a:xfrm>
            <a:off x="7614100" y="2008988"/>
            <a:ext cx="2882611" cy="2218883"/>
          </a:xfrm>
          <a:prstGeom prst="rect">
            <a:avLst/>
          </a:prstGeom>
        </p:spPr>
      </p:pic>
      <p:pic>
        <p:nvPicPr>
          <p:cNvPr id="12" name="Image 11">
            <a:extLst>
              <a:ext uri="{FF2B5EF4-FFF2-40B4-BE49-F238E27FC236}">
                <a16:creationId xmlns:a16="http://schemas.microsoft.com/office/drawing/2014/main" id="{1E7734CB-9C91-77F3-9EA1-9DF489F3C9B5}"/>
              </a:ext>
            </a:extLst>
          </p:cNvPr>
          <p:cNvPicPr>
            <a:picLocks noChangeAspect="1"/>
          </p:cNvPicPr>
          <p:nvPr/>
        </p:nvPicPr>
        <p:blipFill>
          <a:blip r:embed="rId6"/>
          <a:stretch>
            <a:fillRect/>
          </a:stretch>
        </p:blipFill>
        <p:spPr>
          <a:xfrm>
            <a:off x="9729940" y="4300779"/>
            <a:ext cx="2393234" cy="1079302"/>
          </a:xfrm>
          <a:prstGeom prst="rect">
            <a:avLst/>
          </a:prstGeom>
        </p:spPr>
      </p:pic>
      <p:pic>
        <p:nvPicPr>
          <p:cNvPr id="14" name="Image 13">
            <a:extLst>
              <a:ext uri="{FF2B5EF4-FFF2-40B4-BE49-F238E27FC236}">
                <a16:creationId xmlns:a16="http://schemas.microsoft.com/office/drawing/2014/main" id="{AA4E8A3C-5908-7D31-5E42-3010D75536B2}"/>
              </a:ext>
            </a:extLst>
          </p:cNvPr>
          <p:cNvPicPr>
            <a:picLocks noChangeAspect="1"/>
          </p:cNvPicPr>
          <p:nvPr/>
        </p:nvPicPr>
        <p:blipFill>
          <a:blip r:embed="rId7"/>
          <a:stretch>
            <a:fillRect/>
          </a:stretch>
        </p:blipFill>
        <p:spPr>
          <a:xfrm>
            <a:off x="6891242" y="4849080"/>
            <a:ext cx="2752956" cy="1298930"/>
          </a:xfrm>
          <a:prstGeom prst="rect">
            <a:avLst/>
          </a:prstGeom>
        </p:spPr>
      </p:pic>
    </p:spTree>
    <p:extLst>
      <p:ext uri="{BB962C8B-B14F-4D97-AF65-F5344CB8AC3E}">
        <p14:creationId xmlns:p14="http://schemas.microsoft.com/office/powerpoint/2010/main" val="14694009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4D58AD-E8E5-D357-5C3B-DDA529FA620A}"/>
              </a:ext>
            </a:extLst>
          </p:cNvPr>
          <p:cNvSpPr>
            <a:spLocks noGrp="1"/>
          </p:cNvSpPr>
          <p:nvPr>
            <p:ph type="title"/>
          </p:nvPr>
        </p:nvSpPr>
        <p:spPr/>
        <p:txBody>
          <a:bodyPr/>
          <a:lstStyle/>
          <a:p>
            <a:r>
              <a:rPr lang="fr-FR" dirty="0"/>
              <a:t>Industrialisation – Schémas d’architecture</a:t>
            </a:r>
          </a:p>
        </p:txBody>
      </p:sp>
      <p:sp>
        <p:nvSpPr>
          <p:cNvPr id="3" name="Espace réservé du texte 2">
            <a:extLst>
              <a:ext uri="{FF2B5EF4-FFF2-40B4-BE49-F238E27FC236}">
                <a16:creationId xmlns:a16="http://schemas.microsoft.com/office/drawing/2014/main" id="{2010994B-68AF-3C06-FC39-6DB41AE51278}"/>
              </a:ext>
            </a:extLst>
          </p:cNvPr>
          <p:cNvSpPr>
            <a:spLocks noGrp="1"/>
          </p:cNvSpPr>
          <p:nvPr>
            <p:ph type="body" sz="quarter" idx="10"/>
          </p:nvPr>
        </p:nvSpPr>
        <p:spPr/>
        <p:txBody>
          <a:bodyPr/>
          <a:lstStyle/>
          <a:p>
            <a:r>
              <a:rPr lang="fr-FR" b="1" dirty="0"/>
              <a:t>Comment s’articulent l’architecture et les flux de données ?</a:t>
            </a:r>
            <a:endParaRPr lang="fr-FR" dirty="0"/>
          </a:p>
          <a:p>
            <a:endParaRPr lang="fr-FR" dirty="0"/>
          </a:p>
        </p:txBody>
      </p:sp>
      <p:sp>
        <p:nvSpPr>
          <p:cNvPr id="4" name="Espace réservé du numéro de diapositive 3">
            <a:extLst>
              <a:ext uri="{FF2B5EF4-FFF2-40B4-BE49-F238E27FC236}">
                <a16:creationId xmlns:a16="http://schemas.microsoft.com/office/drawing/2014/main" id="{0CEFC4D0-3827-C374-BEA6-204FFFFEE95F}"/>
              </a:ext>
            </a:extLst>
          </p:cNvPr>
          <p:cNvSpPr>
            <a:spLocks noGrp="1"/>
          </p:cNvSpPr>
          <p:nvPr>
            <p:ph type="sldNum" sz="quarter" idx="4"/>
          </p:nvPr>
        </p:nvSpPr>
        <p:spPr/>
        <p:txBody>
          <a:bodyPr/>
          <a:lstStyle/>
          <a:p>
            <a:fld id="{DAF489CC-3B7A-4DA5-A8C0-4984788D0EC5}" type="slidenum">
              <a:rPr lang="nl-NL" smtClean="0"/>
              <a:pPr/>
              <a:t>38</a:t>
            </a:fld>
            <a:endParaRPr lang="nl-NL" dirty="0"/>
          </a:p>
        </p:txBody>
      </p:sp>
      <p:pic>
        <p:nvPicPr>
          <p:cNvPr id="6" name="Image 5">
            <a:extLst>
              <a:ext uri="{FF2B5EF4-FFF2-40B4-BE49-F238E27FC236}">
                <a16:creationId xmlns:a16="http://schemas.microsoft.com/office/drawing/2014/main" id="{E8780A46-0F23-F029-FEB8-923FCBD7C044}"/>
              </a:ext>
            </a:extLst>
          </p:cNvPr>
          <p:cNvPicPr>
            <a:picLocks noChangeAspect="1"/>
          </p:cNvPicPr>
          <p:nvPr/>
        </p:nvPicPr>
        <p:blipFill>
          <a:blip r:embed="rId3"/>
          <a:stretch>
            <a:fillRect/>
          </a:stretch>
        </p:blipFill>
        <p:spPr>
          <a:xfrm>
            <a:off x="170937" y="1161655"/>
            <a:ext cx="10619388" cy="2779479"/>
          </a:xfrm>
          <a:prstGeom prst="rect">
            <a:avLst/>
          </a:prstGeom>
        </p:spPr>
      </p:pic>
      <p:pic>
        <p:nvPicPr>
          <p:cNvPr id="8" name="Image 7">
            <a:extLst>
              <a:ext uri="{FF2B5EF4-FFF2-40B4-BE49-F238E27FC236}">
                <a16:creationId xmlns:a16="http://schemas.microsoft.com/office/drawing/2014/main" id="{B380A501-4F4F-2334-76EA-E3D3618D6A85}"/>
              </a:ext>
            </a:extLst>
          </p:cNvPr>
          <p:cNvPicPr>
            <a:picLocks noChangeAspect="1"/>
          </p:cNvPicPr>
          <p:nvPr/>
        </p:nvPicPr>
        <p:blipFill>
          <a:blip r:embed="rId4"/>
          <a:stretch>
            <a:fillRect/>
          </a:stretch>
        </p:blipFill>
        <p:spPr>
          <a:xfrm>
            <a:off x="3451121" y="3920078"/>
            <a:ext cx="7467023" cy="2521333"/>
          </a:xfrm>
          <a:prstGeom prst="rect">
            <a:avLst/>
          </a:prstGeom>
        </p:spPr>
      </p:pic>
    </p:spTree>
    <p:extLst>
      <p:ext uri="{BB962C8B-B14F-4D97-AF65-F5344CB8AC3E}">
        <p14:creationId xmlns:p14="http://schemas.microsoft.com/office/powerpoint/2010/main" val="18592804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6A5BA6-7C4C-8749-305C-FF9F4A712B9E}"/>
              </a:ext>
            </a:extLst>
          </p:cNvPr>
          <p:cNvSpPr>
            <a:spLocks noGrp="1"/>
          </p:cNvSpPr>
          <p:nvPr>
            <p:ph type="title"/>
          </p:nvPr>
        </p:nvSpPr>
        <p:spPr/>
        <p:txBody>
          <a:bodyPr/>
          <a:lstStyle/>
          <a:p>
            <a:r>
              <a:rPr lang="fr-FR" dirty="0"/>
              <a:t>Industrialisation – Conteneurisation &amp; CI/CD</a:t>
            </a:r>
          </a:p>
        </p:txBody>
      </p:sp>
      <p:sp>
        <p:nvSpPr>
          <p:cNvPr id="3" name="Espace réservé du texte 2">
            <a:extLst>
              <a:ext uri="{FF2B5EF4-FFF2-40B4-BE49-F238E27FC236}">
                <a16:creationId xmlns:a16="http://schemas.microsoft.com/office/drawing/2014/main" id="{B19BFFFF-5F3B-25B6-14CA-EC38A6467347}"/>
              </a:ext>
            </a:extLst>
          </p:cNvPr>
          <p:cNvSpPr>
            <a:spLocks noGrp="1"/>
          </p:cNvSpPr>
          <p:nvPr>
            <p:ph type="body" sz="quarter" idx="10"/>
          </p:nvPr>
        </p:nvSpPr>
        <p:spPr/>
        <p:txBody>
          <a:bodyPr/>
          <a:lstStyle/>
          <a:p>
            <a:r>
              <a:rPr lang="fr-FR" dirty="0"/>
              <a:t>Comment conteneuriser la solution ?</a:t>
            </a:r>
          </a:p>
        </p:txBody>
      </p:sp>
      <p:sp>
        <p:nvSpPr>
          <p:cNvPr id="4" name="Espace réservé du numéro de diapositive 3">
            <a:extLst>
              <a:ext uri="{FF2B5EF4-FFF2-40B4-BE49-F238E27FC236}">
                <a16:creationId xmlns:a16="http://schemas.microsoft.com/office/drawing/2014/main" id="{49B8BD51-26F1-ED1D-9C59-56194CD13EBB}"/>
              </a:ext>
            </a:extLst>
          </p:cNvPr>
          <p:cNvSpPr>
            <a:spLocks noGrp="1"/>
          </p:cNvSpPr>
          <p:nvPr>
            <p:ph type="sldNum" sz="quarter" idx="4"/>
          </p:nvPr>
        </p:nvSpPr>
        <p:spPr/>
        <p:txBody>
          <a:bodyPr/>
          <a:lstStyle/>
          <a:p>
            <a:fld id="{DAF489CC-3B7A-4DA5-A8C0-4984788D0EC5}" type="slidenum">
              <a:rPr lang="nl-NL" smtClean="0"/>
              <a:pPr/>
              <a:t>39</a:t>
            </a:fld>
            <a:endParaRPr lang="nl-NL" dirty="0"/>
          </a:p>
        </p:txBody>
      </p:sp>
      <p:pic>
        <p:nvPicPr>
          <p:cNvPr id="10" name="Image 9">
            <a:extLst>
              <a:ext uri="{FF2B5EF4-FFF2-40B4-BE49-F238E27FC236}">
                <a16:creationId xmlns:a16="http://schemas.microsoft.com/office/drawing/2014/main" id="{C4D20490-B85D-7570-EB56-0EC54C51D1AE}"/>
              </a:ext>
            </a:extLst>
          </p:cNvPr>
          <p:cNvPicPr>
            <a:picLocks noChangeAspect="1"/>
          </p:cNvPicPr>
          <p:nvPr/>
        </p:nvPicPr>
        <p:blipFill>
          <a:blip r:embed="rId3"/>
          <a:stretch>
            <a:fillRect/>
          </a:stretch>
        </p:blipFill>
        <p:spPr>
          <a:xfrm>
            <a:off x="293665" y="2529286"/>
            <a:ext cx="10188823" cy="1524132"/>
          </a:xfrm>
          <a:prstGeom prst="rect">
            <a:avLst/>
          </a:prstGeom>
        </p:spPr>
      </p:pic>
      <p:pic>
        <p:nvPicPr>
          <p:cNvPr id="8" name="Image 7">
            <a:extLst>
              <a:ext uri="{FF2B5EF4-FFF2-40B4-BE49-F238E27FC236}">
                <a16:creationId xmlns:a16="http://schemas.microsoft.com/office/drawing/2014/main" id="{9E670D4F-ACA0-0263-993B-CA79F5918A2D}"/>
              </a:ext>
            </a:extLst>
          </p:cNvPr>
          <p:cNvPicPr>
            <a:picLocks noChangeAspect="1"/>
          </p:cNvPicPr>
          <p:nvPr/>
        </p:nvPicPr>
        <p:blipFill>
          <a:blip r:embed="rId4"/>
          <a:stretch>
            <a:fillRect/>
          </a:stretch>
        </p:blipFill>
        <p:spPr>
          <a:xfrm>
            <a:off x="4689986" y="3749388"/>
            <a:ext cx="7313971" cy="2455452"/>
          </a:xfrm>
          <a:prstGeom prst="rect">
            <a:avLst/>
          </a:prstGeom>
        </p:spPr>
      </p:pic>
      <p:pic>
        <p:nvPicPr>
          <p:cNvPr id="12" name="Image 11">
            <a:extLst>
              <a:ext uri="{FF2B5EF4-FFF2-40B4-BE49-F238E27FC236}">
                <a16:creationId xmlns:a16="http://schemas.microsoft.com/office/drawing/2014/main" id="{975A18D1-5B03-F79F-A913-A09F3E680747}"/>
              </a:ext>
            </a:extLst>
          </p:cNvPr>
          <p:cNvPicPr>
            <a:picLocks noChangeAspect="1"/>
          </p:cNvPicPr>
          <p:nvPr/>
        </p:nvPicPr>
        <p:blipFill>
          <a:blip r:embed="rId5"/>
          <a:stretch>
            <a:fillRect/>
          </a:stretch>
        </p:blipFill>
        <p:spPr>
          <a:xfrm>
            <a:off x="0" y="4292318"/>
            <a:ext cx="4681511" cy="1369591"/>
          </a:xfrm>
          <a:prstGeom prst="rect">
            <a:avLst/>
          </a:prstGeom>
        </p:spPr>
      </p:pic>
      <p:sp>
        <p:nvSpPr>
          <p:cNvPr id="14" name="Espace réservé du contenu 3">
            <a:extLst>
              <a:ext uri="{FF2B5EF4-FFF2-40B4-BE49-F238E27FC236}">
                <a16:creationId xmlns:a16="http://schemas.microsoft.com/office/drawing/2014/main" id="{615EDBDA-E968-9BA9-15DB-5D6C81A3EB73}"/>
              </a:ext>
            </a:extLst>
          </p:cNvPr>
          <p:cNvSpPr txBox="1">
            <a:spLocks/>
          </p:cNvSpPr>
          <p:nvPr/>
        </p:nvSpPr>
        <p:spPr>
          <a:xfrm>
            <a:off x="509577" y="1070616"/>
            <a:ext cx="3295507"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2 images :</a:t>
            </a:r>
          </a:p>
          <a:p>
            <a:pPr lvl="1"/>
            <a:r>
              <a:rPr lang="fr-FR" dirty="0"/>
              <a:t>api</a:t>
            </a:r>
          </a:p>
          <a:p>
            <a:pPr lvl="1"/>
            <a:r>
              <a:rPr lang="fr-FR" dirty="0" err="1"/>
              <a:t>ui</a:t>
            </a:r>
            <a:r>
              <a:rPr lang="fr-FR" dirty="0"/>
              <a:t> (qui contient </a:t>
            </a:r>
            <a:r>
              <a:rPr lang="fr-FR" dirty="0" err="1"/>
              <a:t>mlflow</a:t>
            </a:r>
            <a:r>
              <a:rPr lang="fr-FR" dirty="0"/>
              <a:t>)</a:t>
            </a:r>
          </a:p>
        </p:txBody>
      </p:sp>
      <p:sp>
        <p:nvSpPr>
          <p:cNvPr id="6" name="Espace réservé du contenu 3">
            <a:extLst>
              <a:ext uri="{FF2B5EF4-FFF2-40B4-BE49-F238E27FC236}">
                <a16:creationId xmlns:a16="http://schemas.microsoft.com/office/drawing/2014/main" id="{61C06196-83E0-6666-FF4D-5D37DDAE8660}"/>
              </a:ext>
            </a:extLst>
          </p:cNvPr>
          <p:cNvSpPr txBox="1">
            <a:spLocks/>
          </p:cNvSpPr>
          <p:nvPr/>
        </p:nvSpPr>
        <p:spPr>
          <a:xfrm>
            <a:off x="4594880" y="1048204"/>
            <a:ext cx="3295507" cy="4120815"/>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3 services :</a:t>
            </a:r>
          </a:p>
          <a:p>
            <a:pPr lvl="1"/>
            <a:r>
              <a:rPr lang="fr-FR" dirty="0"/>
              <a:t>Api sur le port 8000</a:t>
            </a:r>
          </a:p>
          <a:p>
            <a:pPr lvl="1"/>
            <a:r>
              <a:rPr lang="fr-FR" dirty="0" err="1"/>
              <a:t>Ui</a:t>
            </a:r>
            <a:r>
              <a:rPr lang="fr-FR" dirty="0"/>
              <a:t> sur le port 8501</a:t>
            </a:r>
          </a:p>
          <a:p>
            <a:pPr lvl="1"/>
            <a:r>
              <a:rPr lang="fr-FR" dirty="0" err="1"/>
              <a:t>Mlflow</a:t>
            </a:r>
            <a:r>
              <a:rPr lang="fr-FR" dirty="0"/>
              <a:t> sur le port 5000</a:t>
            </a:r>
          </a:p>
        </p:txBody>
      </p:sp>
    </p:spTree>
    <p:extLst>
      <p:ext uri="{BB962C8B-B14F-4D97-AF65-F5344CB8AC3E}">
        <p14:creationId xmlns:p14="http://schemas.microsoft.com/office/powerpoint/2010/main" val="25991480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4F836A-9724-1F1A-CE5E-42EB39E52947}"/>
              </a:ext>
            </a:extLst>
          </p:cNvPr>
          <p:cNvSpPr>
            <a:spLocks noGrp="1"/>
          </p:cNvSpPr>
          <p:nvPr>
            <p:ph type="title"/>
          </p:nvPr>
        </p:nvSpPr>
        <p:spPr/>
        <p:txBody>
          <a:bodyPr/>
          <a:lstStyle/>
          <a:p>
            <a:r>
              <a:rPr lang="fr-FR" dirty="0"/>
              <a:t>Industrialisation – Performance / Coûts et choix hébergement</a:t>
            </a:r>
          </a:p>
        </p:txBody>
      </p:sp>
      <p:sp>
        <p:nvSpPr>
          <p:cNvPr id="3" name="Espace réservé du texte 2">
            <a:extLst>
              <a:ext uri="{FF2B5EF4-FFF2-40B4-BE49-F238E27FC236}">
                <a16:creationId xmlns:a16="http://schemas.microsoft.com/office/drawing/2014/main" id="{C5F9226F-1C5E-740D-A9A6-0831993D09E3}"/>
              </a:ext>
            </a:extLst>
          </p:cNvPr>
          <p:cNvSpPr>
            <a:spLocks noGrp="1"/>
          </p:cNvSpPr>
          <p:nvPr>
            <p:ph type="body" sz="quarter" idx="10"/>
          </p:nvPr>
        </p:nvSpPr>
        <p:spPr/>
        <p:txBody>
          <a:bodyPr/>
          <a:lstStyle/>
          <a:p>
            <a:r>
              <a:rPr lang="fr-FR" b="1" dirty="0"/>
              <a:t>Quel hébergement choisir pour tenir la latence cible à moindre coût ?</a:t>
            </a:r>
            <a:endParaRPr lang="fr-FR" dirty="0"/>
          </a:p>
        </p:txBody>
      </p:sp>
      <p:sp>
        <p:nvSpPr>
          <p:cNvPr id="4" name="Espace réservé du numéro de diapositive 3">
            <a:extLst>
              <a:ext uri="{FF2B5EF4-FFF2-40B4-BE49-F238E27FC236}">
                <a16:creationId xmlns:a16="http://schemas.microsoft.com/office/drawing/2014/main" id="{AC107732-7B9A-2AA8-5C79-7BF77359A762}"/>
              </a:ext>
            </a:extLst>
          </p:cNvPr>
          <p:cNvSpPr>
            <a:spLocks noGrp="1"/>
          </p:cNvSpPr>
          <p:nvPr>
            <p:ph type="sldNum" sz="quarter" idx="4"/>
          </p:nvPr>
        </p:nvSpPr>
        <p:spPr/>
        <p:txBody>
          <a:bodyPr/>
          <a:lstStyle/>
          <a:p>
            <a:fld id="{DAF489CC-3B7A-4DA5-A8C0-4984788D0EC5}" type="slidenum">
              <a:rPr lang="nl-NL" smtClean="0"/>
              <a:pPr/>
              <a:t>40</a:t>
            </a:fld>
            <a:endParaRPr lang="nl-NL" dirty="0"/>
          </a:p>
        </p:txBody>
      </p:sp>
      <p:graphicFrame>
        <p:nvGraphicFramePr>
          <p:cNvPr id="5" name="Diagramme 4">
            <a:extLst>
              <a:ext uri="{FF2B5EF4-FFF2-40B4-BE49-F238E27FC236}">
                <a16:creationId xmlns:a16="http://schemas.microsoft.com/office/drawing/2014/main" id="{79651446-A5AD-F33D-933A-069C7ED1B79F}"/>
              </a:ext>
            </a:extLst>
          </p:cNvPr>
          <p:cNvGraphicFramePr/>
          <p:nvPr>
            <p:extLst>
              <p:ext uri="{D42A27DB-BD31-4B8C-83A1-F6EECF244321}">
                <p14:modId xmlns:p14="http://schemas.microsoft.com/office/powerpoint/2010/main" val="2229375190"/>
              </p:ext>
            </p:extLst>
          </p:nvPr>
        </p:nvGraphicFramePr>
        <p:xfrm>
          <a:off x="980440" y="1203766"/>
          <a:ext cx="4151630" cy="33453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me 5">
            <a:extLst>
              <a:ext uri="{FF2B5EF4-FFF2-40B4-BE49-F238E27FC236}">
                <a16:creationId xmlns:a16="http://schemas.microsoft.com/office/drawing/2014/main" id="{F34FC589-B401-8EEC-B4CD-649D38B21ED7}"/>
              </a:ext>
            </a:extLst>
          </p:cNvPr>
          <p:cNvGraphicFramePr/>
          <p:nvPr>
            <p:extLst>
              <p:ext uri="{D42A27DB-BD31-4B8C-83A1-F6EECF244321}">
                <p14:modId xmlns:p14="http://schemas.microsoft.com/office/powerpoint/2010/main" val="731835922"/>
              </p:ext>
            </p:extLst>
          </p:nvPr>
        </p:nvGraphicFramePr>
        <p:xfrm>
          <a:off x="5603873" y="2114127"/>
          <a:ext cx="5359402" cy="38523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9562170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7A4D8F-E445-3A89-C157-615B59F4D296}"/>
              </a:ext>
            </a:extLst>
          </p:cNvPr>
          <p:cNvSpPr>
            <a:spLocks noGrp="1"/>
          </p:cNvSpPr>
          <p:nvPr>
            <p:ph type="title"/>
          </p:nvPr>
        </p:nvSpPr>
        <p:spPr/>
        <p:txBody>
          <a:bodyPr/>
          <a:lstStyle/>
          <a:p>
            <a:r>
              <a:rPr lang="fr-FR" dirty="0"/>
              <a:t>Industrialisation – C</a:t>
            </a:r>
            <a:r>
              <a:rPr lang="fr-FR" b="1" dirty="0"/>
              <a:t>hoix techniques &amp; Architecture</a:t>
            </a:r>
            <a:endParaRPr lang="fr-FR" dirty="0"/>
          </a:p>
        </p:txBody>
      </p:sp>
      <p:sp>
        <p:nvSpPr>
          <p:cNvPr id="3" name="Espace réservé du texte 2">
            <a:extLst>
              <a:ext uri="{FF2B5EF4-FFF2-40B4-BE49-F238E27FC236}">
                <a16:creationId xmlns:a16="http://schemas.microsoft.com/office/drawing/2014/main" id="{22473C8F-CC48-2133-A57E-13EB36C0457B}"/>
              </a:ext>
            </a:extLst>
          </p:cNvPr>
          <p:cNvSpPr>
            <a:spLocks noGrp="1"/>
          </p:cNvSpPr>
          <p:nvPr>
            <p:ph type="body" sz="quarter" idx="10"/>
          </p:nvPr>
        </p:nvSpPr>
        <p:spPr/>
        <p:txBody>
          <a:bodyPr/>
          <a:lstStyle/>
          <a:p>
            <a:r>
              <a:rPr lang="fr-FR" b="1" dirty="0"/>
              <a:t>Pourquoi ces choix techniques ont-ils été retenus ?</a:t>
            </a:r>
            <a:endParaRPr lang="fr-FR" dirty="0"/>
          </a:p>
        </p:txBody>
      </p:sp>
      <p:sp>
        <p:nvSpPr>
          <p:cNvPr id="4" name="Espace réservé du numéro de diapositive 3">
            <a:extLst>
              <a:ext uri="{FF2B5EF4-FFF2-40B4-BE49-F238E27FC236}">
                <a16:creationId xmlns:a16="http://schemas.microsoft.com/office/drawing/2014/main" id="{A8F0FC7E-0BC6-9495-4824-90C86361984F}"/>
              </a:ext>
            </a:extLst>
          </p:cNvPr>
          <p:cNvSpPr>
            <a:spLocks noGrp="1"/>
          </p:cNvSpPr>
          <p:nvPr>
            <p:ph type="sldNum" sz="quarter" idx="4"/>
          </p:nvPr>
        </p:nvSpPr>
        <p:spPr/>
        <p:txBody>
          <a:bodyPr/>
          <a:lstStyle/>
          <a:p>
            <a:fld id="{DAF489CC-3B7A-4DA5-A8C0-4984788D0EC5}" type="slidenum">
              <a:rPr lang="nl-NL" smtClean="0"/>
              <a:pPr/>
              <a:t>41</a:t>
            </a:fld>
            <a:endParaRPr lang="nl-NL" dirty="0"/>
          </a:p>
        </p:txBody>
      </p:sp>
      <p:graphicFrame>
        <p:nvGraphicFramePr>
          <p:cNvPr id="6" name="Diagramme 5">
            <a:extLst>
              <a:ext uri="{FF2B5EF4-FFF2-40B4-BE49-F238E27FC236}">
                <a16:creationId xmlns:a16="http://schemas.microsoft.com/office/drawing/2014/main" id="{62EB0511-8204-5E57-FCF2-48B57F1E95FE}"/>
              </a:ext>
            </a:extLst>
          </p:cNvPr>
          <p:cNvGraphicFramePr/>
          <p:nvPr>
            <p:extLst>
              <p:ext uri="{D42A27DB-BD31-4B8C-83A1-F6EECF244321}">
                <p14:modId xmlns:p14="http://schemas.microsoft.com/office/powerpoint/2010/main" val="729701020"/>
              </p:ext>
            </p:extLst>
          </p:nvPr>
        </p:nvGraphicFramePr>
        <p:xfrm>
          <a:off x="1888490" y="981227"/>
          <a:ext cx="2089150" cy="51667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me 6">
            <a:extLst>
              <a:ext uri="{FF2B5EF4-FFF2-40B4-BE49-F238E27FC236}">
                <a16:creationId xmlns:a16="http://schemas.microsoft.com/office/drawing/2014/main" id="{078A5F6E-EED2-B460-5933-050C531F16C6}"/>
              </a:ext>
            </a:extLst>
          </p:cNvPr>
          <p:cNvGraphicFramePr/>
          <p:nvPr>
            <p:extLst>
              <p:ext uri="{D42A27DB-BD31-4B8C-83A1-F6EECF244321}">
                <p14:modId xmlns:p14="http://schemas.microsoft.com/office/powerpoint/2010/main" val="2624118333"/>
              </p:ext>
            </p:extLst>
          </p:nvPr>
        </p:nvGraphicFramePr>
        <p:xfrm>
          <a:off x="4891724" y="-560493"/>
          <a:ext cx="6645275" cy="451527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8" name="Groupe 7">
            <a:extLst>
              <a:ext uri="{FF2B5EF4-FFF2-40B4-BE49-F238E27FC236}">
                <a16:creationId xmlns:a16="http://schemas.microsoft.com/office/drawing/2014/main" id="{DEACC3C9-AE3E-4885-608F-488399B77EAF}"/>
              </a:ext>
            </a:extLst>
          </p:cNvPr>
          <p:cNvGrpSpPr/>
          <p:nvPr/>
        </p:nvGrpSpPr>
        <p:grpSpPr>
          <a:xfrm>
            <a:off x="8047327" y="2526756"/>
            <a:ext cx="2063347" cy="766088"/>
            <a:chOff x="3578000" y="1874592"/>
            <a:chExt cx="1276814" cy="766088"/>
          </a:xfrm>
        </p:grpSpPr>
        <p:sp>
          <p:nvSpPr>
            <p:cNvPr id="9" name="Rectangle : coins arrondis 8">
              <a:extLst>
                <a:ext uri="{FF2B5EF4-FFF2-40B4-BE49-F238E27FC236}">
                  <a16:creationId xmlns:a16="http://schemas.microsoft.com/office/drawing/2014/main" id="{DC42200E-273E-AD2F-496E-1A6A8AAB6D40}"/>
                </a:ext>
              </a:extLst>
            </p:cNvPr>
            <p:cNvSpPr/>
            <p:nvPr/>
          </p:nvSpPr>
          <p:spPr>
            <a:xfrm>
              <a:off x="3578000" y="1874592"/>
              <a:ext cx="1276814" cy="76608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10" name="Rectangle : coins arrondis 4">
              <a:extLst>
                <a:ext uri="{FF2B5EF4-FFF2-40B4-BE49-F238E27FC236}">
                  <a16:creationId xmlns:a16="http://schemas.microsoft.com/office/drawing/2014/main" id="{CFA75CE0-64CA-29C6-E922-BAA9475FA216}"/>
                </a:ext>
              </a:extLst>
            </p:cNvPr>
            <p:cNvSpPr txBox="1"/>
            <p:nvPr/>
          </p:nvSpPr>
          <p:spPr>
            <a:xfrm>
              <a:off x="3600438" y="1897030"/>
              <a:ext cx="1231938" cy="7212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fr-FR" dirty="0"/>
                <a:t>Feedback et réentraînement</a:t>
              </a:r>
              <a:endParaRPr lang="fr-FR" sz="1800" kern="1200" dirty="0"/>
            </a:p>
          </p:txBody>
        </p:sp>
      </p:grpSp>
      <p:grpSp>
        <p:nvGrpSpPr>
          <p:cNvPr id="11" name="Groupe 10">
            <a:extLst>
              <a:ext uri="{FF2B5EF4-FFF2-40B4-BE49-F238E27FC236}">
                <a16:creationId xmlns:a16="http://schemas.microsoft.com/office/drawing/2014/main" id="{FFEF03F4-3C1E-380C-092B-7207EC5CB995}"/>
              </a:ext>
            </a:extLst>
          </p:cNvPr>
          <p:cNvGrpSpPr/>
          <p:nvPr/>
        </p:nvGrpSpPr>
        <p:grpSpPr>
          <a:xfrm rot="5400000">
            <a:off x="8943659" y="2150265"/>
            <a:ext cx="270684" cy="316649"/>
            <a:chOff x="3194956" y="2099312"/>
            <a:chExt cx="270684" cy="316649"/>
          </a:xfrm>
        </p:grpSpPr>
        <p:sp>
          <p:nvSpPr>
            <p:cNvPr id="12" name="Flèche : droite 11">
              <a:extLst>
                <a:ext uri="{FF2B5EF4-FFF2-40B4-BE49-F238E27FC236}">
                  <a16:creationId xmlns:a16="http://schemas.microsoft.com/office/drawing/2014/main" id="{8DFCF890-267D-E281-FE43-880AC7ADC741}"/>
                </a:ext>
              </a:extLst>
            </p:cNvPr>
            <p:cNvSpPr/>
            <p:nvPr/>
          </p:nvSpPr>
          <p:spPr>
            <a:xfrm>
              <a:off x="3194956" y="2099312"/>
              <a:ext cx="270684" cy="31664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fr-FR"/>
            </a:p>
          </p:txBody>
        </p:sp>
        <p:sp>
          <p:nvSpPr>
            <p:cNvPr id="13" name="Flèche : droite 4">
              <a:extLst>
                <a:ext uri="{FF2B5EF4-FFF2-40B4-BE49-F238E27FC236}">
                  <a16:creationId xmlns:a16="http://schemas.microsoft.com/office/drawing/2014/main" id="{2EE837A4-0D12-9CCF-15EC-99DD40666F78}"/>
                </a:ext>
              </a:extLst>
            </p:cNvPr>
            <p:cNvSpPr txBox="1"/>
            <p:nvPr/>
          </p:nvSpPr>
          <p:spPr>
            <a:xfrm>
              <a:off x="3194956" y="2162642"/>
              <a:ext cx="189479" cy="1899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FR" sz="1100" kern="1200"/>
            </a:p>
          </p:txBody>
        </p:sp>
      </p:grpSp>
      <p:grpSp>
        <p:nvGrpSpPr>
          <p:cNvPr id="14" name="Groupe 13">
            <a:extLst>
              <a:ext uri="{FF2B5EF4-FFF2-40B4-BE49-F238E27FC236}">
                <a16:creationId xmlns:a16="http://schemas.microsoft.com/office/drawing/2014/main" id="{0F7EC49C-CE19-4423-328A-14C73D371078}"/>
              </a:ext>
            </a:extLst>
          </p:cNvPr>
          <p:cNvGrpSpPr/>
          <p:nvPr/>
        </p:nvGrpSpPr>
        <p:grpSpPr>
          <a:xfrm>
            <a:off x="8083587" y="3729176"/>
            <a:ext cx="2063347" cy="766088"/>
            <a:chOff x="3578000" y="1874592"/>
            <a:chExt cx="1276814" cy="766088"/>
          </a:xfrm>
        </p:grpSpPr>
        <p:sp>
          <p:nvSpPr>
            <p:cNvPr id="15" name="Rectangle : coins arrondis 14">
              <a:extLst>
                <a:ext uri="{FF2B5EF4-FFF2-40B4-BE49-F238E27FC236}">
                  <a16:creationId xmlns:a16="http://schemas.microsoft.com/office/drawing/2014/main" id="{EEC975D2-C389-49DB-E804-E0881FD2D41C}"/>
                </a:ext>
              </a:extLst>
            </p:cNvPr>
            <p:cNvSpPr/>
            <p:nvPr/>
          </p:nvSpPr>
          <p:spPr>
            <a:xfrm>
              <a:off x="3578000" y="1874592"/>
              <a:ext cx="1276814" cy="76608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16" name="Rectangle : coins arrondis 4">
              <a:extLst>
                <a:ext uri="{FF2B5EF4-FFF2-40B4-BE49-F238E27FC236}">
                  <a16:creationId xmlns:a16="http://schemas.microsoft.com/office/drawing/2014/main" id="{FAAE93AF-ACC8-E95D-51EA-25B46793BA99}"/>
                </a:ext>
              </a:extLst>
            </p:cNvPr>
            <p:cNvSpPr txBox="1"/>
            <p:nvPr/>
          </p:nvSpPr>
          <p:spPr>
            <a:xfrm>
              <a:off x="3600438" y="1897030"/>
              <a:ext cx="1231938" cy="7212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fr-FR" dirty="0"/>
                <a:t>Comparaison à la </a:t>
              </a:r>
              <a:r>
                <a:rPr lang="fr-FR" dirty="0" err="1"/>
                <a:t>baseline</a:t>
              </a:r>
              <a:endParaRPr lang="fr-FR" sz="1800" kern="1200" dirty="0"/>
            </a:p>
          </p:txBody>
        </p:sp>
      </p:grpSp>
      <p:grpSp>
        <p:nvGrpSpPr>
          <p:cNvPr id="17" name="Groupe 16">
            <a:extLst>
              <a:ext uri="{FF2B5EF4-FFF2-40B4-BE49-F238E27FC236}">
                <a16:creationId xmlns:a16="http://schemas.microsoft.com/office/drawing/2014/main" id="{E8A1AC46-B579-0651-DA29-A8C971172F15}"/>
              </a:ext>
            </a:extLst>
          </p:cNvPr>
          <p:cNvGrpSpPr/>
          <p:nvPr/>
        </p:nvGrpSpPr>
        <p:grpSpPr>
          <a:xfrm rot="5400000">
            <a:off x="8979919" y="3352685"/>
            <a:ext cx="270684" cy="316649"/>
            <a:chOff x="3194956" y="2099312"/>
            <a:chExt cx="270684" cy="316649"/>
          </a:xfrm>
        </p:grpSpPr>
        <p:sp>
          <p:nvSpPr>
            <p:cNvPr id="18" name="Flèche : droite 17">
              <a:extLst>
                <a:ext uri="{FF2B5EF4-FFF2-40B4-BE49-F238E27FC236}">
                  <a16:creationId xmlns:a16="http://schemas.microsoft.com/office/drawing/2014/main" id="{229FB23F-E955-6AE2-C45A-711569B054AE}"/>
                </a:ext>
              </a:extLst>
            </p:cNvPr>
            <p:cNvSpPr/>
            <p:nvPr/>
          </p:nvSpPr>
          <p:spPr>
            <a:xfrm>
              <a:off x="3194956" y="2099312"/>
              <a:ext cx="270684" cy="31664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fr-FR"/>
            </a:p>
          </p:txBody>
        </p:sp>
        <p:sp>
          <p:nvSpPr>
            <p:cNvPr id="19" name="Flèche : droite 4">
              <a:extLst>
                <a:ext uri="{FF2B5EF4-FFF2-40B4-BE49-F238E27FC236}">
                  <a16:creationId xmlns:a16="http://schemas.microsoft.com/office/drawing/2014/main" id="{4A6C98D0-AF15-7CD7-198E-8641FEAA24B3}"/>
                </a:ext>
              </a:extLst>
            </p:cNvPr>
            <p:cNvSpPr txBox="1"/>
            <p:nvPr/>
          </p:nvSpPr>
          <p:spPr>
            <a:xfrm>
              <a:off x="3194956" y="2162642"/>
              <a:ext cx="189479" cy="1899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FR" sz="1100" kern="1200"/>
            </a:p>
          </p:txBody>
        </p:sp>
      </p:grpSp>
      <p:grpSp>
        <p:nvGrpSpPr>
          <p:cNvPr id="20" name="Groupe 19">
            <a:extLst>
              <a:ext uri="{FF2B5EF4-FFF2-40B4-BE49-F238E27FC236}">
                <a16:creationId xmlns:a16="http://schemas.microsoft.com/office/drawing/2014/main" id="{C4E7CBD0-59BA-6252-9FCD-91B3968B2EFF}"/>
              </a:ext>
            </a:extLst>
          </p:cNvPr>
          <p:cNvGrpSpPr/>
          <p:nvPr/>
        </p:nvGrpSpPr>
        <p:grpSpPr>
          <a:xfrm>
            <a:off x="9703202" y="4992203"/>
            <a:ext cx="2063347" cy="766088"/>
            <a:chOff x="3578000" y="1874592"/>
            <a:chExt cx="1276814" cy="766088"/>
          </a:xfrm>
        </p:grpSpPr>
        <p:sp>
          <p:nvSpPr>
            <p:cNvPr id="21" name="Rectangle : coins arrondis 20">
              <a:extLst>
                <a:ext uri="{FF2B5EF4-FFF2-40B4-BE49-F238E27FC236}">
                  <a16:creationId xmlns:a16="http://schemas.microsoft.com/office/drawing/2014/main" id="{0A57FCE9-F6B7-97BA-FCE9-F48B274FFD2F}"/>
                </a:ext>
              </a:extLst>
            </p:cNvPr>
            <p:cNvSpPr/>
            <p:nvPr/>
          </p:nvSpPr>
          <p:spPr>
            <a:xfrm>
              <a:off x="3578000" y="1874592"/>
              <a:ext cx="1276814" cy="76608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22" name="Rectangle : coins arrondis 4">
              <a:extLst>
                <a:ext uri="{FF2B5EF4-FFF2-40B4-BE49-F238E27FC236}">
                  <a16:creationId xmlns:a16="http://schemas.microsoft.com/office/drawing/2014/main" id="{58EE664B-A3D1-D522-D970-2610CDE071F0}"/>
                </a:ext>
              </a:extLst>
            </p:cNvPr>
            <p:cNvSpPr txBox="1"/>
            <p:nvPr/>
          </p:nvSpPr>
          <p:spPr>
            <a:xfrm>
              <a:off x="3600438" y="1897030"/>
              <a:ext cx="1231938" cy="7212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fr-FR" dirty="0"/>
                <a:t>Rejeté : Modèle actif conservé</a:t>
              </a:r>
              <a:endParaRPr lang="fr-FR" sz="1800" kern="1200" dirty="0"/>
            </a:p>
          </p:txBody>
        </p:sp>
      </p:grpSp>
      <p:grpSp>
        <p:nvGrpSpPr>
          <p:cNvPr id="23" name="Groupe 22">
            <a:extLst>
              <a:ext uri="{FF2B5EF4-FFF2-40B4-BE49-F238E27FC236}">
                <a16:creationId xmlns:a16="http://schemas.microsoft.com/office/drawing/2014/main" id="{1A4B8A35-A2CB-065E-AB06-4F33D35220A1}"/>
              </a:ext>
            </a:extLst>
          </p:cNvPr>
          <p:cNvGrpSpPr/>
          <p:nvPr/>
        </p:nvGrpSpPr>
        <p:grpSpPr>
          <a:xfrm rot="2646894">
            <a:off x="10123058" y="4578834"/>
            <a:ext cx="436551" cy="316649"/>
            <a:chOff x="3194956" y="2099312"/>
            <a:chExt cx="270684" cy="316649"/>
          </a:xfrm>
        </p:grpSpPr>
        <p:sp>
          <p:nvSpPr>
            <p:cNvPr id="24" name="Flèche : droite 23">
              <a:extLst>
                <a:ext uri="{FF2B5EF4-FFF2-40B4-BE49-F238E27FC236}">
                  <a16:creationId xmlns:a16="http://schemas.microsoft.com/office/drawing/2014/main" id="{BFB4DADA-4E35-C415-580E-F67E89F967E3}"/>
                </a:ext>
              </a:extLst>
            </p:cNvPr>
            <p:cNvSpPr/>
            <p:nvPr/>
          </p:nvSpPr>
          <p:spPr>
            <a:xfrm>
              <a:off x="3194956" y="2099312"/>
              <a:ext cx="270684" cy="31664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fr-FR"/>
            </a:p>
          </p:txBody>
        </p:sp>
        <p:sp>
          <p:nvSpPr>
            <p:cNvPr id="25" name="Flèche : droite 4">
              <a:extLst>
                <a:ext uri="{FF2B5EF4-FFF2-40B4-BE49-F238E27FC236}">
                  <a16:creationId xmlns:a16="http://schemas.microsoft.com/office/drawing/2014/main" id="{03F4826E-167A-13A8-ABD4-61626D2C00C5}"/>
                </a:ext>
              </a:extLst>
            </p:cNvPr>
            <p:cNvSpPr txBox="1"/>
            <p:nvPr/>
          </p:nvSpPr>
          <p:spPr>
            <a:xfrm>
              <a:off x="3194956" y="2162642"/>
              <a:ext cx="189479" cy="1899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FR" sz="1100" kern="1200"/>
            </a:p>
          </p:txBody>
        </p:sp>
      </p:grpSp>
      <p:grpSp>
        <p:nvGrpSpPr>
          <p:cNvPr id="26" name="Groupe 25">
            <a:extLst>
              <a:ext uri="{FF2B5EF4-FFF2-40B4-BE49-F238E27FC236}">
                <a16:creationId xmlns:a16="http://schemas.microsoft.com/office/drawing/2014/main" id="{6705EED3-DCF9-2782-9CB1-E9CC70E49923}"/>
              </a:ext>
            </a:extLst>
          </p:cNvPr>
          <p:cNvGrpSpPr/>
          <p:nvPr/>
        </p:nvGrpSpPr>
        <p:grpSpPr>
          <a:xfrm>
            <a:off x="6151015" y="4969343"/>
            <a:ext cx="2063347" cy="766088"/>
            <a:chOff x="3578000" y="1874592"/>
            <a:chExt cx="1276814" cy="766088"/>
          </a:xfrm>
        </p:grpSpPr>
        <p:sp>
          <p:nvSpPr>
            <p:cNvPr id="27" name="Rectangle : coins arrondis 26">
              <a:extLst>
                <a:ext uri="{FF2B5EF4-FFF2-40B4-BE49-F238E27FC236}">
                  <a16:creationId xmlns:a16="http://schemas.microsoft.com/office/drawing/2014/main" id="{62A026FA-7E10-26BF-FFDE-C36EC4DBA72F}"/>
                </a:ext>
              </a:extLst>
            </p:cNvPr>
            <p:cNvSpPr/>
            <p:nvPr/>
          </p:nvSpPr>
          <p:spPr>
            <a:xfrm>
              <a:off x="3578000" y="1874592"/>
              <a:ext cx="1276814" cy="76608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28" name="Rectangle : coins arrondis 4">
              <a:extLst>
                <a:ext uri="{FF2B5EF4-FFF2-40B4-BE49-F238E27FC236}">
                  <a16:creationId xmlns:a16="http://schemas.microsoft.com/office/drawing/2014/main" id="{59691F53-9951-63AF-D3A5-9917DDE59487}"/>
                </a:ext>
              </a:extLst>
            </p:cNvPr>
            <p:cNvSpPr txBox="1"/>
            <p:nvPr/>
          </p:nvSpPr>
          <p:spPr>
            <a:xfrm>
              <a:off x="3600438" y="1897030"/>
              <a:ext cx="1231938" cy="7212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fr-FR" dirty="0"/>
                <a:t>Accepté : nouvelle version + </a:t>
              </a:r>
              <a:r>
                <a:rPr lang="fr-FR" dirty="0" err="1"/>
                <a:t>MLflow</a:t>
              </a:r>
              <a:endParaRPr lang="fr-FR" sz="1800" kern="1200" dirty="0"/>
            </a:p>
          </p:txBody>
        </p:sp>
      </p:grpSp>
      <p:grpSp>
        <p:nvGrpSpPr>
          <p:cNvPr id="29" name="Groupe 28">
            <a:extLst>
              <a:ext uri="{FF2B5EF4-FFF2-40B4-BE49-F238E27FC236}">
                <a16:creationId xmlns:a16="http://schemas.microsoft.com/office/drawing/2014/main" id="{E001363D-3ED0-69FF-5D07-26B0591C02AD}"/>
              </a:ext>
            </a:extLst>
          </p:cNvPr>
          <p:cNvGrpSpPr/>
          <p:nvPr/>
        </p:nvGrpSpPr>
        <p:grpSpPr>
          <a:xfrm rot="7033705">
            <a:off x="7767501" y="4578834"/>
            <a:ext cx="413691" cy="316649"/>
            <a:chOff x="3194956" y="2099312"/>
            <a:chExt cx="270684" cy="316649"/>
          </a:xfrm>
        </p:grpSpPr>
        <p:sp>
          <p:nvSpPr>
            <p:cNvPr id="30" name="Flèche : droite 29">
              <a:extLst>
                <a:ext uri="{FF2B5EF4-FFF2-40B4-BE49-F238E27FC236}">
                  <a16:creationId xmlns:a16="http://schemas.microsoft.com/office/drawing/2014/main" id="{30D56EC7-421A-1A6B-DFDF-E6375A17540F}"/>
                </a:ext>
              </a:extLst>
            </p:cNvPr>
            <p:cNvSpPr/>
            <p:nvPr/>
          </p:nvSpPr>
          <p:spPr>
            <a:xfrm>
              <a:off x="3194956" y="2099312"/>
              <a:ext cx="270684" cy="31664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fr-FR"/>
            </a:p>
          </p:txBody>
        </p:sp>
        <p:sp>
          <p:nvSpPr>
            <p:cNvPr id="31" name="Flèche : droite 4">
              <a:extLst>
                <a:ext uri="{FF2B5EF4-FFF2-40B4-BE49-F238E27FC236}">
                  <a16:creationId xmlns:a16="http://schemas.microsoft.com/office/drawing/2014/main" id="{F976BAB0-04D6-299B-DE99-4B3AAAA91325}"/>
                </a:ext>
              </a:extLst>
            </p:cNvPr>
            <p:cNvSpPr txBox="1"/>
            <p:nvPr/>
          </p:nvSpPr>
          <p:spPr>
            <a:xfrm>
              <a:off x="3194956" y="2162642"/>
              <a:ext cx="189479" cy="1899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FR" sz="1100" kern="1200"/>
            </a:p>
          </p:txBody>
        </p:sp>
      </p:grpSp>
    </p:spTree>
    <p:extLst>
      <p:ext uri="{BB962C8B-B14F-4D97-AF65-F5344CB8AC3E}">
        <p14:creationId xmlns:p14="http://schemas.microsoft.com/office/powerpoint/2010/main" val="2382783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D6B7D-B566-FDAE-D9BF-B86AC7917F7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8318A3-0669-4849-884F-16170EE292A5}"/>
              </a:ext>
            </a:extLst>
          </p:cNvPr>
          <p:cNvSpPr>
            <a:spLocks noGrp="1"/>
          </p:cNvSpPr>
          <p:nvPr>
            <p:ph type="title"/>
          </p:nvPr>
        </p:nvSpPr>
        <p:spPr/>
        <p:txBody>
          <a:bodyPr/>
          <a:lstStyle/>
          <a:p>
            <a:r>
              <a:rPr lang="fr-FR" dirty="0"/>
              <a:t>Industrialisation – </a:t>
            </a:r>
            <a:r>
              <a:rPr lang="fr-FR" b="1" dirty="0"/>
              <a:t>Points encore ouverts</a:t>
            </a:r>
            <a:endParaRPr lang="fr-FR" dirty="0"/>
          </a:p>
        </p:txBody>
      </p:sp>
      <p:sp>
        <p:nvSpPr>
          <p:cNvPr id="3" name="Espace réservé du texte 2">
            <a:extLst>
              <a:ext uri="{FF2B5EF4-FFF2-40B4-BE49-F238E27FC236}">
                <a16:creationId xmlns:a16="http://schemas.microsoft.com/office/drawing/2014/main" id="{E0929029-1D34-E631-83B5-1DC977833350}"/>
              </a:ext>
            </a:extLst>
          </p:cNvPr>
          <p:cNvSpPr>
            <a:spLocks noGrp="1"/>
          </p:cNvSpPr>
          <p:nvPr>
            <p:ph type="body" sz="quarter" idx="10"/>
          </p:nvPr>
        </p:nvSpPr>
        <p:spPr/>
        <p:txBody>
          <a:bodyPr/>
          <a:lstStyle/>
          <a:p>
            <a:r>
              <a:rPr lang="fr-FR" b="1" dirty="0"/>
              <a:t>Quels prérequis restent à lever avant la mise en production ?</a:t>
            </a:r>
            <a:endParaRPr lang="fr-FR" dirty="0"/>
          </a:p>
        </p:txBody>
      </p:sp>
      <p:sp>
        <p:nvSpPr>
          <p:cNvPr id="4" name="Espace réservé du numéro de diapositive 3">
            <a:extLst>
              <a:ext uri="{FF2B5EF4-FFF2-40B4-BE49-F238E27FC236}">
                <a16:creationId xmlns:a16="http://schemas.microsoft.com/office/drawing/2014/main" id="{A82EAAB7-2965-9809-580A-C8F68A4FE2CE}"/>
              </a:ext>
            </a:extLst>
          </p:cNvPr>
          <p:cNvSpPr>
            <a:spLocks noGrp="1"/>
          </p:cNvSpPr>
          <p:nvPr>
            <p:ph type="sldNum" sz="quarter" idx="4"/>
          </p:nvPr>
        </p:nvSpPr>
        <p:spPr/>
        <p:txBody>
          <a:bodyPr/>
          <a:lstStyle/>
          <a:p>
            <a:fld id="{DAF489CC-3B7A-4DA5-A8C0-4984788D0EC5}" type="slidenum">
              <a:rPr lang="nl-NL" smtClean="0"/>
              <a:pPr/>
              <a:t>42</a:t>
            </a:fld>
            <a:endParaRPr lang="nl-NL" dirty="0"/>
          </a:p>
        </p:txBody>
      </p:sp>
      <p:graphicFrame>
        <p:nvGraphicFramePr>
          <p:cNvPr id="5" name="Diagramme 4">
            <a:extLst>
              <a:ext uri="{FF2B5EF4-FFF2-40B4-BE49-F238E27FC236}">
                <a16:creationId xmlns:a16="http://schemas.microsoft.com/office/drawing/2014/main" id="{D9A9832B-3639-85F6-150C-C5F5F69E0EEC}"/>
              </a:ext>
            </a:extLst>
          </p:cNvPr>
          <p:cNvGraphicFramePr/>
          <p:nvPr>
            <p:extLst>
              <p:ext uri="{D42A27DB-BD31-4B8C-83A1-F6EECF244321}">
                <p14:modId xmlns:p14="http://schemas.microsoft.com/office/powerpoint/2010/main" val="4095160685"/>
              </p:ext>
            </p:extLst>
          </p:nvPr>
        </p:nvGraphicFramePr>
        <p:xfrm>
          <a:off x="328295" y="1061237"/>
          <a:ext cx="11535410" cy="5086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25861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60D80E-D468-9453-2B98-6A8F1E294EDA}"/>
              </a:ext>
            </a:extLst>
          </p:cNvPr>
          <p:cNvSpPr>
            <a:spLocks noGrp="1"/>
          </p:cNvSpPr>
          <p:nvPr>
            <p:ph type="title"/>
          </p:nvPr>
        </p:nvSpPr>
        <p:spPr/>
        <p:txBody>
          <a:bodyPr/>
          <a:lstStyle/>
          <a:p>
            <a:r>
              <a:rPr lang="fr-FR" dirty="0"/>
              <a:t>Suivi en production &amp; amélioration continue</a:t>
            </a:r>
          </a:p>
        </p:txBody>
      </p:sp>
      <p:sp>
        <p:nvSpPr>
          <p:cNvPr id="3" name="Espace réservé du texte 2">
            <a:extLst>
              <a:ext uri="{FF2B5EF4-FFF2-40B4-BE49-F238E27FC236}">
                <a16:creationId xmlns:a16="http://schemas.microsoft.com/office/drawing/2014/main" id="{BC7A8D36-BA3A-F6BA-9F38-0B21D97B5EE5}"/>
              </a:ext>
            </a:extLst>
          </p:cNvPr>
          <p:cNvSpPr>
            <a:spLocks noGrp="1"/>
          </p:cNvSpPr>
          <p:nvPr>
            <p:ph type="body" sz="quarter" idx="13"/>
          </p:nvPr>
        </p:nvSpPr>
        <p:spPr>
          <a:xfrm>
            <a:off x="390098" y="389618"/>
            <a:ext cx="1594988" cy="1477328"/>
          </a:xfrm>
        </p:spPr>
        <p:txBody>
          <a:bodyPr/>
          <a:lstStyle/>
          <a:p>
            <a:r>
              <a:rPr lang="fr-FR" dirty="0"/>
              <a:t>09</a:t>
            </a:r>
          </a:p>
        </p:txBody>
      </p:sp>
    </p:spTree>
    <p:extLst>
      <p:ext uri="{BB962C8B-B14F-4D97-AF65-F5344CB8AC3E}">
        <p14:creationId xmlns:p14="http://schemas.microsoft.com/office/powerpoint/2010/main" val="2167403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62FBEC-EDA4-F116-1AC8-7043188A741B}"/>
              </a:ext>
            </a:extLst>
          </p:cNvPr>
          <p:cNvSpPr>
            <a:spLocks noGrp="1"/>
          </p:cNvSpPr>
          <p:nvPr>
            <p:ph type="title"/>
          </p:nvPr>
        </p:nvSpPr>
        <p:spPr/>
        <p:txBody>
          <a:bodyPr/>
          <a:lstStyle/>
          <a:p>
            <a:r>
              <a:rPr lang="fr-FR" dirty="0"/>
              <a:t>Suivi en production - Métriques à surveiller</a:t>
            </a:r>
          </a:p>
        </p:txBody>
      </p:sp>
      <p:sp>
        <p:nvSpPr>
          <p:cNvPr id="3" name="Espace réservé du texte 2">
            <a:extLst>
              <a:ext uri="{FF2B5EF4-FFF2-40B4-BE49-F238E27FC236}">
                <a16:creationId xmlns:a16="http://schemas.microsoft.com/office/drawing/2014/main" id="{16070F39-3FC6-5281-1FF7-0BC8F727433C}"/>
              </a:ext>
            </a:extLst>
          </p:cNvPr>
          <p:cNvSpPr>
            <a:spLocks noGrp="1"/>
          </p:cNvSpPr>
          <p:nvPr>
            <p:ph type="body" sz="quarter" idx="10"/>
          </p:nvPr>
        </p:nvSpPr>
        <p:spPr/>
        <p:txBody>
          <a:bodyPr/>
          <a:lstStyle/>
          <a:p>
            <a:r>
              <a:rPr lang="fr-FR" b="1" dirty="0"/>
              <a:t>Quelles métriques surveiller en production ?</a:t>
            </a:r>
            <a:endParaRPr lang="fr-FR" dirty="0"/>
          </a:p>
        </p:txBody>
      </p:sp>
      <p:sp>
        <p:nvSpPr>
          <p:cNvPr id="4" name="Espace réservé du numéro de diapositive 3">
            <a:extLst>
              <a:ext uri="{FF2B5EF4-FFF2-40B4-BE49-F238E27FC236}">
                <a16:creationId xmlns:a16="http://schemas.microsoft.com/office/drawing/2014/main" id="{2DB1C9C1-F152-E5DA-F7CA-5B483CAD9B8D}"/>
              </a:ext>
            </a:extLst>
          </p:cNvPr>
          <p:cNvSpPr>
            <a:spLocks noGrp="1"/>
          </p:cNvSpPr>
          <p:nvPr>
            <p:ph type="sldNum" sz="quarter" idx="4"/>
          </p:nvPr>
        </p:nvSpPr>
        <p:spPr/>
        <p:txBody>
          <a:bodyPr/>
          <a:lstStyle/>
          <a:p>
            <a:fld id="{DAF489CC-3B7A-4DA5-A8C0-4984788D0EC5}" type="slidenum">
              <a:rPr lang="nl-NL" smtClean="0"/>
              <a:pPr/>
              <a:t>44</a:t>
            </a:fld>
            <a:endParaRPr lang="nl-NL" dirty="0"/>
          </a:p>
        </p:txBody>
      </p:sp>
      <p:pic>
        <p:nvPicPr>
          <p:cNvPr id="6" name="Image 5">
            <a:extLst>
              <a:ext uri="{FF2B5EF4-FFF2-40B4-BE49-F238E27FC236}">
                <a16:creationId xmlns:a16="http://schemas.microsoft.com/office/drawing/2014/main" id="{E060C510-F84B-4C49-6CB1-3766A50FC0A7}"/>
              </a:ext>
            </a:extLst>
          </p:cNvPr>
          <p:cNvPicPr>
            <a:picLocks noChangeAspect="1"/>
          </p:cNvPicPr>
          <p:nvPr/>
        </p:nvPicPr>
        <p:blipFill>
          <a:blip r:embed="rId3"/>
          <a:stretch>
            <a:fillRect/>
          </a:stretch>
        </p:blipFill>
        <p:spPr>
          <a:xfrm>
            <a:off x="263546" y="1012121"/>
            <a:ext cx="11656060" cy="5135889"/>
          </a:xfrm>
          <a:prstGeom prst="rect">
            <a:avLst/>
          </a:prstGeom>
        </p:spPr>
      </p:pic>
    </p:spTree>
    <p:extLst>
      <p:ext uri="{BB962C8B-B14F-4D97-AF65-F5344CB8AC3E}">
        <p14:creationId xmlns:p14="http://schemas.microsoft.com/office/powerpoint/2010/main" val="4393863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24C91-CF07-59D2-5347-562C15B52B4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F74330C-8704-EBCA-A0F5-549766A35E82}"/>
              </a:ext>
            </a:extLst>
          </p:cNvPr>
          <p:cNvSpPr>
            <a:spLocks noGrp="1"/>
          </p:cNvSpPr>
          <p:nvPr>
            <p:ph type="title"/>
          </p:nvPr>
        </p:nvSpPr>
        <p:spPr/>
        <p:txBody>
          <a:bodyPr/>
          <a:lstStyle/>
          <a:p>
            <a:r>
              <a:rPr lang="fr-FR" dirty="0"/>
              <a:t>Suivi en production - Boucle de rétroaction</a:t>
            </a:r>
          </a:p>
        </p:txBody>
      </p:sp>
      <p:sp>
        <p:nvSpPr>
          <p:cNvPr id="3" name="Espace réservé du texte 2">
            <a:extLst>
              <a:ext uri="{FF2B5EF4-FFF2-40B4-BE49-F238E27FC236}">
                <a16:creationId xmlns:a16="http://schemas.microsoft.com/office/drawing/2014/main" id="{72073A88-E482-09BB-0B56-718B5BCE8509}"/>
              </a:ext>
            </a:extLst>
          </p:cNvPr>
          <p:cNvSpPr>
            <a:spLocks noGrp="1"/>
          </p:cNvSpPr>
          <p:nvPr>
            <p:ph type="body" sz="quarter" idx="10"/>
          </p:nvPr>
        </p:nvSpPr>
        <p:spPr/>
        <p:txBody>
          <a:bodyPr/>
          <a:lstStyle/>
          <a:p>
            <a:r>
              <a:rPr lang="fr-FR" b="1" dirty="0"/>
              <a:t>Comment les retours des conseillers servent-ils à améliorer le modèle ?</a:t>
            </a:r>
            <a:endParaRPr lang="fr-FR" dirty="0"/>
          </a:p>
        </p:txBody>
      </p:sp>
      <p:sp>
        <p:nvSpPr>
          <p:cNvPr id="4" name="Espace réservé du numéro de diapositive 3">
            <a:extLst>
              <a:ext uri="{FF2B5EF4-FFF2-40B4-BE49-F238E27FC236}">
                <a16:creationId xmlns:a16="http://schemas.microsoft.com/office/drawing/2014/main" id="{97ACF8D6-B820-388E-C8A0-7C5B82B5BD34}"/>
              </a:ext>
            </a:extLst>
          </p:cNvPr>
          <p:cNvSpPr>
            <a:spLocks noGrp="1"/>
          </p:cNvSpPr>
          <p:nvPr>
            <p:ph type="sldNum" sz="quarter" idx="4"/>
          </p:nvPr>
        </p:nvSpPr>
        <p:spPr/>
        <p:txBody>
          <a:bodyPr/>
          <a:lstStyle/>
          <a:p>
            <a:fld id="{DAF489CC-3B7A-4DA5-A8C0-4984788D0EC5}" type="slidenum">
              <a:rPr lang="nl-NL" smtClean="0"/>
              <a:pPr/>
              <a:t>45</a:t>
            </a:fld>
            <a:endParaRPr lang="nl-NL" dirty="0"/>
          </a:p>
        </p:txBody>
      </p:sp>
      <p:graphicFrame>
        <p:nvGraphicFramePr>
          <p:cNvPr id="5" name="Diagramme 4">
            <a:extLst>
              <a:ext uri="{FF2B5EF4-FFF2-40B4-BE49-F238E27FC236}">
                <a16:creationId xmlns:a16="http://schemas.microsoft.com/office/drawing/2014/main" id="{E1134075-AF18-B53B-0AA2-05FFF71E7146}"/>
              </a:ext>
            </a:extLst>
          </p:cNvPr>
          <p:cNvGraphicFramePr/>
          <p:nvPr>
            <p:extLst>
              <p:ext uri="{D42A27DB-BD31-4B8C-83A1-F6EECF244321}">
                <p14:modId xmlns:p14="http://schemas.microsoft.com/office/powerpoint/2010/main" val="2800162666"/>
              </p:ext>
            </p:extLst>
          </p:nvPr>
        </p:nvGraphicFramePr>
        <p:xfrm>
          <a:off x="2299970" y="1062990"/>
          <a:ext cx="7592060" cy="51667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5959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2BF50-B5EA-46F7-CF2B-05E166CCF76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0893581-281F-5402-32D2-C9786C9C4108}"/>
              </a:ext>
            </a:extLst>
          </p:cNvPr>
          <p:cNvSpPr>
            <a:spLocks noGrp="1"/>
          </p:cNvSpPr>
          <p:nvPr>
            <p:ph type="title"/>
          </p:nvPr>
        </p:nvSpPr>
        <p:spPr/>
        <p:txBody>
          <a:bodyPr/>
          <a:lstStyle/>
          <a:p>
            <a:r>
              <a:rPr lang="fr-FR" dirty="0"/>
              <a:t>Suivi en production - Plan de réentraînement &amp; Robustesse</a:t>
            </a:r>
          </a:p>
        </p:txBody>
      </p:sp>
      <p:sp>
        <p:nvSpPr>
          <p:cNvPr id="3" name="Espace réservé du texte 2">
            <a:extLst>
              <a:ext uri="{FF2B5EF4-FFF2-40B4-BE49-F238E27FC236}">
                <a16:creationId xmlns:a16="http://schemas.microsoft.com/office/drawing/2014/main" id="{A0D13920-A618-E83F-4AA9-FE4B42F4EBC2}"/>
              </a:ext>
            </a:extLst>
          </p:cNvPr>
          <p:cNvSpPr>
            <a:spLocks noGrp="1"/>
          </p:cNvSpPr>
          <p:nvPr>
            <p:ph type="body" sz="quarter" idx="10"/>
          </p:nvPr>
        </p:nvSpPr>
        <p:spPr/>
        <p:txBody>
          <a:bodyPr/>
          <a:lstStyle/>
          <a:p>
            <a:r>
              <a:rPr lang="fr-FR" b="1" dirty="0"/>
              <a:t>Comment détecter les défaillances du modèle et déclencher un réentraînement maîtrisé ?</a:t>
            </a:r>
            <a:endParaRPr lang="fr-FR" dirty="0"/>
          </a:p>
        </p:txBody>
      </p:sp>
      <p:sp>
        <p:nvSpPr>
          <p:cNvPr id="4" name="Espace réservé du numéro de diapositive 3">
            <a:extLst>
              <a:ext uri="{FF2B5EF4-FFF2-40B4-BE49-F238E27FC236}">
                <a16:creationId xmlns:a16="http://schemas.microsoft.com/office/drawing/2014/main" id="{FE48A481-247E-FABF-DD0C-23F59F85A769}"/>
              </a:ext>
            </a:extLst>
          </p:cNvPr>
          <p:cNvSpPr>
            <a:spLocks noGrp="1"/>
          </p:cNvSpPr>
          <p:nvPr>
            <p:ph type="sldNum" sz="quarter" idx="4"/>
          </p:nvPr>
        </p:nvSpPr>
        <p:spPr/>
        <p:txBody>
          <a:bodyPr/>
          <a:lstStyle/>
          <a:p>
            <a:fld id="{DAF489CC-3B7A-4DA5-A8C0-4984788D0EC5}" type="slidenum">
              <a:rPr lang="nl-NL" smtClean="0"/>
              <a:pPr/>
              <a:t>46</a:t>
            </a:fld>
            <a:endParaRPr lang="nl-NL" dirty="0"/>
          </a:p>
        </p:txBody>
      </p:sp>
      <p:pic>
        <p:nvPicPr>
          <p:cNvPr id="6" name="Image 5">
            <a:extLst>
              <a:ext uri="{FF2B5EF4-FFF2-40B4-BE49-F238E27FC236}">
                <a16:creationId xmlns:a16="http://schemas.microsoft.com/office/drawing/2014/main" id="{47861DC2-7874-4DA5-5F21-586341B28AAC}"/>
              </a:ext>
            </a:extLst>
          </p:cNvPr>
          <p:cNvPicPr>
            <a:picLocks noChangeAspect="1"/>
          </p:cNvPicPr>
          <p:nvPr/>
        </p:nvPicPr>
        <p:blipFill>
          <a:blip r:embed="rId2"/>
          <a:stretch>
            <a:fillRect/>
          </a:stretch>
        </p:blipFill>
        <p:spPr>
          <a:xfrm>
            <a:off x="2628900" y="2397540"/>
            <a:ext cx="9428088" cy="3803606"/>
          </a:xfrm>
          <a:prstGeom prst="rect">
            <a:avLst/>
          </a:prstGeom>
        </p:spPr>
      </p:pic>
      <p:graphicFrame>
        <p:nvGraphicFramePr>
          <p:cNvPr id="7" name="Diagramme 6">
            <a:extLst>
              <a:ext uri="{FF2B5EF4-FFF2-40B4-BE49-F238E27FC236}">
                <a16:creationId xmlns:a16="http://schemas.microsoft.com/office/drawing/2014/main" id="{0BF17C27-CC70-BDEF-0BEF-3B635CE0BD08}"/>
              </a:ext>
            </a:extLst>
          </p:cNvPr>
          <p:cNvGraphicFramePr/>
          <p:nvPr>
            <p:extLst>
              <p:ext uri="{D42A27DB-BD31-4B8C-83A1-F6EECF244321}">
                <p14:modId xmlns:p14="http://schemas.microsoft.com/office/powerpoint/2010/main" val="1310806389"/>
              </p:ext>
            </p:extLst>
          </p:nvPr>
        </p:nvGraphicFramePr>
        <p:xfrm>
          <a:off x="294640" y="-777664"/>
          <a:ext cx="3557270" cy="50524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63633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AC5E9C-93C9-F89F-5D41-9C9D8BB496C5}"/>
              </a:ext>
            </a:extLst>
          </p:cNvPr>
          <p:cNvSpPr>
            <a:spLocks noGrp="1"/>
          </p:cNvSpPr>
          <p:nvPr>
            <p:ph type="title"/>
          </p:nvPr>
        </p:nvSpPr>
        <p:spPr/>
        <p:txBody>
          <a:bodyPr/>
          <a:lstStyle/>
          <a:p>
            <a:r>
              <a:rPr lang="fr-FR" dirty="0"/>
              <a:t>Conclusion et questions ouvertes</a:t>
            </a:r>
          </a:p>
        </p:txBody>
      </p:sp>
      <p:sp>
        <p:nvSpPr>
          <p:cNvPr id="3" name="Espace réservé du texte 2">
            <a:extLst>
              <a:ext uri="{FF2B5EF4-FFF2-40B4-BE49-F238E27FC236}">
                <a16:creationId xmlns:a16="http://schemas.microsoft.com/office/drawing/2014/main" id="{BE6FB734-B30A-8F39-7F52-FAD617CC891D}"/>
              </a:ext>
            </a:extLst>
          </p:cNvPr>
          <p:cNvSpPr>
            <a:spLocks noGrp="1"/>
          </p:cNvSpPr>
          <p:nvPr>
            <p:ph type="body" sz="quarter" idx="13"/>
          </p:nvPr>
        </p:nvSpPr>
        <p:spPr>
          <a:xfrm>
            <a:off x="390098" y="389618"/>
            <a:ext cx="1376980" cy="1477328"/>
          </a:xfrm>
        </p:spPr>
        <p:txBody>
          <a:bodyPr/>
          <a:lstStyle/>
          <a:p>
            <a:r>
              <a:rPr lang="fr-FR" dirty="0"/>
              <a:t>10</a:t>
            </a:r>
          </a:p>
        </p:txBody>
      </p:sp>
    </p:spTree>
    <p:extLst>
      <p:ext uri="{BB962C8B-B14F-4D97-AF65-F5344CB8AC3E}">
        <p14:creationId xmlns:p14="http://schemas.microsoft.com/office/powerpoint/2010/main" val="1112849256"/>
      </p:ext>
    </p:extLst>
  </p:cSld>
  <p:clrMapOvr>
    <a:masterClrMapping/>
  </p:clrMapOvr>
</p:sld>
</file>

<file path=ppt/theme/theme1.xml><?xml version="1.0" encoding="utf-8"?>
<a:theme xmlns:a="http://schemas.openxmlformats.org/drawingml/2006/main" name="White background">
  <a:themeElements>
    <a:clrScheme name="New Atos">
      <a:dk1>
        <a:sysClr val="windowText" lastClr="000000"/>
      </a:dk1>
      <a:lt1>
        <a:sysClr val="window" lastClr="FFFFFF"/>
      </a:lt1>
      <a:dk2>
        <a:srgbClr val="000000"/>
      </a:dk2>
      <a:lt2>
        <a:srgbClr val="FFFFFF"/>
      </a:lt2>
      <a:accent1>
        <a:srgbClr val="0073E6"/>
      </a:accent1>
      <a:accent2>
        <a:srgbClr val="3DC7FF"/>
      </a:accent2>
      <a:accent3>
        <a:srgbClr val="00005C"/>
      </a:accent3>
      <a:accent4>
        <a:srgbClr val="EF5E82"/>
      </a:accent4>
      <a:accent5>
        <a:srgbClr val="4AA82D"/>
      </a:accent5>
      <a:accent6>
        <a:srgbClr val="663894"/>
      </a:accent6>
      <a:hlink>
        <a:srgbClr val="00005C"/>
      </a:hlink>
      <a:folHlink>
        <a:srgbClr val="00005C"/>
      </a:folHlink>
    </a:clrScheme>
    <a:fontScheme name="New Atos">
      <a:majorFont>
        <a:latin typeface="Biennale Bold"/>
        <a:ea typeface=""/>
        <a:cs typeface=""/>
      </a:majorFont>
      <a:minorFont>
        <a:latin typeface="Bienna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defRPr dirty="0" err="1" smtClean="0">
            <a:solidFill>
              <a:schemeClr val="accent3"/>
            </a:solidFill>
          </a:defRPr>
        </a:defPPr>
      </a:lstStyle>
    </a:txDef>
  </a:objectDefaults>
  <a:extraClrSchemeLst/>
  <a:custClrLst>
    <a:custClr name="Atos Blue">
      <a:srgbClr val="0073E6"/>
    </a:custClr>
    <a:custClr name="Atos Light blue">
      <a:srgbClr val="3DC7FF"/>
    </a:custClr>
    <a:custClr name="Atos Deep blue">
      <a:srgbClr val="00005C"/>
    </a:custClr>
    <a:custClr name="Atos Pink">
      <a:srgbClr val="EF5E82"/>
    </a:custClr>
    <a:custClr name="Atos Green">
      <a:srgbClr val="4AA82D"/>
    </a:custClr>
    <a:custClr name="Atos Purple">
      <a:srgbClr val="663894"/>
    </a:custClr>
    <a:custClr name="Atos Orange">
      <a:srgbClr val="F56A00"/>
    </a:custClr>
  </a:custClrLst>
  <a:extLst>
    <a:ext uri="{05A4C25C-085E-4340-85A3-A5531E510DB2}">
      <thm15:themeFamily xmlns:thm15="http://schemas.microsoft.com/office/thememl/2012/main" name="Presentation2" id="{DD0B2AB2-6EB1-4D8E-99E2-781F51BCA8E4}" vid="{BD5CEE39-1855-4BE6-A4B7-439E5D3860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4C1A6680E41A4781F62CC101B3C49A" ma:contentTypeVersion="6" ma:contentTypeDescription="Create a new document." ma:contentTypeScope="" ma:versionID="8cc8da923c1b9157a7ea7dd8aa2c5cec">
  <xsd:schema xmlns:xsd="http://www.w3.org/2001/XMLSchema" xmlns:xs="http://www.w3.org/2001/XMLSchema" xmlns:p="http://schemas.microsoft.com/office/2006/metadata/properties" xmlns:ns2="7346e314-1113-4693-bfa8-aa1e3a055fba" xmlns:ns3="4f6e62a9-eef7-483a-b511-db9ffe238984" targetNamespace="http://schemas.microsoft.com/office/2006/metadata/properties" ma:root="true" ma:fieldsID="3676fe147afc62ee1d68ef69611fddf1" ns2:_="" ns3:_="">
    <xsd:import namespace="7346e314-1113-4693-bfa8-aa1e3a055fba"/>
    <xsd:import namespace="4f6e62a9-eef7-483a-b511-db9ffe23898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46e314-1113-4693-bfa8-aa1e3a055f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f6e62a9-eef7-483a-b511-db9ffe238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2CE593-0E1E-4575-A8F4-8689702DA630}">
  <ds:schemaRefs>
    <ds:schemaRef ds:uri="http://schemas.microsoft.com/sharepoint/v3/contenttype/forms"/>
  </ds:schemaRefs>
</ds:datastoreItem>
</file>

<file path=customXml/itemProps2.xml><?xml version="1.0" encoding="utf-8"?>
<ds:datastoreItem xmlns:ds="http://schemas.openxmlformats.org/officeDocument/2006/customXml" ds:itemID="{A2A1802B-1C77-47FD-A831-AB744372472F}">
  <ds:schemaRefs>
    <ds:schemaRef ds:uri="http://schemas.openxmlformats.org/package/2006/metadata/core-properties"/>
    <ds:schemaRef ds:uri="4f6e62a9-eef7-483a-b511-db9ffe238984"/>
    <ds:schemaRef ds:uri="7346e314-1113-4693-bfa8-aa1e3a055fba"/>
    <ds:schemaRef ds:uri="http://purl.org/dc/dcmitype/"/>
    <ds:schemaRef ds:uri="http://schemas.microsoft.com/office/2006/metadata/properties"/>
    <ds:schemaRef ds:uri="http://purl.org/dc/elements/1.1/"/>
    <ds:schemaRef ds:uri="http://purl.org/dc/terms/"/>
    <ds:schemaRef ds:uri="http://schemas.microsoft.com/office/2006/documentManagement/types"/>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C76D5CD9-320B-44FA-AF9F-7B45D9FDB1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46e314-1113-4693-bfa8-aa1e3a055fba"/>
    <ds:schemaRef ds:uri="4f6e62a9-eef7-483a-b511-db9ffe238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Atos - for external use</Template>
  <TotalTime>1351</TotalTime>
  <Words>2930</Words>
  <Application>Microsoft Office PowerPoint</Application>
  <PresentationFormat>Grand écran</PresentationFormat>
  <Paragraphs>795</Paragraphs>
  <Slides>47</Slides>
  <Notes>42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47</vt:i4>
      </vt:variant>
    </vt:vector>
  </HeadingPairs>
  <TitlesOfParts>
    <vt:vector size="52" baseType="lpstr">
      <vt:lpstr>Biennale</vt:lpstr>
      <vt:lpstr>Biennale Bold</vt:lpstr>
      <vt:lpstr>Arial</vt:lpstr>
      <vt:lpstr>Calibri</vt:lpstr>
      <vt:lpstr>White background</vt:lpstr>
      <vt:lpstr>Orientation et tri multimodal des demandeurs d'emploi par l'Intelligence Artificielle</vt:lpstr>
      <vt:lpstr>Sommaire</vt:lpstr>
      <vt:lpstr>Cadrage métier &amp; problème</vt:lpstr>
      <vt:lpstr>Cadrage métier &amp; problème</vt:lpstr>
      <vt:lpstr>Cadrage métier &amp; problème - Critères de succès</vt:lpstr>
      <vt:lpstr>Cadrage métier &amp; problème - Réglementaires anticipés</vt:lpstr>
      <vt:lpstr>Sources des données</vt:lpstr>
      <vt:lpstr>Sources des données</vt:lpstr>
      <vt:lpstr>Exploration &amp; analyse des données</vt:lpstr>
      <vt:lpstr>Exploration &amp; analyse des données (EDA)</vt:lpstr>
      <vt:lpstr>Exploration &amp; analyse des données (EDA)</vt:lpstr>
      <vt:lpstr>Exploration &amp; analyse des données (EDA)</vt:lpstr>
      <vt:lpstr>Exploration &amp; analyse des données (EDA)</vt:lpstr>
      <vt:lpstr>Exploration &amp; analyse des données (EDA)</vt:lpstr>
      <vt:lpstr>Préparation des données et scénarios de jeux de données</vt:lpstr>
      <vt:lpstr>Préparation des données et scénarios de jeux de données</vt:lpstr>
      <vt:lpstr>Préparation des données et scénarios de jeux de données</vt:lpstr>
      <vt:lpstr>Modélisation &amp; entrainement</vt:lpstr>
      <vt:lpstr>Modélisation &amp; entrainement - Familles candidates &amp; Modèles candidats</vt:lpstr>
      <vt:lpstr>Modélisation &amp; entrainement - Métriques retenues &amp; justification </vt:lpstr>
      <vt:lpstr>Modélisation &amp; entrainement – Validation croisée</vt:lpstr>
      <vt:lpstr>Optimisation des hyperparamètres - LogisticRegression </vt:lpstr>
      <vt:lpstr>Optimisation des hyperparamètres - XGBClassifier </vt:lpstr>
      <vt:lpstr>Optimisation des hyperparamètres - LGBMClassifier </vt:lpstr>
      <vt:lpstr>Optimisation des hyperparamètres - RandomForestClassifier </vt:lpstr>
      <vt:lpstr>Optimisation des hyperparamètres – Comparaison des finalistes</vt:lpstr>
      <vt:lpstr>Modélisation &amp; entrainement – Evaluation sur le test</vt:lpstr>
      <vt:lpstr>Analyse des scénarios &amp; arbitrage</vt:lpstr>
      <vt:lpstr>Analyse des scénarios &amp; arbitrage</vt:lpstr>
      <vt:lpstr>Interprétation client</vt:lpstr>
      <vt:lpstr>Interprétation client – Poids des variables &amp; filet de sécurité</vt:lpstr>
      <vt:lpstr>Interprétation client – impacte du filet de sécurité</vt:lpstr>
      <vt:lpstr>Interprétation client – Message au client</vt:lpstr>
      <vt:lpstr>Industrialisation</vt:lpstr>
      <vt:lpstr>Industrialisation - Persistance et suivi des versions du modèle</vt:lpstr>
      <vt:lpstr>Industrialisation - API de service</vt:lpstr>
      <vt:lpstr>Industrialisation - Interface utilisateur</vt:lpstr>
      <vt:lpstr>Industrialisation – Schémas d’architecture</vt:lpstr>
      <vt:lpstr>Industrialisation – Conteneurisation &amp; CI/CD</vt:lpstr>
      <vt:lpstr>Industrialisation – Performance / Coûts et choix hébergement</vt:lpstr>
      <vt:lpstr>Industrialisation – Choix techniques &amp; Architecture</vt:lpstr>
      <vt:lpstr>Industrialisation – Points encore ouverts</vt:lpstr>
      <vt:lpstr>Suivi en production &amp; amélioration continue</vt:lpstr>
      <vt:lpstr>Suivi en production - Métriques à surveiller</vt:lpstr>
      <vt:lpstr>Suivi en production - Boucle de rétroaction</vt:lpstr>
      <vt:lpstr>Suivi en production - Plan de réentraînement &amp; Robustesse</vt:lpstr>
      <vt:lpstr>Conclusion et questions ouvertes</vt:lpstr>
    </vt:vector>
  </TitlesOfParts>
  <Company>Atos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Atlas</dc:title>
  <dc:creator>ROMAIN BUSUTTIL</dc:creator>
  <cp:lastModifiedBy>Romain Busuttil</cp:lastModifiedBy>
  <cp:revision>36</cp:revision>
  <dcterms:created xsi:type="dcterms:W3CDTF">2026-09-30T13:12:51Z</dcterms:created>
  <dcterms:modified xsi:type="dcterms:W3CDTF">2026-10-04T20:09:44Z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um">
    <vt:lpwstr>dd/mm/yyyy</vt:lpwstr>
  </property>
  <property fmtid="{D5CDD505-2E9C-101B-9397-08002B2CF9AE}" pid="3" name="Author">
    <vt:lpwstr>Presentation Title</vt:lpwstr>
  </property>
  <property fmtid="{D5CDD505-2E9C-101B-9397-08002B2CF9AE}" pid="4" name="Classification">
    <vt:lpwstr>© Atos - for internal use</vt:lpwstr>
  </property>
  <property fmtid="{D5CDD505-2E9C-101B-9397-08002B2CF9AE}" pid="5" name="MSIP_Label_e463cba9-5f6c-478d-9329-7b2295e4e8ed_Enabled">
    <vt:lpwstr>true</vt:lpwstr>
  </property>
  <property fmtid="{D5CDD505-2E9C-101B-9397-08002B2CF9AE}" pid="6" name="MSIP_Label_e463cba9-5f6c-478d-9329-7b2295e4e8ed_SetDate">
    <vt:lpwstr>2024-11-22T04:48:30Z</vt:lpwstr>
  </property>
  <property fmtid="{D5CDD505-2E9C-101B-9397-08002B2CF9AE}" pid="7" name="MSIP_Label_e463cba9-5f6c-478d-9329-7b2295e4e8ed_Method">
    <vt:lpwstr>Privileged</vt:lpwstr>
  </property>
  <property fmtid="{D5CDD505-2E9C-101B-9397-08002B2CF9AE}" pid="8" name="MSIP_Label_e463cba9-5f6c-478d-9329-7b2295e4e8ed_Name">
    <vt:lpwstr>All Employees_2</vt:lpwstr>
  </property>
  <property fmtid="{D5CDD505-2E9C-101B-9397-08002B2CF9AE}" pid="9" name="MSIP_Label_e463cba9-5f6c-478d-9329-7b2295e4e8ed_SiteId">
    <vt:lpwstr>33440fc6-b7c7-412c-bb73-0e70b0198d5a</vt:lpwstr>
  </property>
  <property fmtid="{D5CDD505-2E9C-101B-9397-08002B2CF9AE}" pid="10" name="MSIP_Label_e463cba9-5f6c-478d-9329-7b2295e4e8ed_ActionId">
    <vt:lpwstr>887f3b21-3039-45ff-8d25-4bd149aac54b</vt:lpwstr>
  </property>
  <property fmtid="{D5CDD505-2E9C-101B-9397-08002B2CF9AE}" pid="11" name="MSIP_Label_e463cba9-5f6c-478d-9329-7b2295e4e8ed_ContentBits">
    <vt:lpwstr>0</vt:lpwstr>
  </property>
  <property fmtid="{D5CDD505-2E9C-101B-9397-08002B2CF9AE}" pid="12" name="MSIP_Label_609d143b-9e20-4325-a486-915934a7f97c_Enabled">
    <vt:lpwstr>true</vt:lpwstr>
  </property>
  <property fmtid="{D5CDD505-2E9C-101B-9397-08002B2CF9AE}" pid="13" name="MSIP_Label_609d143b-9e20-4325-a486-915934a7f97c_Name">
    <vt:lpwstr>Public</vt:lpwstr>
  </property>
  <property fmtid="{D5CDD505-2E9C-101B-9397-08002B2CF9AE}" pid="14" name="ContentTypeId">
    <vt:lpwstr>0x010100844C1A6680E41A4781F62CC101B3C49A</vt:lpwstr>
  </property>
  <property fmtid="{D5CDD505-2E9C-101B-9397-08002B2CF9AE}" pid="15" name="MSIP_Label_609d143b-9e20-4325-a486-915934a7f97c_SetDate">
    <vt:lpwstr>2024-06-27T09:21:18Z</vt:lpwstr>
  </property>
  <property fmtid="{D5CDD505-2E9C-101B-9397-08002B2CF9AE}" pid="16" name="MSIP_Label_609d143b-9e20-4325-a486-915934a7f97c_ActionId">
    <vt:lpwstr>112cacd6-50a9-4dd9-b454-e25992d7e044</vt:lpwstr>
  </property>
  <property fmtid="{D5CDD505-2E9C-101B-9397-08002B2CF9AE}" pid="17" name="MSIP_Label_609d143b-9e20-4325-a486-915934a7f97c_ContentBits">
    <vt:lpwstr>0</vt:lpwstr>
  </property>
  <property fmtid="{D5CDD505-2E9C-101B-9397-08002B2CF9AE}" pid="18" name="MSIP_Label_609d143b-9e20-4325-a486-915934a7f97c_SiteId">
    <vt:lpwstr>33440fc6-b7c7-412c-bb73-0e70b0198d5a</vt:lpwstr>
  </property>
  <property fmtid="{D5CDD505-2E9C-101B-9397-08002B2CF9AE}" pid="19" name="MSIP_Label_609d143b-9e20-4325-a486-915934a7f97c_Method">
    <vt:lpwstr>Privileged</vt:lpwstr>
  </property>
</Properties>
</file>